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36"/>
  </p:notesMasterIdLst>
  <p:sldIdLst>
    <p:sldId id="256" r:id="rId2"/>
    <p:sldId id="259" r:id="rId3"/>
    <p:sldId id="296" r:id="rId4"/>
    <p:sldId id="297" r:id="rId5"/>
    <p:sldId id="258" r:id="rId6"/>
    <p:sldId id="299" r:id="rId7"/>
    <p:sldId id="301" r:id="rId8"/>
    <p:sldId id="300" r:id="rId9"/>
    <p:sldId id="302" r:id="rId10"/>
    <p:sldId id="303" r:id="rId11"/>
    <p:sldId id="304" r:id="rId12"/>
    <p:sldId id="305" r:id="rId13"/>
    <p:sldId id="308" r:id="rId14"/>
    <p:sldId id="320" r:id="rId15"/>
    <p:sldId id="316" r:id="rId16"/>
    <p:sldId id="315" r:id="rId17"/>
    <p:sldId id="311" r:id="rId18"/>
    <p:sldId id="317" r:id="rId19"/>
    <p:sldId id="306" r:id="rId20"/>
    <p:sldId id="307" r:id="rId21"/>
    <p:sldId id="319" r:id="rId22"/>
    <p:sldId id="321" r:id="rId23"/>
    <p:sldId id="322" r:id="rId24"/>
    <p:sldId id="325" r:id="rId25"/>
    <p:sldId id="318" r:id="rId26"/>
    <p:sldId id="323" r:id="rId27"/>
    <p:sldId id="324" r:id="rId28"/>
    <p:sldId id="327" r:id="rId29"/>
    <p:sldId id="331" r:id="rId30"/>
    <p:sldId id="329" r:id="rId31"/>
    <p:sldId id="328" r:id="rId32"/>
    <p:sldId id="330" r:id="rId33"/>
    <p:sldId id="332" r:id="rId34"/>
    <p:sldId id="326" r:id="rId35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37"/>
    </p:embeddedFont>
    <p:embeddedFont>
      <p:font typeface="Rubik" pitchFamily="2" charset="-79"/>
      <p:regular r:id="rId38"/>
      <p:bold r:id="rId39"/>
      <p:italic r:id="rId40"/>
      <p:boldItalic r:id="rId41"/>
    </p:embeddedFont>
    <p:embeddedFont>
      <p:font typeface="Rubik SemiBold" pitchFamily="2" charset="-79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03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A9083A-7930-4089-8C1F-9BC0963F0CA2}">
  <a:tblStyle styleId="{77A9083A-7930-4089-8C1F-9BC0963F0C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726"/>
      </p:cViewPr>
      <p:guideLst>
        <p:guide orient="horz" pos="290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AE4BEB3D-5124-E5B7-F647-3F4450A6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c74ce2e141_0_25:notes">
            <a:extLst>
              <a:ext uri="{FF2B5EF4-FFF2-40B4-BE49-F238E27FC236}">
                <a16:creationId xmlns:a16="http://schemas.microsoft.com/office/drawing/2014/main" id="{FA197C6B-D33A-A18A-1A0C-475AE8D8F9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c74ce2e141_0_25:notes">
            <a:extLst>
              <a:ext uri="{FF2B5EF4-FFF2-40B4-BE49-F238E27FC236}">
                <a16:creationId xmlns:a16="http://schemas.microsoft.com/office/drawing/2014/main" id="{82A804A1-4309-ED6E-03D3-394ACED94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228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DDC0C01A-37A6-5893-DE97-72483CC2D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4961C92C-F68C-B4FD-BF28-4B8A9B0D1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0BDB53F0-9DB0-324F-8C11-0A0C99DC9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660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84FA1036-9929-2867-7D9B-27A72C02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48722BDC-9218-8FB9-C4E4-6C6AFC76A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5BB7C860-31D2-4754-AE92-BFA7F6703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304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4C0E564D-3CF0-C371-4DC2-4996F902B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302F4C40-0F24-D6EF-8DF1-FE19E6923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28BE7F2F-5D09-5DDA-21E1-F1015911B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2794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9E2270FD-3085-FEEB-2EA8-48F17AF06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06333D40-A457-C75F-D6CB-EA19E014F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DA2E6374-1FAB-F175-49CD-A8720D4F8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7131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A0B18A8E-3BF2-FAC1-12A5-55A458DF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1D961A8B-51CB-A47E-CF87-6D4D55C12E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FAE22CCD-3CA3-BE88-B0B8-6DDF2F145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263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85A34662-EFC0-52F4-0D6C-85101BC3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1033BDD6-CC0C-64AC-7F2C-B2C1303DD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E0264FC9-2B5C-7283-717C-6D3F2059D3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974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E4A64AE6-802F-9035-786D-531E8032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9ECBFC02-D843-5884-079F-3080BDE85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F22171FB-CA1D-CE0F-44A3-732F1AA9D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4376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EECB4ED2-F2BD-2F2B-E8E5-172B296C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c728fac2e7_3_177:notes">
            <a:extLst>
              <a:ext uri="{FF2B5EF4-FFF2-40B4-BE49-F238E27FC236}">
                <a16:creationId xmlns:a16="http://schemas.microsoft.com/office/drawing/2014/main" id="{31BF3756-0AD0-4380-80BE-9890EDC37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c728fac2e7_3_177:notes">
            <a:extLst>
              <a:ext uri="{FF2B5EF4-FFF2-40B4-BE49-F238E27FC236}">
                <a16:creationId xmlns:a16="http://schemas.microsoft.com/office/drawing/2014/main" id="{DA0195C4-BEDD-53C2-6BB9-952718B746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913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48E8CA34-3A3B-3024-4558-E6C68A23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2AE7FE96-8A08-CF2B-9087-519FEE10C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6A15AA09-F1A3-96A6-8ACA-91F1C001D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5542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47163FDE-20A2-8476-CEEE-8C611158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c728fac2e7_3_177:notes">
            <a:extLst>
              <a:ext uri="{FF2B5EF4-FFF2-40B4-BE49-F238E27FC236}">
                <a16:creationId xmlns:a16="http://schemas.microsoft.com/office/drawing/2014/main" id="{6E8C1F28-993D-4C19-AA34-F5B31A917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c728fac2e7_3_177:notes">
            <a:extLst>
              <a:ext uri="{FF2B5EF4-FFF2-40B4-BE49-F238E27FC236}">
                <a16:creationId xmlns:a16="http://schemas.microsoft.com/office/drawing/2014/main" id="{57C99FB5-058E-E060-99AC-E915A7F4A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606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>
          <a:extLst>
            <a:ext uri="{FF2B5EF4-FFF2-40B4-BE49-F238E27FC236}">
              <a16:creationId xmlns:a16="http://schemas.microsoft.com/office/drawing/2014/main" id="{B41CBDCB-AB8E-1C3F-F332-01DC02E6E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c728fac2e7_3_284:notes">
            <a:extLst>
              <a:ext uri="{FF2B5EF4-FFF2-40B4-BE49-F238E27FC236}">
                <a16:creationId xmlns:a16="http://schemas.microsoft.com/office/drawing/2014/main" id="{6F56D71F-207D-6598-9474-5F07A4666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c728fac2e7_3_284:notes">
            <a:extLst>
              <a:ext uri="{FF2B5EF4-FFF2-40B4-BE49-F238E27FC236}">
                <a16:creationId xmlns:a16="http://schemas.microsoft.com/office/drawing/2014/main" id="{43F47ADF-D1F6-13F9-35EF-4337763F9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054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537053CC-1408-FC91-4ABF-DFA275F9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c74ce2e141_0_25:notes">
            <a:extLst>
              <a:ext uri="{FF2B5EF4-FFF2-40B4-BE49-F238E27FC236}">
                <a16:creationId xmlns:a16="http://schemas.microsoft.com/office/drawing/2014/main" id="{9100A22C-32DC-305F-8E4B-9DC2BD1C4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c74ce2e141_0_25:notes">
            <a:extLst>
              <a:ext uri="{FF2B5EF4-FFF2-40B4-BE49-F238E27FC236}">
                <a16:creationId xmlns:a16="http://schemas.microsoft.com/office/drawing/2014/main" id="{00D26B1D-0FCC-F354-805A-84FA042F3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03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0C0635CA-FCA5-F52A-A616-6CBEFFEB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E8259CCF-7B28-5C38-F3C3-96A9FBAA0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C8F456CD-2ADC-4C2B-C385-C25F3104A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812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0B64AFBD-766F-5679-F0F0-0AD3C3AF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F1B7FE8B-77F1-D699-9CEE-31C14B238B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201891F7-8C84-20F9-0EDB-F6EB4AF7AF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8165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CDA66640-43B3-6160-6796-9F6AD5972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45E38BFF-DA32-15D1-8A42-9E0D415A6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ADCC0656-9FE3-02F3-1A05-C056E5BA8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5009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58E56686-666B-D45E-9371-BDF59E4C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c74ce2e141_0_25:notes">
            <a:extLst>
              <a:ext uri="{FF2B5EF4-FFF2-40B4-BE49-F238E27FC236}">
                <a16:creationId xmlns:a16="http://schemas.microsoft.com/office/drawing/2014/main" id="{BEAEF6C6-8FE5-0838-68C1-286BFA27B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c74ce2e141_0_25:notes">
            <a:extLst>
              <a:ext uri="{FF2B5EF4-FFF2-40B4-BE49-F238E27FC236}">
                <a16:creationId xmlns:a16="http://schemas.microsoft.com/office/drawing/2014/main" id="{3571DE8E-12E1-AD1F-BAD4-7DAC1AAC8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435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99C3C983-F59A-C841-783B-CEA262E0B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4F891C67-0186-4A9D-1722-F6C182431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1AF5C3D7-2ED3-3F82-BB1A-96154DA6C1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33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A43ACF54-126B-B1EA-1C4B-95A0ED5A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c71f3daf73_0_522:notes">
            <a:extLst>
              <a:ext uri="{FF2B5EF4-FFF2-40B4-BE49-F238E27FC236}">
                <a16:creationId xmlns:a16="http://schemas.microsoft.com/office/drawing/2014/main" id="{62E7D238-F278-DF64-0DE1-07BE148A7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c71f3daf73_0_522:notes">
            <a:extLst>
              <a:ext uri="{FF2B5EF4-FFF2-40B4-BE49-F238E27FC236}">
                <a16:creationId xmlns:a16="http://schemas.microsoft.com/office/drawing/2014/main" id="{901A4744-990E-079F-E27A-0B02E0496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288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028F889A-BB00-35A1-4F53-EC973E635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56F0BBEE-9A1C-DA3E-4E7C-60B5D952B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43069DEC-7061-AD82-5BAF-F81ADC976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98906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95A2C3C6-A38F-91F4-7993-D9FA7F1F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c74ce2e141_0_25:notes">
            <a:extLst>
              <a:ext uri="{FF2B5EF4-FFF2-40B4-BE49-F238E27FC236}">
                <a16:creationId xmlns:a16="http://schemas.microsoft.com/office/drawing/2014/main" id="{E7C2CE02-620B-EE5E-1569-B0BCD69FC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c74ce2e141_0_25:notes">
            <a:extLst>
              <a:ext uri="{FF2B5EF4-FFF2-40B4-BE49-F238E27FC236}">
                <a16:creationId xmlns:a16="http://schemas.microsoft.com/office/drawing/2014/main" id="{C3D51EFB-27B1-1587-4EC4-FFC8065662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27058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0C2C55B8-B79A-9F40-ADC9-FCFF5AAF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8F092159-20E4-9532-721B-65D68B5BB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A7670F75-47B9-1F12-F1E5-3636E7E4F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1920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ACADD383-625D-5E5F-4B99-FB41FBBCD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1E2A4C83-8418-AD5B-B2CD-4AA8414FE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36332BB7-5DDC-A4B0-7446-03E7EC3E2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7078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>
          <a:extLst>
            <a:ext uri="{FF2B5EF4-FFF2-40B4-BE49-F238E27FC236}">
              <a16:creationId xmlns:a16="http://schemas.microsoft.com/office/drawing/2014/main" id="{61CA9A99-4181-1627-F976-E56A6AB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c71f3daf73_0_277:notes">
            <a:extLst>
              <a:ext uri="{FF2B5EF4-FFF2-40B4-BE49-F238E27FC236}">
                <a16:creationId xmlns:a16="http://schemas.microsoft.com/office/drawing/2014/main" id="{831CCE38-2D1D-B2CA-4927-C9598EEBC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c71f3daf73_0_277:notes">
            <a:extLst>
              <a:ext uri="{FF2B5EF4-FFF2-40B4-BE49-F238E27FC236}">
                <a16:creationId xmlns:a16="http://schemas.microsoft.com/office/drawing/2014/main" id="{29A4932E-52FB-8FA2-A7EA-A58A154D2D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42587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2AE81340-2BC3-F63D-8E82-86CB7E74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64A76A23-D19F-F0EE-886E-1835740D4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4B784600-191E-23E4-413E-149A185B8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6841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>
          <a:extLst>
            <a:ext uri="{FF2B5EF4-FFF2-40B4-BE49-F238E27FC236}">
              <a16:creationId xmlns:a16="http://schemas.microsoft.com/office/drawing/2014/main" id="{DBC3A15D-43B9-9949-0BC8-E01C09D7D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c728fac2e7_3_177:notes">
            <a:extLst>
              <a:ext uri="{FF2B5EF4-FFF2-40B4-BE49-F238E27FC236}">
                <a16:creationId xmlns:a16="http://schemas.microsoft.com/office/drawing/2014/main" id="{07A4A19C-803A-3EA7-21A5-6BA4AEE882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c728fac2e7_3_177:notes">
            <a:extLst>
              <a:ext uri="{FF2B5EF4-FFF2-40B4-BE49-F238E27FC236}">
                <a16:creationId xmlns:a16="http://schemas.microsoft.com/office/drawing/2014/main" id="{173058D5-F5DC-0336-AA1D-7D28D9384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4369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463374EF-7E6A-9E6E-10FC-D0A3E42B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21A5D4A4-5008-F245-0B2E-EDC9DEF16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53317A6A-692C-0017-BB99-7E6BC5D65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9250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3D45E95B-A560-2584-15BA-5E7FDA6F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29444E6B-AC63-A4FD-DD27-285844DEE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64482FD5-1012-9E99-9698-3CA684E93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6628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68FB1C78-FA82-9CA5-49B7-B8C5A845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c71f3daf73_0_412:notes">
            <a:extLst>
              <a:ext uri="{FF2B5EF4-FFF2-40B4-BE49-F238E27FC236}">
                <a16:creationId xmlns:a16="http://schemas.microsoft.com/office/drawing/2014/main" id="{B38735D4-B6FC-B34D-F3F2-1ABEF9567C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c71f3daf73_0_412:notes">
            <a:extLst>
              <a:ext uri="{FF2B5EF4-FFF2-40B4-BE49-F238E27FC236}">
                <a16:creationId xmlns:a16="http://schemas.microsoft.com/office/drawing/2014/main" id="{76C741C1-C45F-41E4-3E45-7A7E5F040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8039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b187cf89d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b187cf89d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60993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62D80FD3-3426-99D8-528F-6E0B18A7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1c74ce2e141_0_63:notes">
            <a:extLst>
              <a:ext uri="{FF2B5EF4-FFF2-40B4-BE49-F238E27FC236}">
                <a16:creationId xmlns:a16="http://schemas.microsoft.com/office/drawing/2014/main" id="{9AD6553F-63A7-F075-9345-6682D0FD3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1c74ce2e141_0_63:notes">
            <a:extLst>
              <a:ext uri="{FF2B5EF4-FFF2-40B4-BE49-F238E27FC236}">
                <a16:creationId xmlns:a16="http://schemas.microsoft.com/office/drawing/2014/main" id="{DDCF878F-3DBF-99D2-AA7E-798C99F2A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903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95050" y="1290150"/>
            <a:ext cx="5553900" cy="21189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95050" y="3408675"/>
            <a:ext cx="55539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7699428" y="-316081"/>
            <a:ext cx="932876" cy="1117414"/>
            <a:chOff x="3078800" y="356125"/>
            <a:chExt cx="888200" cy="1063900"/>
          </a:xfrm>
        </p:grpSpPr>
        <p:sp>
          <p:nvSpPr>
            <p:cNvPr id="13" name="Google Shape;13;p2"/>
            <p:cNvSpPr/>
            <p:nvPr/>
          </p:nvSpPr>
          <p:spPr>
            <a:xfrm>
              <a:off x="3837475" y="487050"/>
              <a:ext cx="93500" cy="106800"/>
            </a:xfrm>
            <a:custGeom>
              <a:avLst/>
              <a:gdLst/>
              <a:ahLst/>
              <a:cxnLst/>
              <a:rect l="l" t="t" r="r" b="b"/>
              <a:pathLst>
                <a:path w="3740" h="4272" extrusionOk="0">
                  <a:moveTo>
                    <a:pt x="393" y="1"/>
                  </a:moveTo>
                  <a:cubicBezTo>
                    <a:pt x="287" y="1362"/>
                    <a:pt x="151" y="2721"/>
                    <a:pt x="0" y="4080"/>
                  </a:cubicBezTo>
                  <a:cubicBezTo>
                    <a:pt x="1244" y="4106"/>
                    <a:pt x="2491" y="4171"/>
                    <a:pt x="3740" y="4271"/>
                  </a:cubicBezTo>
                  <a:cubicBezTo>
                    <a:pt x="2596" y="2864"/>
                    <a:pt x="1474" y="1443"/>
                    <a:pt x="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101175" y="382675"/>
              <a:ext cx="838775" cy="1009075"/>
            </a:xfrm>
            <a:custGeom>
              <a:avLst/>
              <a:gdLst/>
              <a:ahLst/>
              <a:cxnLst/>
              <a:rect l="l" t="t" r="r" b="b"/>
              <a:pathLst>
                <a:path w="33551" h="40363" extrusionOk="0">
                  <a:moveTo>
                    <a:pt x="14527" y="6086"/>
                  </a:moveTo>
                  <a:cubicBezTo>
                    <a:pt x="14534" y="6086"/>
                    <a:pt x="14542" y="6087"/>
                    <a:pt x="14549" y="6087"/>
                  </a:cubicBezTo>
                  <a:cubicBezTo>
                    <a:pt x="17818" y="6382"/>
                    <a:pt x="21203" y="6815"/>
                    <a:pt x="24416" y="7473"/>
                  </a:cubicBezTo>
                  <a:cubicBezTo>
                    <a:pt x="24726" y="7535"/>
                    <a:pt x="24666" y="8041"/>
                    <a:pt x="24365" y="8041"/>
                  </a:cubicBezTo>
                  <a:cubicBezTo>
                    <a:pt x="24356" y="8041"/>
                    <a:pt x="24348" y="8040"/>
                    <a:pt x="24340" y="8040"/>
                  </a:cubicBezTo>
                  <a:cubicBezTo>
                    <a:pt x="21067" y="7760"/>
                    <a:pt x="17705" y="7219"/>
                    <a:pt x="14485" y="6573"/>
                  </a:cubicBezTo>
                  <a:cubicBezTo>
                    <a:pt x="14217" y="6522"/>
                    <a:pt x="14269" y="6086"/>
                    <a:pt x="14527" y="6086"/>
                  </a:cubicBezTo>
                  <a:close/>
                  <a:moveTo>
                    <a:pt x="9471" y="9366"/>
                  </a:moveTo>
                  <a:cubicBezTo>
                    <a:pt x="9480" y="9366"/>
                    <a:pt x="9489" y="9366"/>
                    <a:pt x="9499" y="9367"/>
                  </a:cubicBezTo>
                  <a:cubicBezTo>
                    <a:pt x="12463" y="9733"/>
                    <a:pt x="15420" y="10092"/>
                    <a:pt x="18375" y="10521"/>
                  </a:cubicBezTo>
                  <a:cubicBezTo>
                    <a:pt x="21512" y="10975"/>
                    <a:pt x="24813" y="11222"/>
                    <a:pt x="27878" y="12028"/>
                  </a:cubicBezTo>
                  <a:cubicBezTo>
                    <a:pt x="28174" y="12106"/>
                    <a:pt x="28116" y="12566"/>
                    <a:pt x="27816" y="12566"/>
                  </a:cubicBezTo>
                  <a:cubicBezTo>
                    <a:pt x="27813" y="12566"/>
                    <a:pt x="27809" y="12566"/>
                    <a:pt x="27806" y="12566"/>
                  </a:cubicBezTo>
                  <a:cubicBezTo>
                    <a:pt x="24854" y="12470"/>
                    <a:pt x="21851" y="11822"/>
                    <a:pt x="18930" y="11394"/>
                  </a:cubicBezTo>
                  <a:cubicBezTo>
                    <a:pt x="15753" y="10927"/>
                    <a:pt x="12595" y="10399"/>
                    <a:pt x="9432" y="9865"/>
                  </a:cubicBezTo>
                  <a:cubicBezTo>
                    <a:pt x="9159" y="9819"/>
                    <a:pt x="9215" y="9366"/>
                    <a:pt x="9471" y="9366"/>
                  </a:cubicBezTo>
                  <a:close/>
                  <a:moveTo>
                    <a:pt x="9072" y="13359"/>
                  </a:moveTo>
                  <a:cubicBezTo>
                    <a:pt x="9081" y="13359"/>
                    <a:pt x="9090" y="13359"/>
                    <a:pt x="9099" y="13360"/>
                  </a:cubicBezTo>
                  <a:cubicBezTo>
                    <a:pt x="12064" y="13727"/>
                    <a:pt x="15021" y="14085"/>
                    <a:pt x="17975" y="14514"/>
                  </a:cubicBezTo>
                  <a:cubicBezTo>
                    <a:pt x="21112" y="14968"/>
                    <a:pt x="24414" y="15215"/>
                    <a:pt x="27481" y="16021"/>
                  </a:cubicBezTo>
                  <a:cubicBezTo>
                    <a:pt x="27775" y="16099"/>
                    <a:pt x="27719" y="16559"/>
                    <a:pt x="27416" y="16559"/>
                  </a:cubicBezTo>
                  <a:cubicBezTo>
                    <a:pt x="27413" y="16559"/>
                    <a:pt x="27410" y="16559"/>
                    <a:pt x="27407" y="16559"/>
                  </a:cubicBezTo>
                  <a:cubicBezTo>
                    <a:pt x="24454" y="16464"/>
                    <a:pt x="21452" y="15815"/>
                    <a:pt x="18531" y="15387"/>
                  </a:cubicBezTo>
                  <a:cubicBezTo>
                    <a:pt x="15353" y="14918"/>
                    <a:pt x="12195" y="14392"/>
                    <a:pt x="9032" y="13858"/>
                  </a:cubicBezTo>
                  <a:cubicBezTo>
                    <a:pt x="8762" y="13812"/>
                    <a:pt x="8815" y="13359"/>
                    <a:pt x="9072" y="13359"/>
                  </a:cubicBezTo>
                  <a:close/>
                  <a:moveTo>
                    <a:pt x="8672" y="16952"/>
                  </a:moveTo>
                  <a:cubicBezTo>
                    <a:pt x="8681" y="16952"/>
                    <a:pt x="8690" y="16953"/>
                    <a:pt x="8700" y="16954"/>
                  </a:cubicBezTo>
                  <a:cubicBezTo>
                    <a:pt x="11664" y="17320"/>
                    <a:pt x="14621" y="17679"/>
                    <a:pt x="17578" y="18107"/>
                  </a:cubicBezTo>
                  <a:cubicBezTo>
                    <a:pt x="20715" y="18562"/>
                    <a:pt x="24017" y="18806"/>
                    <a:pt x="27081" y="19614"/>
                  </a:cubicBezTo>
                  <a:cubicBezTo>
                    <a:pt x="27374" y="19692"/>
                    <a:pt x="27320" y="20151"/>
                    <a:pt x="27021" y="20151"/>
                  </a:cubicBezTo>
                  <a:cubicBezTo>
                    <a:pt x="27017" y="20151"/>
                    <a:pt x="27013" y="20151"/>
                    <a:pt x="27010" y="20150"/>
                  </a:cubicBezTo>
                  <a:lnTo>
                    <a:pt x="27007" y="20150"/>
                  </a:lnTo>
                  <a:cubicBezTo>
                    <a:pt x="24055" y="20057"/>
                    <a:pt x="21052" y="19409"/>
                    <a:pt x="18131" y="18978"/>
                  </a:cubicBezTo>
                  <a:cubicBezTo>
                    <a:pt x="14956" y="18514"/>
                    <a:pt x="11796" y="17985"/>
                    <a:pt x="8633" y="17449"/>
                  </a:cubicBezTo>
                  <a:cubicBezTo>
                    <a:pt x="8362" y="17405"/>
                    <a:pt x="8416" y="16952"/>
                    <a:pt x="8672" y="16952"/>
                  </a:cubicBezTo>
                  <a:close/>
                  <a:moveTo>
                    <a:pt x="8273" y="20945"/>
                  </a:moveTo>
                  <a:cubicBezTo>
                    <a:pt x="8282" y="20945"/>
                    <a:pt x="8291" y="20946"/>
                    <a:pt x="8300" y="20947"/>
                  </a:cubicBezTo>
                  <a:cubicBezTo>
                    <a:pt x="11264" y="21311"/>
                    <a:pt x="14222" y="21670"/>
                    <a:pt x="17179" y="22100"/>
                  </a:cubicBezTo>
                  <a:cubicBezTo>
                    <a:pt x="20313" y="22555"/>
                    <a:pt x="23617" y="22799"/>
                    <a:pt x="26682" y="23608"/>
                  </a:cubicBezTo>
                  <a:cubicBezTo>
                    <a:pt x="26975" y="23686"/>
                    <a:pt x="26920" y="24144"/>
                    <a:pt x="26619" y="24144"/>
                  </a:cubicBezTo>
                  <a:cubicBezTo>
                    <a:pt x="26616" y="24144"/>
                    <a:pt x="26613" y="24144"/>
                    <a:pt x="26610" y="24143"/>
                  </a:cubicBezTo>
                  <a:cubicBezTo>
                    <a:pt x="23655" y="24050"/>
                    <a:pt x="20655" y="23402"/>
                    <a:pt x="17731" y="22971"/>
                  </a:cubicBezTo>
                  <a:cubicBezTo>
                    <a:pt x="14557" y="22505"/>
                    <a:pt x="11398" y="21978"/>
                    <a:pt x="8233" y="21442"/>
                  </a:cubicBezTo>
                  <a:cubicBezTo>
                    <a:pt x="7963" y="21398"/>
                    <a:pt x="8016" y="20945"/>
                    <a:pt x="8273" y="20945"/>
                  </a:cubicBezTo>
                  <a:close/>
                  <a:moveTo>
                    <a:pt x="7074" y="24938"/>
                  </a:moveTo>
                  <a:cubicBezTo>
                    <a:pt x="7084" y="24938"/>
                    <a:pt x="7094" y="24939"/>
                    <a:pt x="7104" y="24940"/>
                  </a:cubicBezTo>
                  <a:cubicBezTo>
                    <a:pt x="10068" y="25304"/>
                    <a:pt x="13023" y="25663"/>
                    <a:pt x="15980" y="26093"/>
                  </a:cubicBezTo>
                  <a:cubicBezTo>
                    <a:pt x="19117" y="26548"/>
                    <a:pt x="22418" y="26792"/>
                    <a:pt x="25483" y="27601"/>
                  </a:cubicBezTo>
                  <a:cubicBezTo>
                    <a:pt x="25779" y="27679"/>
                    <a:pt x="25721" y="28137"/>
                    <a:pt x="25421" y="28137"/>
                  </a:cubicBezTo>
                  <a:cubicBezTo>
                    <a:pt x="25418" y="28137"/>
                    <a:pt x="25415" y="28137"/>
                    <a:pt x="25411" y="28137"/>
                  </a:cubicBezTo>
                  <a:cubicBezTo>
                    <a:pt x="22457" y="28043"/>
                    <a:pt x="19456" y="27393"/>
                    <a:pt x="16533" y="26964"/>
                  </a:cubicBezTo>
                  <a:cubicBezTo>
                    <a:pt x="13358" y="26498"/>
                    <a:pt x="10200" y="25971"/>
                    <a:pt x="7037" y="25435"/>
                  </a:cubicBezTo>
                  <a:cubicBezTo>
                    <a:pt x="6765" y="25389"/>
                    <a:pt x="6817" y="24938"/>
                    <a:pt x="7074" y="24938"/>
                  </a:cubicBezTo>
                  <a:close/>
                  <a:moveTo>
                    <a:pt x="6228" y="28474"/>
                  </a:moveTo>
                  <a:cubicBezTo>
                    <a:pt x="8236" y="28481"/>
                    <a:pt x="10496" y="28852"/>
                    <a:pt x="12439" y="29347"/>
                  </a:cubicBezTo>
                  <a:cubicBezTo>
                    <a:pt x="12737" y="29423"/>
                    <a:pt x="12678" y="29891"/>
                    <a:pt x="12376" y="29891"/>
                  </a:cubicBezTo>
                  <a:cubicBezTo>
                    <a:pt x="12373" y="29891"/>
                    <a:pt x="12369" y="29890"/>
                    <a:pt x="12365" y="29890"/>
                  </a:cubicBezTo>
                  <a:cubicBezTo>
                    <a:pt x="10348" y="29804"/>
                    <a:pt x="8099" y="29515"/>
                    <a:pt x="6166" y="28940"/>
                  </a:cubicBezTo>
                  <a:cubicBezTo>
                    <a:pt x="5910" y="28864"/>
                    <a:pt x="5960" y="28474"/>
                    <a:pt x="6228" y="28474"/>
                  </a:cubicBezTo>
                  <a:close/>
                  <a:moveTo>
                    <a:pt x="5927" y="30224"/>
                  </a:moveTo>
                  <a:cubicBezTo>
                    <a:pt x="5942" y="30224"/>
                    <a:pt x="5957" y="30225"/>
                    <a:pt x="5972" y="30228"/>
                  </a:cubicBezTo>
                  <a:cubicBezTo>
                    <a:pt x="7635" y="30460"/>
                    <a:pt x="9343" y="30625"/>
                    <a:pt x="10961" y="31091"/>
                  </a:cubicBezTo>
                  <a:cubicBezTo>
                    <a:pt x="11237" y="31171"/>
                    <a:pt x="11197" y="31611"/>
                    <a:pt x="10910" y="31611"/>
                  </a:cubicBezTo>
                  <a:cubicBezTo>
                    <a:pt x="10904" y="31611"/>
                    <a:pt x="10897" y="31611"/>
                    <a:pt x="10891" y="31610"/>
                  </a:cubicBezTo>
                  <a:cubicBezTo>
                    <a:pt x="9185" y="31510"/>
                    <a:pt x="7496" y="31094"/>
                    <a:pt x="5826" y="30754"/>
                  </a:cubicBezTo>
                  <a:cubicBezTo>
                    <a:pt x="5491" y="30685"/>
                    <a:pt x="5619" y="30224"/>
                    <a:pt x="5927" y="30224"/>
                  </a:cubicBezTo>
                  <a:close/>
                  <a:moveTo>
                    <a:pt x="6802" y="1"/>
                  </a:moveTo>
                  <a:cubicBezTo>
                    <a:pt x="5819" y="5692"/>
                    <a:pt x="4664" y="11356"/>
                    <a:pt x="3565" y="17023"/>
                  </a:cubicBezTo>
                  <a:cubicBezTo>
                    <a:pt x="2403" y="23026"/>
                    <a:pt x="1501" y="29175"/>
                    <a:pt x="1" y="35116"/>
                  </a:cubicBezTo>
                  <a:cubicBezTo>
                    <a:pt x="5482" y="36041"/>
                    <a:pt x="10941" y="37116"/>
                    <a:pt x="16394" y="38173"/>
                  </a:cubicBezTo>
                  <a:cubicBezTo>
                    <a:pt x="20083" y="38893"/>
                    <a:pt x="23777" y="39601"/>
                    <a:pt x="27459" y="40362"/>
                  </a:cubicBezTo>
                  <a:cubicBezTo>
                    <a:pt x="28318" y="34393"/>
                    <a:pt x="29818" y="28424"/>
                    <a:pt x="30979" y="22538"/>
                  </a:cubicBezTo>
                  <a:cubicBezTo>
                    <a:pt x="31835" y="18186"/>
                    <a:pt x="32666" y="13822"/>
                    <a:pt x="33551" y="9473"/>
                  </a:cubicBezTo>
                  <a:cubicBezTo>
                    <a:pt x="32154" y="9358"/>
                    <a:pt x="30754" y="9250"/>
                    <a:pt x="29352" y="9145"/>
                  </a:cubicBezTo>
                  <a:lnTo>
                    <a:pt x="28388" y="9073"/>
                  </a:lnTo>
                  <a:lnTo>
                    <a:pt x="28471" y="8245"/>
                  </a:lnTo>
                  <a:cubicBezTo>
                    <a:pt x="28625" y="6664"/>
                    <a:pt x="28804" y="5082"/>
                    <a:pt x="29022" y="3513"/>
                  </a:cubicBezTo>
                  <a:cubicBezTo>
                    <a:pt x="25203" y="3082"/>
                    <a:pt x="21366" y="2245"/>
                    <a:pt x="17607" y="1654"/>
                  </a:cubicBezTo>
                  <a:cubicBezTo>
                    <a:pt x="14033" y="1089"/>
                    <a:pt x="10389" y="644"/>
                    <a:pt x="68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101175" y="469950"/>
              <a:ext cx="838775" cy="921800"/>
            </a:xfrm>
            <a:custGeom>
              <a:avLst/>
              <a:gdLst/>
              <a:ahLst/>
              <a:cxnLst/>
              <a:rect l="l" t="t" r="r" b="b"/>
              <a:pathLst>
                <a:path w="33551" h="36872" extrusionOk="0">
                  <a:moveTo>
                    <a:pt x="28835" y="0"/>
                  </a:moveTo>
                  <a:cubicBezTo>
                    <a:pt x="28737" y="811"/>
                    <a:pt x="28359" y="1656"/>
                    <a:pt x="28101" y="2345"/>
                  </a:cubicBezTo>
                  <a:cubicBezTo>
                    <a:pt x="27589" y="3711"/>
                    <a:pt x="26811" y="5235"/>
                    <a:pt x="26768" y="6721"/>
                  </a:cubicBezTo>
                  <a:cubicBezTo>
                    <a:pt x="26741" y="7692"/>
                    <a:pt x="27204" y="7955"/>
                    <a:pt x="27837" y="7955"/>
                  </a:cubicBezTo>
                  <a:cubicBezTo>
                    <a:pt x="28583" y="7955"/>
                    <a:pt x="29564" y="7589"/>
                    <a:pt x="30256" y="7589"/>
                  </a:cubicBezTo>
                  <a:cubicBezTo>
                    <a:pt x="30288" y="7589"/>
                    <a:pt x="30319" y="7590"/>
                    <a:pt x="30350" y="7592"/>
                  </a:cubicBezTo>
                  <a:cubicBezTo>
                    <a:pt x="31809" y="7666"/>
                    <a:pt x="31185" y="9329"/>
                    <a:pt x="30897" y="10121"/>
                  </a:cubicBezTo>
                  <a:cubicBezTo>
                    <a:pt x="29933" y="12784"/>
                    <a:pt x="29452" y="15607"/>
                    <a:pt x="28943" y="18384"/>
                  </a:cubicBezTo>
                  <a:cubicBezTo>
                    <a:pt x="28459" y="21016"/>
                    <a:pt x="27885" y="23598"/>
                    <a:pt x="27086" y="26155"/>
                  </a:cubicBezTo>
                  <a:cubicBezTo>
                    <a:pt x="26553" y="27868"/>
                    <a:pt x="25971" y="29813"/>
                    <a:pt x="24758" y="31187"/>
                  </a:cubicBezTo>
                  <a:cubicBezTo>
                    <a:pt x="23977" y="32070"/>
                    <a:pt x="23132" y="32332"/>
                    <a:pt x="22210" y="32332"/>
                  </a:cubicBezTo>
                  <a:cubicBezTo>
                    <a:pt x="21475" y="32332"/>
                    <a:pt x="20691" y="32165"/>
                    <a:pt x="19854" y="32014"/>
                  </a:cubicBezTo>
                  <a:cubicBezTo>
                    <a:pt x="15205" y="31172"/>
                    <a:pt x="10508" y="30656"/>
                    <a:pt x="5829" y="30033"/>
                  </a:cubicBezTo>
                  <a:cubicBezTo>
                    <a:pt x="4207" y="29818"/>
                    <a:pt x="2549" y="29574"/>
                    <a:pt x="984" y="29079"/>
                  </a:cubicBezTo>
                  <a:cubicBezTo>
                    <a:pt x="881" y="29045"/>
                    <a:pt x="759" y="29007"/>
                    <a:pt x="627" y="28966"/>
                  </a:cubicBezTo>
                  <a:cubicBezTo>
                    <a:pt x="429" y="29856"/>
                    <a:pt x="223" y="30742"/>
                    <a:pt x="1" y="31625"/>
                  </a:cubicBezTo>
                  <a:cubicBezTo>
                    <a:pt x="5482" y="32550"/>
                    <a:pt x="10941" y="33625"/>
                    <a:pt x="16394" y="34685"/>
                  </a:cubicBezTo>
                  <a:cubicBezTo>
                    <a:pt x="20083" y="35402"/>
                    <a:pt x="23777" y="36113"/>
                    <a:pt x="27459" y="36871"/>
                  </a:cubicBezTo>
                  <a:cubicBezTo>
                    <a:pt x="28316" y="30902"/>
                    <a:pt x="29818" y="24933"/>
                    <a:pt x="30979" y="19047"/>
                  </a:cubicBezTo>
                  <a:cubicBezTo>
                    <a:pt x="31835" y="14695"/>
                    <a:pt x="32666" y="10334"/>
                    <a:pt x="33551" y="5984"/>
                  </a:cubicBezTo>
                  <a:cubicBezTo>
                    <a:pt x="32154" y="5867"/>
                    <a:pt x="30754" y="5759"/>
                    <a:pt x="29352" y="5654"/>
                  </a:cubicBezTo>
                  <a:lnTo>
                    <a:pt x="28388" y="5582"/>
                  </a:lnTo>
                  <a:lnTo>
                    <a:pt x="28471" y="4754"/>
                  </a:lnTo>
                  <a:cubicBezTo>
                    <a:pt x="28625" y="3173"/>
                    <a:pt x="28804" y="1591"/>
                    <a:pt x="29022" y="22"/>
                  </a:cubicBezTo>
                  <a:cubicBezTo>
                    <a:pt x="28960" y="17"/>
                    <a:pt x="28897" y="8"/>
                    <a:pt x="28835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078800" y="356125"/>
              <a:ext cx="888200" cy="1063900"/>
            </a:xfrm>
            <a:custGeom>
              <a:avLst/>
              <a:gdLst/>
              <a:ahLst/>
              <a:cxnLst/>
              <a:rect l="l" t="t" r="r" b="b"/>
              <a:pathLst>
                <a:path w="35528" h="42556" extrusionOk="0">
                  <a:moveTo>
                    <a:pt x="30740" y="5238"/>
                  </a:moveTo>
                  <a:cubicBezTo>
                    <a:pt x="31821" y="6680"/>
                    <a:pt x="32943" y="8101"/>
                    <a:pt x="34087" y="9508"/>
                  </a:cubicBezTo>
                  <a:cubicBezTo>
                    <a:pt x="32840" y="9408"/>
                    <a:pt x="31591" y="9343"/>
                    <a:pt x="30347" y="9319"/>
                  </a:cubicBezTo>
                  <a:cubicBezTo>
                    <a:pt x="30498" y="7958"/>
                    <a:pt x="30634" y="6599"/>
                    <a:pt x="30740" y="5238"/>
                  </a:cubicBezTo>
                  <a:close/>
                  <a:moveTo>
                    <a:pt x="7697" y="1063"/>
                  </a:moveTo>
                  <a:cubicBezTo>
                    <a:pt x="11284" y="1706"/>
                    <a:pt x="14928" y="2151"/>
                    <a:pt x="18504" y="2716"/>
                  </a:cubicBezTo>
                  <a:cubicBezTo>
                    <a:pt x="22261" y="3307"/>
                    <a:pt x="26098" y="4144"/>
                    <a:pt x="29917" y="4575"/>
                  </a:cubicBezTo>
                  <a:cubicBezTo>
                    <a:pt x="29701" y="6144"/>
                    <a:pt x="29522" y="7723"/>
                    <a:pt x="29366" y="9307"/>
                  </a:cubicBezTo>
                  <a:lnTo>
                    <a:pt x="29283" y="10135"/>
                  </a:lnTo>
                  <a:lnTo>
                    <a:pt x="30249" y="10204"/>
                  </a:lnTo>
                  <a:cubicBezTo>
                    <a:pt x="31649" y="10312"/>
                    <a:pt x="33049" y="10420"/>
                    <a:pt x="34448" y="10535"/>
                  </a:cubicBezTo>
                  <a:cubicBezTo>
                    <a:pt x="33563" y="14884"/>
                    <a:pt x="32730" y="19246"/>
                    <a:pt x="31874" y="23598"/>
                  </a:cubicBezTo>
                  <a:lnTo>
                    <a:pt x="31874" y="23600"/>
                  </a:lnTo>
                  <a:cubicBezTo>
                    <a:pt x="30716" y="29486"/>
                    <a:pt x="29213" y="35455"/>
                    <a:pt x="28357" y="41424"/>
                  </a:cubicBezTo>
                  <a:cubicBezTo>
                    <a:pt x="24672" y="40666"/>
                    <a:pt x="20978" y="39955"/>
                    <a:pt x="17291" y="39235"/>
                  </a:cubicBezTo>
                  <a:cubicBezTo>
                    <a:pt x="11839" y="38178"/>
                    <a:pt x="6377" y="37103"/>
                    <a:pt x="896" y="36178"/>
                  </a:cubicBezTo>
                  <a:cubicBezTo>
                    <a:pt x="2396" y="30237"/>
                    <a:pt x="3300" y="24086"/>
                    <a:pt x="4460" y="18085"/>
                  </a:cubicBezTo>
                  <a:cubicBezTo>
                    <a:pt x="5559" y="12415"/>
                    <a:pt x="6714" y="6754"/>
                    <a:pt x="7697" y="1063"/>
                  </a:cubicBezTo>
                  <a:close/>
                  <a:moveTo>
                    <a:pt x="7135" y="0"/>
                  </a:moveTo>
                  <a:lnTo>
                    <a:pt x="6934" y="924"/>
                  </a:lnTo>
                  <a:cubicBezTo>
                    <a:pt x="5697" y="6673"/>
                    <a:pt x="4635" y="12461"/>
                    <a:pt x="3511" y="18231"/>
                  </a:cubicBezTo>
                  <a:cubicBezTo>
                    <a:pt x="2365" y="24136"/>
                    <a:pt x="934" y="30077"/>
                    <a:pt x="113" y="36048"/>
                  </a:cubicBezTo>
                  <a:lnTo>
                    <a:pt x="1" y="36910"/>
                  </a:lnTo>
                  <a:lnTo>
                    <a:pt x="673" y="37041"/>
                  </a:lnTo>
                  <a:cubicBezTo>
                    <a:pt x="6126" y="38092"/>
                    <a:pt x="11595" y="39063"/>
                    <a:pt x="17045" y="40125"/>
                  </a:cubicBezTo>
                  <a:cubicBezTo>
                    <a:pt x="20775" y="40852"/>
                    <a:pt x="24500" y="41620"/>
                    <a:pt x="28228" y="42374"/>
                  </a:cubicBezTo>
                  <a:lnTo>
                    <a:pt x="29125" y="42556"/>
                  </a:lnTo>
                  <a:lnTo>
                    <a:pt x="29362" y="41637"/>
                  </a:lnTo>
                  <a:cubicBezTo>
                    <a:pt x="30845" y="35675"/>
                    <a:pt x="31704" y="29459"/>
                    <a:pt x="32862" y="23461"/>
                  </a:cubicBezTo>
                  <a:cubicBezTo>
                    <a:pt x="33666" y="19301"/>
                    <a:pt x="34496" y="15138"/>
                    <a:pt x="35278" y="10968"/>
                  </a:cubicBezTo>
                  <a:lnTo>
                    <a:pt x="35343" y="10614"/>
                  </a:lnTo>
                  <a:lnTo>
                    <a:pt x="35522" y="9640"/>
                  </a:lnTo>
                  <a:lnTo>
                    <a:pt x="35527" y="9616"/>
                  </a:lnTo>
                  <a:lnTo>
                    <a:pt x="34821" y="8709"/>
                  </a:lnTo>
                  <a:cubicBezTo>
                    <a:pt x="33759" y="7365"/>
                    <a:pt x="32673" y="6037"/>
                    <a:pt x="31565" y="4738"/>
                  </a:cubicBezTo>
                  <a:lnTo>
                    <a:pt x="30835" y="3893"/>
                  </a:lnTo>
                  <a:lnTo>
                    <a:pt x="30058" y="3568"/>
                  </a:lnTo>
                  <a:lnTo>
                    <a:pt x="29405" y="3431"/>
                  </a:lnTo>
                  <a:cubicBezTo>
                    <a:pt x="25629" y="2706"/>
                    <a:pt x="21722" y="2326"/>
                    <a:pt x="17971" y="1735"/>
                  </a:cubicBezTo>
                  <a:cubicBezTo>
                    <a:pt x="14619" y="1209"/>
                    <a:pt x="11243" y="565"/>
                    <a:pt x="7863" y="101"/>
                  </a:cubicBezTo>
                  <a:lnTo>
                    <a:pt x="71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456575" y="534825"/>
              <a:ext cx="262775" cy="48875"/>
            </a:xfrm>
            <a:custGeom>
              <a:avLst/>
              <a:gdLst/>
              <a:ahLst/>
              <a:cxnLst/>
              <a:rect l="l" t="t" r="r" b="b"/>
              <a:pathLst>
                <a:path w="10511" h="1955" extrusionOk="0">
                  <a:moveTo>
                    <a:pt x="315" y="0"/>
                  </a:moveTo>
                  <a:cubicBezTo>
                    <a:pt x="55" y="0"/>
                    <a:pt x="1" y="436"/>
                    <a:pt x="269" y="487"/>
                  </a:cubicBezTo>
                  <a:cubicBezTo>
                    <a:pt x="3489" y="1133"/>
                    <a:pt x="6851" y="1674"/>
                    <a:pt x="10124" y="1954"/>
                  </a:cubicBezTo>
                  <a:cubicBezTo>
                    <a:pt x="10131" y="1954"/>
                    <a:pt x="10139" y="1954"/>
                    <a:pt x="10147" y="1954"/>
                  </a:cubicBezTo>
                  <a:cubicBezTo>
                    <a:pt x="10450" y="1954"/>
                    <a:pt x="10511" y="1450"/>
                    <a:pt x="10200" y="1387"/>
                  </a:cubicBezTo>
                  <a:cubicBezTo>
                    <a:pt x="6987" y="729"/>
                    <a:pt x="3602" y="293"/>
                    <a:pt x="336" y="1"/>
                  </a:cubicBezTo>
                  <a:cubicBezTo>
                    <a:pt x="329" y="1"/>
                    <a:pt x="322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30200" y="616800"/>
              <a:ext cx="475350" cy="80050"/>
            </a:xfrm>
            <a:custGeom>
              <a:avLst/>
              <a:gdLst/>
              <a:ahLst/>
              <a:cxnLst/>
              <a:rect l="l" t="t" r="r" b="b"/>
              <a:pathLst>
                <a:path w="19014" h="3202" extrusionOk="0">
                  <a:moveTo>
                    <a:pt x="310" y="1"/>
                  </a:moveTo>
                  <a:cubicBezTo>
                    <a:pt x="54" y="1"/>
                    <a:pt x="0" y="454"/>
                    <a:pt x="271" y="500"/>
                  </a:cubicBezTo>
                  <a:cubicBezTo>
                    <a:pt x="3434" y="1034"/>
                    <a:pt x="6592" y="1562"/>
                    <a:pt x="9769" y="2029"/>
                  </a:cubicBezTo>
                  <a:cubicBezTo>
                    <a:pt x="12690" y="2457"/>
                    <a:pt x="15693" y="3105"/>
                    <a:pt x="18648" y="3201"/>
                  </a:cubicBezTo>
                  <a:cubicBezTo>
                    <a:pt x="18651" y="3201"/>
                    <a:pt x="18654" y="3201"/>
                    <a:pt x="18657" y="3201"/>
                  </a:cubicBezTo>
                  <a:cubicBezTo>
                    <a:pt x="18955" y="3201"/>
                    <a:pt x="19013" y="2741"/>
                    <a:pt x="18719" y="2665"/>
                  </a:cubicBezTo>
                  <a:lnTo>
                    <a:pt x="18719" y="2663"/>
                  </a:lnTo>
                  <a:cubicBezTo>
                    <a:pt x="15652" y="1857"/>
                    <a:pt x="12351" y="1610"/>
                    <a:pt x="9214" y="1156"/>
                  </a:cubicBezTo>
                  <a:cubicBezTo>
                    <a:pt x="6259" y="727"/>
                    <a:pt x="3302" y="368"/>
                    <a:pt x="338" y="2"/>
                  </a:cubicBezTo>
                  <a:cubicBezTo>
                    <a:pt x="328" y="1"/>
                    <a:pt x="319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320200" y="716625"/>
              <a:ext cx="475350" cy="80050"/>
            </a:xfrm>
            <a:custGeom>
              <a:avLst/>
              <a:gdLst/>
              <a:ahLst/>
              <a:cxnLst/>
              <a:rect l="l" t="t" r="r" b="b"/>
              <a:pathLst>
                <a:path w="19014" h="3202" extrusionOk="0">
                  <a:moveTo>
                    <a:pt x="311" y="1"/>
                  </a:moveTo>
                  <a:cubicBezTo>
                    <a:pt x="54" y="1"/>
                    <a:pt x="1" y="454"/>
                    <a:pt x="271" y="500"/>
                  </a:cubicBezTo>
                  <a:cubicBezTo>
                    <a:pt x="3434" y="1034"/>
                    <a:pt x="6592" y="1560"/>
                    <a:pt x="9770" y="2029"/>
                  </a:cubicBezTo>
                  <a:cubicBezTo>
                    <a:pt x="12691" y="2457"/>
                    <a:pt x="15693" y="3106"/>
                    <a:pt x="18646" y="3201"/>
                  </a:cubicBezTo>
                  <a:cubicBezTo>
                    <a:pt x="18649" y="3201"/>
                    <a:pt x="18652" y="3201"/>
                    <a:pt x="18655" y="3201"/>
                  </a:cubicBezTo>
                  <a:cubicBezTo>
                    <a:pt x="18958" y="3201"/>
                    <a:pt x="19014" y="2741"/>
                    <a:pt x="18720" y="2663"/>
                  </a:cubicBezTo>
                  <a:cubicBezTo>
                    <a:pt x="15655" y="1857"/>
                    <a:pt x="12351" y="1610"/>
                    <a:pt x="9217" y="1156"/>
                  </a:cubicBezTo>
                  <a:cubicBezTo>
                    <a:pt x="6260" y="727"/>
                    <a:pt x="3303" y="369"/>
                    <a:pt x="338" y="2"/>
                  </a:cubicBezTo>
                  <a:cubicBezTo>
                    <a:pt x="329" y="1"/>
                    <a:pt x="320" y="1"/>
                    <a:pt x="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10225" y="806475"/>
              <a:ext cx="475325" cy="79975"/>
            </a:xfrm>
            <a:custGeom>
              <a:avLst/>
              <a:gdLst/>
              <a:ahLst/>
              <a:cxnLst/>
              <a:rect l="l" t="t" r="r" b="b"/>
              <a:pathLst>
                <a:path w="19013" h="3199" extrusionOk="0">
                  <a:moveTo>
                    <a:pt x="310" y="0"/>
                  </a:moveTo>
                  <a:cubicBezTo>
                    <a:pt x="54" y="0"/>
                    <a:pt x="0" y="453"/>
                    <a:pt x="271" y="497"/>
                  </a:cubicBezTo>
                  <a:cubicBezTo>
                    <a:pt x="3434" y="1033"/>
                    <a:pt x="6594" y="1560"/>
                    <a:pt x="9769" y="2026"/>
                  </a:cubicBezTo>
                  <a:cubicBezTo>
                    <a:pt x="12690" y="2457"/>
                    <a:pt x="15693" y="3105"/>
                    <a:pt x="18645" y="3198"/>
                  </a:cubicBezTo>
                  <a:cubicBezTo>
                    <a:pt x="18649" y="3199"/>
                    <a:pt x="18653" y="3199"/>
                    <a:pt x="18657" y="3199"/>
                  </a:cubicBezTo>
                  <a:cubicBezTo>
                    <a:pt x="18958" y="3199"/>
                    <a:pt x="19012" y="2740"/>
                    <a:pt x="18719" y="2662"/>
                  </a:cubicBezTo>
                  <a:cubicBezTo>
                    <a:pt x="15655" y="1854"/>
                    <a:pt x="12351" y="1610"/>
                    <a:pt x="9216" y="1155"/>
                  </a:cubicBezTo>
                  <a:cubicBezTo>
                    <a:pt x="6259" y="727"/>
                    <a:pt x="3302" y="368"/>
                    <a:pt x="338" y="2"/>
                  </a:cubicBezTo>
                  <a:cubicBezTo>
                    <a:pt x="328" y="1"/>
                    <a:pt x="319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300225" y="906300"/>
              <a:ext cx="475350" cy="79975"/>
            </a:xfrm>
            <a:custGeom>
              <a:avLst/>
              <a:gdLst/>
              <a:ahLst/>
              <a:cxnLst/>
              <a:rect l="l" t="t" r="r" b="b"/>
              <a:pathLst>
                <a:path w="19014" h="3199" extrusionOk="0">
                  <a:moveTo>
                    <a:pt x="311" y="0"/>
                  </a:moveTo>
                  <a:cubicBezTo>
                    <a:pt x="54" y="0"/>
                    <a:pt x="1" y="453"/>
                    <a:pt x="271" y="497"/>
                  </a:cubicBezTo>
                  <a:cubicBezTo>
                    <a:pt x="3436" y="1033"/>
                    <a:pt x="6595" y="1560"/>
                    <a:pt x="9769" y="2026"/>
                  </a:cubicBezTo>
                  <a:cubicBezTo>
                    <a:pt x="12691" y="2454"/>
                    <a:pt x="15693" y="3105"/>
                    <a:pt x="18648" y="3198"/>
                  </a:cubicBezTo>
                  <a:cubicBezTo>
                    <a:pt x="18651" y="3199"/>
                    <a:pt x="18654" y="3199"/>
                    <a:pt x="18657" y="3199"/>
                  </a:cubicBezTo>
                  <a:cubicBezTo>
                    <a:pt x="18958" y="3199"/>
                    <a:pt x="19013" y="2741"/>
                    <a:pt x="18720" y="2663"/>
                  </a:cubicBezTo>
                  <a:cubicBezTo>
                    <a:pt x="15655" y="1854"/>
                    <a:pt x="12351" y="1610"/>
                    <a:pt x="9217" y="1155"/>
                  </a:cubicBezTo>
                  <a:cubicBezTo>
                    <a:pt x="6260" y="727"/>
                    <a:pt x="3302" y="366"/>
                    <a:pt x="338" y="2"/>
                  </a:cubicBezTo>
                  <a:cubicBezTo>
                    <a:pt x="329" y="1"/>
                    <a:pt x="320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70275" y="1006125"/>
              <a:ext cx="475400" cy="79975"/>
            </a:xfrm>
            <a:custGeom>
              <a:avLst/>
              <a:gdLst/>
              <a:ahLst/>
              <a:cxnLst/>
              <a:rect l="l" t="t" r="r" b="b"/>
              <a:pathLst>
                <a:path w="19016" h="3199" extrusionOk="0">
                  <a:moveTo>
                    <a:pt x="312" y="1"/>
                  </a:moveTo>
                  <a:cubicBezTo>
                    <a:pt x="53" y="1"/>
                    <a:pt x="0" y="453"/>
                    <a:pt x="273" y="497"/>
                  </a:cubicBezTo>
                  <a:cubicBezTo>
                    <a:pt x="3436" y="1033"/>
                    <a:pt x="6594" y="1560"/>
                    <a:pt x="9769" y="2026"/>
                  </a:cubicBezTo>
                  <a:cubicBezTo>
                    <a:pt x="12692" y="2455"/>
                    <a:pt x="15693" y="3105"/>
                    <a:pt x="18647" y="3199"/>
                  </a:cubicBezTo>
                  <a:cubicBezTo>
                    <a:pt x="18651" y="3199"/>
                    <a:pt x="18654" y="3199"/>
                    <a:pt x="18657" y="3199"/>
                  </a:cubicBezTo>
                  <a:cubicBezTo>
                    <a:pt x="18957" y="3199"/>
                    <a:pt x="19015" y="2741"/>
                    <a:pt x="18719" y="2663"/>
                  </a:cubicBezTo>
                  <a:cubicBezTo>
                    <a:pt x="15654" y="1854"/>
                    <a:pt x="12353" y="1610"/>
                    <a:pt x="9216" y="1155"/>
                  </a:cubicBezTo>
                  <a:cubicBezTo>
                    <a:pt x="6261" y="725"/>
                    <a:pt x="3304" y="366"/>
                    <a:pt x="340" y="2"/>
                  </a:cubicBezTo>
                  <a:cubicBezTo>
                    <a:pt x="330" y="1"/>
                    <a:pt x="321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248925" y="1094500"/>
              <a:ext cx="170675" cy="35450"/>
            </a:xfrm>
            <a:custGeom>
              <a:avLst/>
              <a:gdLst/>
              <a:ahLst/>
              <a:cxnLst/>
              <a:rect l="l" t="t" r="r" b="b"/>
              <a:pathLst>
                <a:path w="6827" h="1418" extrusionOk="0">
                  <a:moveTo>
                    <a:pt x="318" y="1"/>
                  </a:moveTo>
                  <a:cubicBezTo>
                    <a:pt x="48" y="1"/>
                    <a:pt x="0" y="391"/>
                    <a:pt x="256" y="467"/>
                  </a:cubicBezTo>
                  <a:cubicBezTo>
                    <a:pt x="2189" y="1042"/>
                    <a:pt x="4438" y="1331"/>
                    <a:pt x="6455" y="1417"/>
                  </a:cubicBezTo>
                  <a:cubicBezTo>
                    <a:pt x="6459" y="1417"/>
                    <a:pt x="6463" y="1418"/>
                    <a:pt x="6467" y="1418"/>
                  </a:cubicBezTo>
                  <a:cubicBezTo>
                    <a:pt x="6770" y="1418"/>
                    <a:pt x="6827" y="950"/>
                    <a:pt x="6529" y="874"/>
                  </a:cubicBezTo>
                  <a:cubicBezTo>
                    <a:pt x="4586" y="379"/>
                    <a:pt x="2326" y="8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238400" y="1138225"/>
              <a:ext cx="143725" cy="34750"/>
            </a:xfrm>
            <a:custGeom>
              <a:avLst/>
              <a:gdLst/>
              <a:ahLst/>
              <a:cxnLst/>
              <a:rect l="l" t="t" r="r" b="b"/>
              <a:pathLst>
                <a:path w="5749" h="1390" extrusionOk="0">
                  <a:moveTo>
                    <a:pt x="440" y="0"/>
                  </a:moveTo>
                  <a:cubicBezTo>
                    <a:pt x="131" y="0"/>
                    <a:pt x="1" y="463"/>
                    <a:pt x="337" y="530"/>
                  </a:cubicBezTo>
                  <a:cubicBezTo>
                    <a:pt x="2007" y="869"/>
                    <a:pt x="3696" y="1288"/>
                    <a:pt x="5402" y="1388"/>
                  </a:cubicBezTo>
                  <a:cubicBezTo>
                    <a:pt x="5408" y="1389"/>
                    <a:pt x="5415" y="1389"/>
                    <a:pt x="5420" y="1389"/>
                  </a:cubicBezTo>
                  <a:cubicBezTo>
                    <a:pt x="5708" y="1389"/>
                    <a:pt x="5748" y="947"/>
                    <a:pt x="5472" y="869"/>
                  </a:cubicBezTo>
                  <a:cubicBezTo>
                    <a:pt x="3854" y="403"/>
                    <a:pt x="2148" y="238"/>
                    <a:pt x="483" y="3"/>
                  </a:cubicBezTo>
                  <a:cubicBezTo>
                    <a:pt x="469" y="1"/>
                    <a:pt x="454" y="0"/>
                    <a:pt x="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393107" y="4117867"/>
            <a:ext cx="455521" cy="411817"/>
            <a:chOff x="6648725" y="1944825"/>
            <a:chExt cx="401800" cy="363250"/>
          </a:xfrm>
        </p:grpSpPr>
        <p:sp>
          <p:nvSpPr>
            <p:cNvPr id="26" name="Google Shape;26;p2"/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-394058" y="2571756"/>
            <a:ext cx="1098037" cy="892038"/>
            <a:chOff x="1301775" y="3582596"/>
            <a:chExt cx="953074" cy="774271"/>
          </a:xfrm>
        </p:grpSpPr>
        <p:sp>
          <p:nvSpPr>
            <p:cNvPr id="31" name="Google Shape;31;p2"/>
            <p:cNvSpPr/>
            <p:nvPr/>
          </p:nvSpPr>
          <p:spPr>
            <a:xfrm>
              <a:off x="1913933" y="3905380"/>
              <a:ext cx="303333" cy="382518"/>
            </a:xfrm>
            <a:custGeom>
              <a:avLst/>
              <a:gdLst/>
              <a:ahLst/>
              <a:cxnLst/>
              <a:rect l="l" t="t" r="r" b="b"/>
              <a:pathLst>
                <a:path w="9887" h="12468" extrusionOk="0">
                  <a:moveTo>
                    <a:pt x="9391" y="0"/>
                  </a:moveTo>
                  <a:cubicBezTo>
                    <a:pt x="9367" y="12"/>
                    <a:pt x="9344" y="24"/>
                    <a:pt x="9315" y="34"/>
                  </a:cubicBezTo>
                  <a:cubicBezTo>
                    <a:pt x="6382" y="998"/>
                    <a:pt x="3441" y="1946"/>
                    <a:pt x="503" y="2903"/>
                  </a:cubicBezTo>
                  <a:cubicBezTo>
                    <a:pt x="338" y="2955"/>
                    <a:pt x="171" y="3013"/>
                    <a:pt x="1" y="3070"/>
                  </a:cubicBezTo>
                  <a:cubicBezTo>
                    <a:pt x="1195" y="4441"/>
                    <a:pt x="2015" y="6168"/>
                    <a:pt x="2884" y="7750"/>
                  </a:cubicBezTo>
                  <a:cubicBezTo>
                    <a:pt x="3704" y="9245"/>
                    <a:pt x="4690" y="10824"/>
                    <a:pt x="5236" y="12468"/>
                  </a:cubicBezTo>
                  <a:cubicBezTo>
                    <a:pt x="5422" y="12250"/>
                    <a:pt x="5580" y="11996"/>
                    <a:pt x="5700" y="11719"/>
                  </a:cubicBezTo>
                  <a:lnTo>
                    <a:pt x="9568" y="2678"/>
                  </a:lnTo>
                  <a:cubicBezTo>
                    <a:pt x="9879" y="1950"/>
                    <a:pt x="9887" y="1142"/>
                    <a:pt x="9590" y="400"/>
                  </a:cubicBezTo>
                  <a:cubicBezTo>
                    <a:pt x="9535" y="261"/>
                    <a:pt x="9466" y="127"/>
                    <a:pt x="9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398355" y="3932532"/>
              <a:ext cx="649342" cy="387826"/>
            </a:xfrm>
            <a:custGeom>
              <a:avLst/>
              <a:gdLst/>
              <a:ahLst/>
              <a:cxnLst/>
              <a:rect l="l" t="t" r="r" b="b"/>
              <a:pathLst>
                <a:path w="21165" h="12641" extrusionOk="0">
                  <a:moveTo>
                    <a:pt x="9080" y="1"/>
                  </a:moveTo>
                  <a:cubicBezTo>
                    <a:pt x="7463" y="919"/>
                    <a:pt x="5681" y="1573"/>
                    <a:pt x="4013" y="2391"/>
                  </a:cubicBezTo>
                  <a:cubicBezTo>
                    <a:pt x="2676" y="3049"/>
                    <a:pt x="1369" y="3826"/>
                    <a:pt x="1" y="4429"/>
                  </a:cubicBezTo>
                  <a:cubicBezTo>
                    <a:pt x="77" y="4470"/>
                    <a:pt x="154" y="4508"/>
                    <a:pt x="235" y="4544"/>
                  </a:cubicBezTo>
                  <a:lnTo>
                    <a:pt x="18595" y="12401"/>
                  </a:lnTo>
                  <a:cubicBezTo>
                    <a:pt x="18975" y="12564"/>
                    <a:pt x="19370" y="12640"/>
                    <a:pt x="19759" y="12640"/>
                  </a:cubicBezTo>
                  <a:cubicBezTo>
                    <a:pt x="20252" y="12640"/>
                    <a:pt x="20734" y="12517"/>
                    <a:pt x="21165" y="12289"/>
                  </a:cubicBezTo>
                  <a:cubicBezTo>
                    <a:pt x="20103" y="10733"/>
                    <a:pt x="19385" y="8863"/>
                    <a:pt x="18507" y="7205"/>
                  </a:cubicBezTo>
                  <a:cubicBezTo>
                    <a:pt x="17677" y="5642"/>
                    <a:pt x="16622" y="4121"/>
                    <a:pt x="16023" y="2451"/>
                  </a:cubicBezTo>
                  <a:cubicBezTo>
                    <a:pt x="15194" y="2726"/>
                    <a:pt x="14339" y="2963"/>
                    <a:pt x="13499" y="2963"/>
                  </a:cubicBezTo>
                  <a:cubicBezTo>
                    <a:pt x="12885" y="2963"/>
                    <a:pt x="12279" y="2837"/>
                    <a:pt x="11695" y="2506"/>
                  </a:cubicBezTo>
                  <a:cubicBezTo>
                    <a:pt x="10724" y="1955"/>
                    <a:pt x="9858" y="1022"/>
                    <a:pt x="90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523745" y="3619228"/>
              <a:ext cx="652625" cy="366994"/>
            </a:xfrm>
            <a:custGeom>
              <a:avLst/>
              <a:gdLst/>
              <a:ahLst/>
              <a:cxnLst/>
              <a:rect l="l" t="t" r="r" b="b"/>
              <a:pathLst>
                <a:path w="21272" h="11962" extrusionOk="0">
                  <a:moveTo>
                    <a:pt x="1199" y="0"/>
                  </a:moveTo>
                  <a:cubicBezTo>
                    <a:pt x="784" y="0"/>
                    <a:pt x="376" y="87"/>
                    <a:pt x="0" y="250"/>
                  </a:cubicBezTo>
                  <a:cubicBezTo>
                    <a:pt x="2225" y="3952"/>
                    <a:pt x="4228" y="8325"/>
                    <a:pt x="7505" y="11186"/>
                  </a:cubicBezTo>
                  <a:cubicBezTo>
                    <a:pt x="8152" y="11751"/>
                    <a:pt x="8913" y="11961"/>
                    <a:pt x="9722" y="11961"/>
                  </a:cubicBezTo>
                  <a:cubicBezTo>
                    <a:pt x="11512" y="11961"/>
                    <a:pt x="13537" y="10931"/>
                    <a:pt x="15073" y="10430"/>
                  </a:cubicBezTo>
                  <a:cubicBezTo>
                    <a:pt x="17140" y="9758"/>
                    <a:pt x="19205" y="9083"/>
                    <a:pt x="21272" y="8414"/>
                  </a:cubicBezTo>
                  <a:cubicBezTo>
                    <a:pt x="21100" y="8292"/>
                    <a:pt x="20920" y="8179"/>
                    <a:pt x="20722" y="8095"/>
                  </a:cubicBezTo>
                  <a:lnTo>
                    <a:pt x="2362" y="238"/>
                  </a:lnTo>
                  <a:cubicBezTo>
                    <a:pt x="1982" y="76"/>
                    <a:pt x="1588" y="0"/>
                    <a:pt x="1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343745" y="3643035"/>
              <a:ext cx="315667" cy="402338"/>
            </a:xfrm>
            <a:custGeom>
              <a:avLst/>
              <a:gdLst/>
              <a:ahLst/>
              <a:cxnLst/>
              <a:rect l="l" t="t" r="r" b="b"/>
              <a:pathLst>
                <a:path w="10289" h="13114" extrusionOk="0">
                  <a:moveTo>
                    <a:pt x="5056" y="1"/>
                  </a:moveTo>
                  <a:cubicBezTo>
                    <a:pt x="4747" y="278"/>
                    <a:pt x="4491" y="623"/>
                    <a:pt x="4317" y="1029"/>
                  </a:cubicBezTo>
                  <a:lnTo>
                    <a:pt x="450" y="10071"/>
                  </a:lnTo>
                  <a:cubicBezTo>
                    <a:pt x="1" y="11119"/>
                    <a:pt x="204" y="12284"/>
                    <a:pt x="876" y="13114"/>
                  </a:cubicBezTo>
                  <a:cubicBezTo>
                    <a:pt x="2252" y="12195"/>
                    <a:pt x="3829" y="11537"/>
                    <a:pt x="5319" y="10836"/>
                  </a:cubicBezTo>
                  <a:cubicBezTo>
                    <a:pt x="6934" y="10076"/>
                    <a:pt x="8578" y="9197"/>
                    <a:pt x="10288" y="8657"/>
                  </a:cubicBezTo>
                  <a:cubicBezTo>
                    <a:pt x="9726" y="7858"/>
                    <a:pt x="9212" y="7051"/>
                    <a:pt x="8743" y="6372"/>
                  </a:cubicBezTo>
                  <a:cubicBezTo>
                    <a:pt x="7358" y="4374"/>
                    <a:pt x="6008" y="2252"/>
                    <a:pt x="5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18920" y="4108267"/>
              <a:ext cx="136925" cy="179631"/>
            </a:xfrm>
            <a:custGeom>
              <a:avLst/>
              <a:gdLst/>
              <a:ahLst/>
              <a:cxnLst/>
              <a:rect l="l" t="t" r="r" b="b"/>
              <a:pathLst>
                <a:path w="4463" h="5855" extrusionOk="0">
                  <a:moveTo>
                    <a:pt x="4462" y="0"/>
                  </a:moveTo>
                  <a:lnTo>
                    <a:pt x="4462" y="0"/>
                  </a:lnTo>
                  <a:cubicBezTo>
                    <a:pt x="3409" y="876"/>
                    <a:pt x="2146" y="1522"/>
                    <a:pt x="787" y="1910"/>
                  </a:cubicBezTo>
                  <a:cubicBezTo>
                    <a:pt x="524" y="1984"/>
                    <a:pt x="263" y="2046"/>
                    <a:pt x="0" y="2101"/>
                  </a:cubicBezTo>
                  <a:cubicBezTo>
                    <a:pt x="682" y="3307"/>
                    <a:pt x="1385" y="4560"/>
                    <a:pt x="1814" y="5855"/>
                  </a:cubicBezTo>
                  <a:cubicBezTo>
                    <a:pt x="2000" y="5637"/>
                    <a:pt x="2158" y="5386"/>
                    <a:pt x="2278" y="5106"/>
                  </a:cubicBezTo>
                  <a:lnTo>
                    <a:pt x="4462" y="0"/>
                  </a:ln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398355" y="4012975"/>
              <a:ext cx="649342" cy="307383"/>
            </a:xfrm>
            <a:custGeom>
              <a:avLst/>
              <a:gdLst/>
              <a:ahLst/>
              <a:cxnLst/>
              <a:rect l="l" t="t" r="r" b="b"/>
              <a:pathLst>
                <a:path w="21165" h="10019" extrusionOk="0">
                  <a:moveTo>
                    <a:pt x="3558" y="1"/>
                  </a:moveTo>
                  <a:cubicBezTo>
                    <a:pt x="2376" y="606"/>
                    <a:pt x="1214" y="1274"/>
                    <a:pt x="1" y="1807"/>
                  </a:cubicBezTo>
                  <a:cubicBezTo>
                    <a:pt x="77" y="1848"/>
                    <a:pt x="154" y="1886"/>
                    <a:pt x="235" y="1922"/>
                  </a:cubicBezTo>
                  <a:lnTo>
                    <a:pt x="18595" y="9779"/>
                  </a:lnTo>
                  <a:cubicBezTo>
                    <a:pt x="18974" y="9942"/>
                    <a:pt x="19369" y="10018"/>
                    <a:pt x="19758" y="10018"/>
                  </a:cubicBezTo>
                  <a:cubicBezTo>
                    <a:pt x="20251" y="10018"/>
                    <a:pt x="20734" y="9895"/>
                    <a:pt x="21165" y="9667"/>
                  </a:cubicBezTo>
                  <a:cubicBezTo>
                    <a:pt x="20277" y="8367"/>
                    <a:pt x="19629" y="6848"/>
                    <a:pt x="18928" y="5415"/>
                  </a:cubicBezTo>
                  <a:cubicBezTo>
                    <a:pt x="18450" y="5466"/>
                    <a:pt x="17973" y="5489"/>
                    <a:pt x="17497" y="5489"/>
                  </a:cubicBezTo>
                  <a:cubicBezTo>
                    <a:pt x="15258" y="5489"/>
                    <a:pt x="13037" y="4970"/>
                    <a:pt x="10844" y="4286"/>
                  </a:cubicBezTo>
                  <a:cubicBezTo>
                    <a:pt x="8073" y="3425"/>
                    <a:pt x="5456" y="2104"/>
                    <a:pt x="3558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343745" y="3809505"/>
              <a:ext cx="141558" cy="235868"/>
            </a:xfrm>
            <a:custGeom>
              <a:avLst/>
              <a:gdLst/>
              <a:ahLst/>
              <a:cxnLst/>
              <a:rect l="l" t="t" r="r" b="b"/>
              <a:pathLst>
                <a:path w="4614" h="7688" extrusionOk="0">
                  <a:moveTo>
                    <a:pt x="2436" y="1"/>
                  </a:moveTo>
                  <a:lnTo>
                    <a:pt x="450" y="4645"/>
                  </a:lnTo>
                  <a:cubicBezTo>
                    <a:pt x="1" y="5693"/>
                    <a:pt x="204" y="6858"/>
                    <a:pt x="876" y="7688"/>
                  </a:cubicBezTo>
                  <a:cubicBezTo>
                    <a:pt x="2034" y="6915"/>
                    <a:pt x="3338" y="6324"/>
                    <a:pt x="4613" y="5738"/>
                  </a:cubicBezTo>
                  <a:cubicBezTo>
                    <a:pt x="4243" y="5231"/>
                    <a:pt x="3908" y="4693"/>
                    <a:pt x="3621" y="4104"/>
                  </a:cubicBezTo>
                  <a:cubicBezTo>
                    <a:pt x="2996" y="2829"/>
                    <a:pt x="2542" y="1429"/>
                    <a:pt x="2436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301775" y="3582596"/>
              <a:ext cx="953074" cy="774271"/>
            </a:xfrm>
            <a:custGeom>
              <a:avLst/>
              <a:gdLst/>
              <a:ahLst/>
              <a:cxnLst/>
              <a:rect l="l" t="t" r="r" b="b"/>
              <a:pathLst>
                <a:path w="31065" h="25237" extrusionOk="0">
                  <a:moveTo>
                    <a:pt x="8434" y="1194"/>
                  </a:moveTo>
                  <a:cubicBezTo>
                    <a:pt x="8823" y="1194"/>
                    <a:pt x="9217" y="1270"/>
                    <a:pt x="9597" y="1432"/>
                  </a:cubicBezTo>
                  <a:lnTo>
                    <a:pt x="27954" y="9289"/>
                  </a:lnTo>
                  <a:cubicBezTo>
                    <a:pt x="28153" y="9375"/>
                    <a:pt x="28335" y="9486"/>
                    <a:pt x="28507" y="9608"/>
                  </a:cubicBezTo>
                  <a:cubicBezTo>
                    <a:pt x="26440" y="10277"/>
                    <a:pt x="24375" y="10952"/>
                    <a:pt x="22308" y="11624"/>
                  </a:cubicBezTo>
                  <a:cubicBezTo>
                    <a:pt x="20772" y="12125"/>
                    <a:pt x="18746" y="13155"/>
                    <a:pt x="16956" y="13155"/>
                  </a:cubicBezTo>
                  <a:cubicBezTo>
                    <a:pt x="16147" y="13155"/>
                    <a:pt x="15386" y="12945"/>
                    <a:pt x="14740" y="12380"/>
                  </a:cubicBezTo>
                  <a:cubicBezTo>
                    <a:pt x="11463" y="9519"/>
                    <a:pt x="9460" y="5146"/>
                    <a:pt x="7235" y="1444"/>
                  </a:cubicBezTo>
                  <a:cubicBezTo>
                    <a:pt x="7611" y="1281"/>
                    <a:pt x="8019" y="1194"/>
                    <a:pt x="8434" y="1194"/>
                  </a:cubicBezTo>
                  <a:close/>
                  <a:moveTo>
                    <a:pt x="6424" y="1968"/>
                  </a:moveTo>
                  <a:cubicBezTo>
                    <a:pt x="7376" y="4222"/>
                    <a:pt x="8726" y="6342"/>
                    <a:pt x="10111" y="8340"/>
                  </a:cubicBezTo>
                  <a:cubicBezTo>
                    <a:pt x="10582" y="9021"/>
                    <a:pt x="11094" y="9828"/>
                    <a:pt x="11656" y="10627"/>
                  </a:cubicBezTo>
                  <a:cubicBezTo>
                    <a:pt x="9946" y="11167"/>
                    <a:pt x="8302" y="12046"/>
                    <a:pt x="6687" y="12804"/>
                  </a:cubicBezTo>
                  <a:cubicBezTo>
                    <a:pt x="5197" y="13507"/>
                    <a:pt x="3619" y="14165"/>
                    <a:pt x="2244" y="15083"/>
                  </a:cubicBezTo>
                  <a:lnTo>
                    <a:pt x="2244" y="15083"/>
                  </a:lnTo>
                  <a:cubicBezTo>
                    <a:pt x="1572" y="14253"/>
                    <a:pt x="1369" y="13088"/>
                    <a:pt x="1818" y="12041"/>
                  </a:cubicBezTo>
                  <a:lnTo>
                    <a:pt x="5685" y="2999"/>
                  </a:lnTo>
                  <a:cubicBezTo>
                    <a:pt x="5859" y="2593"/>
                    <a:pt x="6115" y="2248"/>
                    <a:pt x="6424" y="1968"/>
                  </a:cubicBezTo>
                  <a:close/>
                  <a:moveTo>
                    <a:pt x="29344" y="10521"/>
                  </a:moveTo>
                  <a:cubicBezTo>
                    <a:pt x="29419" y="10651"/>
                    <a:pt x="29488" y="10782"/>
                    <a:pt x="29545" y="10921"/>
                  </a:cubicBezTo>
                  <a:cubicBezTo>
                    <a:pt x="29842" y="11663"/>
                    <a:pt x="29832" y="12471"/>
                    <a:pt x="29521" y="13199"/>
                  </a:cubicBezTo>
                  <a:lnTo>
                    <a:pt x="25653" y="22240"/>
                  </a:lnTo>
                  <a:cubicBezTo>
                    <a:pt x="25533" y="22517"/>
                    <a:pt x="25378" y="22771"/>
                    <a:pt x="25189" y="22989"/>
                  </a:cubicBezTo>
                  <a:cubicBezTo>
                    <a:pt x="24643" y="21345"/>
                    <a:pt x="23657" y="19766"/>
                    <a:pt x="22837" y="18271"/>
                  </a:cubicBezTo>
                  <a:cubicBezTo>
                    <a:pt x="21968" y="16689"/>
                    <a:pt x="21148" y="14962"/>
                    <a:pt x="19954" y="13591"/>
                  </a:cubicBezTo>
                  <a:cubicBezTo>
                    <a:pt x="20124" y="13534"/>
                    <a:pt x="20291" y="13476"/>
                    <a:pt x="20459" y="13424"/>
                  </a:cubicBezTo>
                  <a:cubicBezTo>
                    <a:pt x="23397" y="12467"/>
                    <a:pt x="26335" y="11519"/>
                    <a:pt x="29268" y="10555"/>
                  </a:cubicBezTo>
                  <a:cubicBezTo>
                    <a:pt x="29297" y="10545"/>
                    <a:pt x="29320" y="10533"/>
                    <a:pt x="29344" y="10521"/>
                  </a:cubicBezTo>
                  <a:close/>
                  <a:moveTo>
                    <a:pt x="12228" y="11407"/>
                  </a:moveTo>
                  <a:cubicBezTo>
                    <a:pt x="13006" y="12428"/>
                    <a:pt x="13872" y="13361"/>
                    <a:pt x="14843" y="13912"/>
                  </a:cubicBezTo>
                  <a:cubicBezTo>
                    <a:pt x="15427" y="14243"/>
                    <a:pt x="16033" y="14369"/>
                    <a:pt x="16647" y="14369"/>
                  </a:cubicBezTo>
                  <a:cubicBezTo>
                    <a:pt x="17487" y="14369"/>
                    <a:pt x="18342" y="14132"/>
                    <a:pt x="19171" y="13857"/>
                  </a:cubicBezTo>
                  <a:cubicBezTo>
                    <a:pt x="19770" y="15527"/>
                    <a:pt x="20825" y="17048"/>
                    <a:pt x="21655" y="18611"/>
                  </a:cubicBezTo>
                  <a:cubicBezTo>
                    <a:pt x="22533" y="20269"/>
                    <a:pt x="23251" y="22139"/>
                    <a:pt x="24313" y="23695"/>
                  </a:cubicBezTo>
                  <a:cubicBezTo>
                    <a:pt x="23884" y="23923"/>
                    <a:pt x="23402" y="24045"/>
                    <a:pt x="22910" y="24045"/>
                  </a:cubicBezTo>
                  <a:cubicBezTo>
                    <a:pt x="22520" y="24045"/>
                    <a:pt x="22124" y="23968"/>
                    <a:pt x="21743" y="23805"/>
                  </a:cubicBezTo>
                  <a:lnTo>
                    <a:pt x="21743" y="23807"/>
                  </a:lnTo>
                  <a:lnTo>
                    <a:pt x="3383" y="15950"/>
                  </a:lnTo>
                  <a:cubicBezTo>
                    <a:pt x="3302" y="15914"/>
                    <a:pt x="3225" y="15876"/>
                    <a:pt x="3149" y="15835"/>
                  </a:cubicBezTo>
                  <a:cubicBezTo>
                    <a:pt x="4517" y="15232"/>
                    <a:pt x="5824" y="14455"/>
                    <a:pt x="7161" y="13797"/>
                  </a:cubicBezTo>
                  <a:cubicBezTo>
                    <a:pt x="8829" y="12979"/>
                    <a:pt x="10611" y="12325"/>
                    <a:pt x="12228" y="11407"/>
                  </a:cubicBezTo>
                  <a:close/>
                  <a:moveTo>
                    <a:pt x="8432" y="1"/>
                  </a:moveTo>
                  <a:cubicBezTo>
                    <a:pt x="6811" y="1"/>
                    <a:pt x="5268" y="950"/>
                    <a:pt x="4591" y="2531"/>
                  </a:cubicBezTo>
                  <a:lnTo>
                    <a:pt x="723" y="11572"/>
                  </a:lnTo>
                  <a:cubicBezTo>
                    <a:pt x="0" y="13263"/>
                    <a:pt x="483" y="15173"/>
                    <a:pt x="1790" y="16330"/>
                  </a:cubicBezTo>
                  <a:cubicBezTo>
                    <a:pt x="2115" y="16620"/>
                    <a:pt x="2493" y="16864"/>
                    <a:pt x="2914" y="17043"/>
                  </a:cubicBezTo>
                  <a:lnTo>
                    <a:pt x="21274" y="24900"/>
                  </a:lnTo>
                  <a:cubicBezTo>
                    <a:pt x="21808" y="25129"/>
                    <a:pt x="22363" y="25237"/>
                    <a:pt x="22910" y="25237"/>
                  </a:cubicBezTo>
                  <a:cubicBezTo>
                    <a:pt x="24529" y="25237"/>
                    <a:pt x="26072" y="24288"/>
                    <a:pt x="26748" y="22709"/>
                  </a:cubicBezTo>
                  <a:lnTo>
                    <a:pt x="30617" y="13668"/>
                  </a:lnTo>
                  <a:cubicBezTo>
                    <a:pt x="31053" y="12646"/>
                    <a:pt x="31065" y="11514"/>
                    <a:pt x="30651" y="10478"/>
                  </a:cubicBezTo>
                  <a:cubicBezTo>
                    <a:pt x="30234" y="9442"/>
                    <a:pt x="29445" y="8631"/>
                    <a:pt x="28423" y="8194"/>
                  </a:cubicBezTo>
                  <a:lnTo>
                    <a:pt x="10065" y="337"/>
                  </a:lnTo>
                  <a:cubicBezTo>
                    <a:pt x="9532" y="109"/>
                    <a:pt x="8978" y="1"/>
                    <a:pt x="8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2"/>
          <p:cNvSpPr/>
          <p:nvPr/>
        </p:nvSpPr>
        <p:spPr>
          <a:xfrm>
            <a:off x="6976999" y="3214320"/>
            <a:ext cx="2903811" cy="2759498"/>
          </a:xfrm>
          <a:custGeom>
            <a:avLst/>
            <a:gdLst/>
            <a:ahLst/>
            <a:cxnLst/>
            <a:rect l="l" t="t" r="r" b="b"/>
            <a:pathLst>
              <a:path w="127430" h="121097" extrusionOk="0">
                <a:moveTo>
                  <a:pt x="6334" y="121097"/>
                </a:moveTo>
                <a:cubicBezTo>
                  <a:pt x="2470" y="110467"/>
                  <a:pt x="156" y="99043"/>
                  <a:pt x="156" y="87733"/>
                </a:cubicBezTo>
                <a:cubicBezTo>
                  <a:pt x="156" y="81028"/>
                  <a:pt x="-468" y="73081"/>
                  <a:pt x="3863" y="67963"/>
                </a:cubicBezTo>
                <a:cubicBezTo>
                  <a:pt x="16117" y="53481"/>
                  <a:pt x="42593" y="59920"/>
                  <a:pt x="56997" y="47574"/>
                </a:cubicBezTo>
                <a:cubicBezTo>
                  <a:pt x="66669" y="39284"/>
                  <a:pt x="67228" y="21762"/>
                  <a:pt x="78621" y="16064"/>
                </a:cubicBezTo>
                <a:cubicBezTo>
                  <a:pt x="93940" y="8402"/>
                  <a:pt x="127430" y="17128"/>
                  <a:pt x="12743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0" name="Google Shape;40;p2"/>
          <p:cNvSpPr/>
          <p:nvPr/>
        </p:nvSpPr>
        <p:spPr>
          <a:xfrm rot="2700000">
            <a:off x="8469812" y="2736064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-547200" y="-262600"/>
            <a:ext cx="2754403" cy="2463323"/>
          </a:xfrm>
          <a:custGeom>
            <a:avLst/>
            <a:gdLst/>
            <a:ahLst/>
            <a:cxnLst/>
            <a:rect l="l" t="t" r="r" b="b"/>
            <a:pathLst>
              <a:path w="98100" h="87733" extrusionOk="0">
                <a:moveTo>
                  <a:pt x="481" y="87733"/>
                </a:moveTo>
                <a:cubicBezTo>
                  <a:pt x="481" y="82568"/>
                  <a:pt x="-1148" y="76585"/>
                  <a:pt x="1717" y="72287"/>
                </a:cubicBezTo>
                <a:cubicBezTo>
                  <a:pt x="4347" y="68342"/>
                  <a:pt x="9216" y="66376"/>
                  <a:pt x="13456" y="64255"/>
                </a:cubicBezTo>
                <a:cubicBezTo>
                  <a:pt x="24379" y="58792"/>
                  <a:pt x="39435" y="66831"/>
                  <a:pt x="49908" y="60548"/>
                </a:cubicBezTo>
                <a:cubicBezTo>
                  <a:pt x="54161" y="57997"/>
                  <a:pt x="57575" y="53863"/>
                  <a:pt x="59794" y="49427"/>
                </a:cubicBezTo>
                <a:cubicBezTo>
                  <a:pt x="62600" y="43816"/>
                  <a:pt x="61828" y="35355"/>
                  <a:pt x="67208" y="32128"/>
                </a:cubicBezTo>
                <a:cubicBezTo>
                  <a:pt x="73977" y="28067"/>
                  <a:pt x="83428" y="30217"/>
                  <a:pt x="90068" y="25949"/>
                </a:cubicBezTo>
                <a:cubicBezTo>
                  <a:pt x="97685" y="21053"/>
                  <a:pt x="98100" y="9055"/>
                  <a:pt x="9810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2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2174850" y="2396000"/>
            <a:ext cx="4794300" cy="7635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" name="Google Shape;45;p3"/>
          <p:cNvSpPr txBox="1">
            <a:spLocks noGrp="1"/>
          </p:cNvSpPr>
          <p:nvPr>
            <p:ph type="title" idx="2" hasCustomPrompt="1"/>
          </p:nvPr>
        </p:nvSpPr>
        <p:spPr>
          <a:xfrm>
            <a:off x="2174850" y="1367000"/>
            <a:ext cx="4794300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" name="Google Shape;46;p3"/>
          <p:cNvSpPr txBox="1">
            <a:spLocks noGrp="1"/>
          </p:cNvSpPr>
          <p:nvPr>
            <p:ph type="subTitle" idx="1"/>
          </p:nvPr>
        </p:nvSpPr>
        <p:spPr>
          <a:xfrm>
            <a:off x="2174850" y="3159200"/>
            <a:ext cx="47943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116600" y="-695025"/>
            <a:ext cx="3799600" cy="3784250"/>
          </a:xfrm>
          <a:custGeom>
            <a:avLst/>
            <a:gdLst/>
            <a:ahLst/>
            <a:cxnLst/>
            <a:rect l="l" t="t" r="r" b="b"/>
            <a:pathLst>
              <a:path w="151984" h="151370" extrusionOk="0">
                <a:moveTo>
                  <a:pt x="148899" y="151370"/>
                </a:moveTo>
                <a:cubicBezTo>
                  <a:pt x="153228" y="142713"/>
                  <a:pt x="152712" y="131229"/>
                  <a:pt x="148899" y="122332"/>
                </a:cubicBezTo>
                <a:cubicBezTo>
                  <a:pt x="144587" y="112271"/>
                  <a:pt x="134570" y="104169"/>
                  <a:pt x="124185" y="100708"/>
                </a:cubicBezTo>
                <a:cubicBezTo>
                  <a:pt x="105803" y="94581"/>
                  <a:pt x="81610" y="109861"/>
                  <a:pt x="66109" y="98236"/>
                </a:cubicBezTo>
                <a:cubicBezTo>
                  <a:pt x="54072" y="89209"/>
                  <a:pt x="59020" y="68507"/>
                  <a:pt x="51280" y="55605"/>
                </a:cubicBezTo>
                <a:cubicBezTo>
                  <a:pt x="47313" y="48992"/>
                  <a:pt x="39688" y="44144"/>
                  <a:pt x="32127" y="42631"/>
                </a:cubicBezTo>
                <a:cubicBezTo>
                  <a:pt x="26313" y="41468"/>
                  <a:pt x="18892" y="41278"/>
                  <a:pt x="15446" y="36453"/>
                </a:cubicBezTo>
                <a:cubicBezTo>
                  <a:pt x="7776" y="25714"/>
                  <a:pt x="9332" y="9332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48" name="Google Shape;48;p3"/>
          <p:cNvSpPr/>
          <p:nvPr/>
        </p:nvSpPr>
        <p:spPr>
          <a:xfrm>
            <a:off x="-440225" y="3270425"/>
            <a:ext cx="3029300" cy="2286000"/>
          </a:xfrm>
          <a:custGeom>
            <a:avLst/>
            <a:gdLst/>
            <a:ahLst/>
            <a:cxnLst/>
            <a:rect l="l" t="t" r="r" b="b"/>
            <a:pathLst>
              <a:path w="121172" h="91440" extrusionOk="0">
                <a:moveTo>
                  <a:pt x="121096" y="91440"/>
                </a:moveTo>
                <a:cubicBezTo>
                  <a:pt x="121096" y="77501"/>
                  <a:pt x="122319" y="59841"/>
                  <a:pt x="111828" y="50662"/>
                </a:cubicBezTo>
                <a:cubicBezTo>
                  <a:pt x="100668" y="40897"/>
                  <a:pt x="81226" y="49879"/>
                  <a:pt x="67962" y="43248"/>
                </a:cubicBezTo>
                <a:cubicBezTo>
                  <a:pt x="53735" y="36136"/>
                  <a:pt x="49941" y="15843"/>
                  <a:pt x="36452" y="7414"/>
                </a:cubicBezTo>
                <a:cubicBezTo>
                  <a:pt x="30211" y="3514"/>
                  <a:pt x="22693" y="1896"/>
                  <a:pt x="15446" y="617"/>
                </a:cubicBezTo>
                <a:cubicBezTo>
                  <a:pt x="10372" y="-279"/>
                  <a:pt x="4610" y="2303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49" name="Google Shape;49;p3"/>
          <p:cNvGrpSpPr/>
          <p:nvPr/>
        </p:nvGrpSpPr>
        <p:grpSpPr>
          <a:xfrm rot="-1800120">
            <a:off x="6782697" y="4404167"/>
            <a:ext cx="932909" cy="1117453"/>
            <a:chOff x="3078800" y="356125"/>
            <a:chExt cx="888200" cy="1063900"/>
          </a:xfrm>
        </p:grpSpPr>
        <p:sp>
          <p:nvSpPr>
            <p:cNvPr id="50" name="Google Shape;50;p3"/>
            <p:cNvSpPr/>
            <p:nvPr/>
          </p:nvSpPr>
          <p:spPr>
            <a:xfrm>
              <a:off x="3837475" y="487050"/>
              <a:ext cx="93500" cy="106800"/>
            </a:xfrm>
            <a:custGeom>
              <a:avLst/>
              <a:gdLst/>
              <a:ahLst/>
              <a:cxnLst/>
              <a:rect l="l" t="t" r="r" b="b"/>
              <a:pathLst>
                <a:path w="3740" h="4272" extrusionOk="0">
                  <a:moveTo>
                    <a:pt x="393" y="1"/>
                  </a:moveTo>
                  <a:cubicBezTo>
                    <a:pt x="287" y="1362"/>
                    <a:pt x="151" y="2721"/>
                    <a:pt x="0" y="4080"/>
                  </a:cubicBezTo>
                  <a:cubicBezTo>
                    <a:pt x="1244" y="4106"/>
                    <a:pt x="2491" y="4171"/>
                    <a:pt x="3740" y="4271"/>
                  </a:cubicBezTo>
                  <a:cubicBezTo>
                    <a:pt x="2596" y="2864"/>
                    <a:pt x="1474" y="1443"/>
                    <a:pt x="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3101175" y="382675"/>
              <a:ext cx="838775" cy="1009075"/>
            </a:xfrm>
            <a:custGeom>
              <a:avLst/>
              <a:gdLst/>
              <a:ahLst/>
              <a:cxnLst/>
              <a:rect l="l" t="t" r="r" b="b"/>
              <a:pathLst>
                <a:path w="33551" h="40363" extrusionOk="0">
                  <a:moveTo>
                    <a:pt x="14527" y="6086"/>
                  </a:moveTo>
                  <a:cubicBezTo>
                    <a:pt x="14534" y="6086"/>
                    <a:pt x="14542" y="6087"/>
                    <a:pt x="14549" y="6087"/>
                  </a:cubicBezTo>
                  <a:cubicBezTo>
                    <a:pt x="17818" y="6382"/>
                    <a:pt x="21203" y="6815"/>
                    <a:pt x="24416" y="7473"/>
                  </a:cubicBezTo>
                  <a:cubicBezTo>
                    <a:pt x="24726" y="7535"/>
                    <a:pt x="24666" y="8041"/>
                    <a:pt x="24365" y="8041"/>
                  </a:cubicBezTo>
                  <a:cubicBezTo>
                    <a:pt x="24356" y="8041"/>
                    <a:pt x="24348" y="8040"/>
                    <a:pt x="24340" y="8040"/>
                  </a:cubicBezTo>
                  <a:cubicBezTo>
                    <a:pt x="21067" y="7760"/>
                    <a:pt x="17705" y="7219"/>
                    <a:pt x="14485" y="6573"/>
                  </a:cubicBezTo>
                  <a:cubicBezTo>
                    <a:pt x="14217" y="6522"/>
                    <a:pt x="14269" y="6086"/>
                    <a:pt x="14527" y="6086"/>
                  </a:cubicBezTo>
                  <a:close/>
                  <a:moveTo>
                    <a:pt x="9471" y="9366"/>
                  </a:moveTo>
                  <a:cubicBezTo>
                    <a:pt x="9480" y="9366"/>
                    <a:pt x="9489" y="9366"/>
                    <a:pt x="9499" y="9367"/>
                  </a:cubicBezTo>
                  <a:cubicBezTo>
                    <a:pt x="12463" y="9733"/>
                    <a:pt x="15420" y="10092"/>
                    <a:pt x="18375" y="10521"/>
                  </a:cubicBezTo>
                  <a:cubicBezTo>
                    <a:pt x="21512" y="10975"/>
                    <a:pt x="24813" y="11222"/>
                    <a:pt x="27878" y="12028"/>
                  </a:cubicBezTo>
                  <a:cubicBezTo>
                    <a:pt x="28174" y="12106"/>
                    <a:pt x="28116" y="12566"/>
                    <a:pt x="27816" y="12566"/>
                  </a:cubicBezTo>
                  <a:cubicBezTo>
                    <a:pt x="27813" y="12566"/>
                    <a:pt x="27809" y="12566"/>
                    <a:pt x="27806" y="12566"/>
                  </a:cubicBezTo>
                  <a:cubicBezTo>
                    <a:pt x="24854" y="12470"/>
                    <a:pt x="21851" y="11822"/>
                    <a:pt x="18930" y="11394"/>
                  </a:cubicBezTo>
                  <a:cubicBezTo>
                    <a:pt x="15753" y="10927"/>
                    <a:pt x="12595" y="10399"/>
                    <a:pt x="9432" y="9865"/>
                  </a:cubicBezTo>
                  <a:cubicBezTo>
                    <a:pt x="9159" y="9819"/>
                    <a:pt x="9215" y="9366"/>
                    <a:pt x="9471" y="9366"/>
                  </a:cubicBezTo>
                  <a:close/>
                  <a:moveTo>
                    <a:pt x="9072" y="13359"/>
                  </a:moveTo>
                  <a:cubicBezTo>
                    <a:pt x="9081" y="13359"/>
                    <a:pt x="9090" y="13359"/>
                    <a:pt x="9099" y="13360"/>
                  </a:cubicBezTo>
                  <a:cubicBezTo>
                    <a:pt x="12064" y="13727"/>
                    <a:pt x="15021" y="14085"/>
                    <a:pt x="17975" y="14514"/>
                  </a:cubicBezTo>
                  <a:cubicBezTo>
                    <a:pt x="21112" y="14968"/>
                    <a:pt x="24414" y="15215"/>
                    <a:pt x="27481" y="16021"/>
                  </a:cubicBezTo>
                  <a:cubicBezTo>
                    <a:pt x="27775" y="16099"/>
                    <a:pt x="27719" y="16559"/>
                    <a:pt x="27416" y="16559"/>
                  </a:cubicBezTo>
                  <a:cubicBezTo>
                    <a:pt x="27413" y="16559"/>
                    <a:pt x="27410" y="16559"/>
                    <a:pt x="27407" y="16559"/>
                  </a:cubicBezTo>
                  <a:cubicBezTo>
                    <a:pt x="24454" y="16464"/>
                    <a:pt x="21452" y="15815"/>
                    <a:pt x="18531" y="15387"/>
                  </a:cubicBezTo>
                  <a:cubicBezTo>
                    <a:pt x="15353" y="14918"/>
                    <a:pt x="12195" y="14392"/>
                    <a:pt x="9032" y="13858"/>
                  </a:cubicBezTo>
                  <a:cubicBezTo>
                    <a:pt x="8762" y="13812"/>
                    <a:pt x="8815" y="13359"/>
                    <a:pt x="9072" y="13359"/>
                  </a:cubicBezTo>
                  <a:close/>
                  <a:moveTo>
                    <a:pt x="8672" y="16952"/>
                  </a:moveTo>
                  <a:cubicBezTo>
                    <a:pt x="8681" y="16952"/>
                    <a:pt x="8690" y="16953"/>
                    <a:pt x="8700" y="16954"/>
                  </a:cubicBezTo>
                  <a:cubicBezTo>
                    <a:pt x="11664" y="17320"/>
                    <a:pt x="14621" y="17679"/>
                    <a:pt x="17578" y="18107"/>
                  </a:cubicBezTo>
                  <a:cubicBezTo>
                    <a:pt x="20715" y="18562"/>
                    <a:pt x="24017" y="18806"/>
                    <a:pt x="27081" y="19614"/>
                  </a:cubicBezTo>
                  <a:cubicBezTo>
                    <a:pt x="27374" y="19692"/>
                    <a:pt x="27320" y="20151"/>
                    <a:pt x="27021" y="20151"/>
                  </a:cubicBezTo>
                  <a:cubicBezTo>
                    <a:pt x="27017" y="20151"/>
                    <a:pt x="27013" y="20151"/>
                    <a:pt x="27010" y="20150"/>
                  </a:cubicBezTo>
                  <a:lnTo>
                    <a:pt x="27007" y="20150"/>
                  </a:lnTo>
                  <a:cubicBezTo>
                    <a:pt x="24055" y="20057"/>
                    <a:pt x="21052" y="19409"/>
                    <a:pt x="18131" y="18978"/>
                  </a:cubicBezTo>
                  <a:cubicBezTo>
                    <a:pt x="14956" y="18514"/>
                    <a:pt x="11796" y="17985"/>
                    <a:pt x="8633" y="17449"/>
                  </a:cubicBezTo>
                  <a:cubicBezTo>
                    <a:pt x="8362" y="17405"/>
                    <a:pt x="8416" y="16952"/>
                    <a:pt x="8672" y="16952"/>
                  </a:cubicBezTo>
                  <a:close/>
                  <a:moveTo>
                    <a:pt x="8273" y="20945"/>
                  </a:moveTo>
                  <a:cubicBezTo>
                    <a:pt x="8282" y="20945"/>
                    <a:pt x="8291" y="20946"/>
                    <a:pt x="8300" y="20947"/>
                  </a:cubicBezTo>
                  <a:cubicBezTo>
                    <a:pt x="11264" y="21311"/>
                    <a:pt x="14222" y="21670"/>
                    <a:pt x="17179" y="22100"/>
                  </a:cubicBezTo>
                  <a:cubicBezTo>
                    <a:pt x="20313" y="22555"/>
                    <a:pt x="23617" y="22799"/>
                    <a:pt x="26682" y="23608"/>
                  </a:cubicBezTo>
                  <a:cubicBezTo>
                    <a:pt x="26975" y="23686"/>
                    <a:pt x="26920" y="24144"/>
                    <a:pt x="26619" y="24144"/>
                  </a:cubicBezTo>
                  <a:cubicBezTo>
                    <a:pt x="26616" y="24144"/>
                    <a:pt x="26613" y="24144"/>
                    <a:pt x="26610" y="24143"/>
                  </a:cubicBezTo>
                  <a:cubicBezTo>
                    <a:pt x="23655" y="24050"/>
                    <a:pt x="20655" y="23402"/>
                    <a:pt x="17731" y="22971"/>
                  </a:cubicBezTo>
                  <a:cubicBezTo>
                    <a:pt x="14557" y="22505"/>
                    <a:pt x="11398" y="21978"/>
                    <a:pt x="8233" y="21442"/>
                  </a:cubicBezTo>
                  <a:cubicBezTo>
                    <a:pt x="7963" y="21398"/>
                    <a:pt x="8016" y="20945"/>
                    <a:pt x="8273" y="20945"/>
                  </a:cubicBezTo>
                  <a:close/>
                  <a:moveTo>
                    <a:pt x="7074" y="24938"/>
                  </a:moveTo>
                  <a:cubicBezTo>
                    <a:pt x="7084" y="24938"/>
                    <a:pt x="7094" y="24939"/>
                    <a:pt x="7104" y="24940"/>
                  </a:cubicBezTo>
                  <a:cubicBezTo>
                    <a:pt x="10068" y="25304"/>
                    <a:pt x="13023" y="25663"/>
                    <a:pt x="15980" y="26093"/>
                  </a:cubicBezTo>
                  <a:cubicBezTo>
                    <a:pt x="19117" y="26548"/>
                    <a:pt x="22418" y="26792"/>
                    <a:pt x="25483" y="27601"/>
                  </a:cubicBezTo>
                  <a:cubicBezTo>
                    <a:pt x="25779" y="27679"/>
                    <a:pt x="25721" y="28137"/>
                    <a:pt x="25421" y="28137"/>
                  </a:cubicBezTo>
                  <a:cubicBezTo>
                    <a:pt x="25418" y="28137"/>
                    <a:pt x="25415" y="28137"/>
                    <a:pt x="25411" y="28137"/>
                  </a:cubicBezTo>
                  <a:cubicBezTo>
                    <a:pt x="22457" y="28043"/>
                    <a:pt x="19456" y="27393"/>
                    <a:pt x="16533" y="26964"/>
                  </a:cubicBezTo>
                  <a:cubicBezTo>
                    <a:pt x="13358" y="26498"/>
                    <a:pt x="10200" y="25971"/>
                    <a:pt x="7037" y="25435"/>
                  </a:cubicBezTo>
                  <a:cubicBezTo>
                    <a:pt x="6765" y="25389"/>
                    <a:pt x="6817" y="24938"/>
                    <a:pt x="7074" y="24938"/>
                  </a:cubicBezTo>
                  <a:close/>
                  <a:moveTo>
                    <a:pt x="6228" y="28474"/>
                  </a:moveTo>
                  <a:cubicBezTo>
                    <a:pt x="8236" y="28481"/>
                    <a:pt x="10496" y="28852"/>
                    <a:pt x="12439" y="29347"/>
                  </a:cubicBezTo>
                  <a:cubicBezTo>
                    <a:pt x="12737" y="29423"/>
                    <a:pt x="12678" y="29891"/>
                    <a:pt x="12376" y="29891"/>
                  </a:cubicBezTo>
                  <a:cubicBezTo>
                    <a:pt x="12373" y="29891"/>
                    <a:pt x="12369" y="29890"/>
                    <a:pt x="12365" y="29890"/>
                  </a:cubicBezTo>
                  <a:cubicBezTo>
                    <a:pt x="10348" y="29804"/>
                    <a:pt x="8099" y="29515"/>
                    <a:pt x="6166" y="28940"/>
                  </a:cubicBezTo>
                  <a:cubicBezTo>
                    <a:pt x="5910" y="28864"/>
                    <a:pt x="5960" y="28474"/>
                    <a:pt x="6228" y="28474"/>
                  </a:cubicBezTo>
                  <a:close/>
                  <a:moveTo>
                    <a:pt x="5927" y="30224"/>
                  </a:moveTo>
                  <a:cubicBezTo>
                    <a:pt x="5942" y="30224"/>
                    <a:pt x="5957" y="30225"/>
                    <a:pt x="5972" y="30228"/>
                  </a:cubicBezTo>
                  <a:cubicBezTo>
                    <a:pt x="7635" y="30460"/>
                    <a:pt x="9343" y="30625"/>
                    <a:pt x="10961" y="31091"/>
                  </a:cubicBezTo>
                  <a:cubicBezTo>
                    <a:pt x="11237" y="31171"/>
                    <a:pt x="11197" y="31611"/>
                    <a:pt x="10910" y="31611"/>
                  </a:cubicBezTo>
                  <a:cubicBezTo>
                    <a:pt x="10904" y="31611"/>
                    <a:pt x="10897" y="31611"/>
                    <a:pt x="10891" y="31610"/>
                  </a:cubicBezTo>
                  <a:cubicBezTo>
                    <a:pt x="9185" y="31510"/>
                    <a:pt x="7496" y="31094"/>
                    <a:pt x="5826" y="30754"/>
                  </a:cubicBezTo>
                  <a:cubicBezTo>
                    <a:pt x="5491" y="30685"/>
                    <a:pt x="5619" y="30224"/>
                    <a:pt x="5927" y="30224"/>
                  </a:cubicBezTo>
                  <a:close/>
                  <a:moveTo>
                    <a:pt x="6802" y="1"/>
                  </a:moveTo>
                  <a:cubicBezTo>
                    <a:pt x="5819" y="5692"/>
                    <a:pt x="4664" y="11356"/>
                    <a:pt x="3565" y="17023"/>
                  </a:cubicBezTo>
                  <a:cubicBezTo>
                    <a:pt x="2403" y="23026"/>
                    <a:pt x="1501" y="29175"/>
                    <a:pt x="1" y="35116"/>
                  </a:cubicBezTo>
                  <a:cubicBezTo>
                    <a:pt x="5482" y="36041"/>
                    <a:pt x="10941" y="37116"/>
                    <a:pt x="16394" y="38173"/>
                  </a:cubicBezTo>
                  <a:cubicBezTo>
                    <a:pt x="20083" y="38893"/>
                    <a:pt x="23777" y="39601"/>
                    <a:pt x="27459" y="40362"/>
                  </a:cubicBezTo>
                  <a:cubicBezTo>
                    <a:pt x="28318" y="34393"/>
                    <a:pt x="29818" y="28424"/>
                    <a:pt x="30979" y="22538"/>
                  </a:cubicBezTo>
                  <a:cubicBezTo>
                    <a:pt x="31835" y="18186"/>
                    <a:pt x="32666" y="13822"/>
                    <a:pt x="33551" y="9473"/>
                  </a:cubicBezTo>
                  <a:cubicBezTo>
                    <a:pt x="32154" y="9358"/>
                    <a:pt x="30754" y="9250"/>
                    <a:pt x="29352" y="9145"/>
                  </a:cubicBezTo>
                  <a:lnTo>
                    <a:pt x="28388" y="9073"/>
                  </a:lnTo>
                  <a:lnTo>
                    <a:pt x="28471" y="8245"/>
                  </a:lnTo>
                  <a:cubicBezTo>
                    <a:pt x="28625" y="6664"/>
                    <a:pt x="28804" y="5082"/>
                    <a:pt x="29022" y="3513"/>
                  </a:cubicBezTo>
                  <a:cubicBezTo>
                    <a:pt x="25203" y="3082"/>
                    <a:pt x="21366" y="2245"/>
                    <a:pt x="17607" y="1654"/>
                  </a:cubicBezTo>
                  <a:cubicBezTo>
                    <a:pt x="14033" y="1089"/>
                    <a:pt x="10389" y="644"/>
                    <a:pt x="68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3101175" y="469950"/>
              <a:ext cx="838775" cy="921800"/>
            </a:xfrm>
            <a:custGeom>
              <a:avLst/>
              <a:gdLst/>
              <a:ahLst/>
              <a:cxnLst/>
              <a:rect l="l" t="t" r="r" b="b"/>
              <a:pathLst>
                <a:path w="33551" h="36872" extrusionOk="0">
                  <a:moveTo>
                    <a:pt x="28835" y="0"/>
                  </a:moveTo>
                  <a:cubicBezTo>
                    <a:pt x="28737" y="811"/>
                    <a:pt x="28359" y="1656"/>
                    <a:pt x="28101" y="2345"/>
                  </a:cubicBezTo>
                  <a:cubicBezTo>
                    <a:pt x="27589" y="3711"/>
                    <a:pt x="26811" y="5235"/>
                    <a:pt x="26768" y="6721"/>
                  </a:cubicBezTo>
                  <a:cubicBezTo>
                    <a:pt x="26741" y="7692"/>
                    <a:pt x="27204" y="7955"/>
                    <a:pt x="27837" y="7955"/>
                  </a:cubicBezTo>
                  <a:cubicBezTo>
                    <a:pt x="28583" y="7955"/>
                    <a:pt x="29564" y="7589"/>
                    <a:pt x="30256" y="7589"/>
                  </a:cubicBezTo>
                  <a:cubicBezTo>
                    <a:pt x="30288" y="7589"/>
                    <a:pt x="30319" y="7590"/>
                    <a:pt x="30350" y="7592"/>
                  </a:cubicBezTo>
                  <a:cubicBezTo>
                    <a:pt x="31809" y="7666"/>
                    <a:pt x="31185" y="9329"/>
                    <a:pt x="30897" y="10121"/>
                  </a:cubicBezTo>
                  <a:cubicBezTo>
                    <a:pt x="29933" y="12784"/>
                    <a:pt x="29452" y="15607"/>
                    <a:pt x="28943" y="18384"/>
                  </a:cubicBezTo>
                  <a:cubicBezTo>
                    <a:pt x="28459" y="21016"/>
                    <a:pt x="27885" y="23598"/>
                    <a:pt x="27086" y="26155"/>
                  </a:cubicBezTo>
                  <a:cubicBezTo>
                    <a:pt x="26553" y="27868"/>
                    <a:pt x="25971" y="29813"/>
                    <a:pt x="24758" y="31187"/>
                  </a:cubicBezTo>
                  <a:cubicBezTo>
                    <a:pt x="23977" y="32070"/>
                    <a:pt x="23132" y="32332"/>
                    <a:pt x="22210" y="32332"/>
                  </a:cubicBezTo>
                  <a:cubicBezTo>
                    <a:pt x="21475" y="32332"/>
                    <a:pt x="20691" y="32165"/>
                    <a:pt x="19854" y="32014"/>
                  </a:cubicBezTo>
                  <a:cubicBezTo>
                    <a:pt x="15205" y="31172"/>
                    <a:pt x="10508" y="30656"/>
                    <a:pt x="5829" y="30033"/>
                  </a:cubicBezTo>
                  <a:cubicBezTo>
                    <a:pt x="4207" y="29818"/>
                    <a:pt x="2549" y="29574"/>
                    <a:pt x="984" y="29079"/>
                  </a:cubicBezTo>
                  <a:cubicBezTo>
                    <a:pt x="881" y="29045"/>
                    <a:pt x="759" y="29007"/>
                    <a:pt x="627" y="28966"/>
                  </a:cubicBezTo>
                  <a:cubicBezTo>
                    <a:pt x="429" y="29856"/>
                    <a:pt x="223" y="30742"/>
                    <a:pt x="1" y="31625"/>
                  </a:cubicBezTo>
                  <a:cubicBezTo>
                    <a:pt x="5482" y="32550"/>
                    <a:pt x="10941" y="33625"/>
                    <a:pt x="16394" y="34685"/>
                  </a:cubicBezTo>
                  <a:cubicBezTo>
                    <a:pt x="20083" y="35402"/>
                    <a:pt x="23777" y="36113"/>
                    <a:pt x="27459" y="36871"/>
                  </a:cubicBezTo>
                  <a:cubicBezTo>
                    <a:pt x="28316" y="30902"/>
                    <a:pt x="29818" y="24933"/>
                    <a:pt x="30979" y="19047"/>
                  </a:cubicBezTo>
                  <a:cubicBezTo>
                    <a:pt x="31835" y="14695"/>
                    <a:pt x="32666" y="10334"/>
                    <a:pt x="33551" y="5984"/>
                  </a:cubicBezTo>
                  <a:cubicBezTo>
                    <a:pt x="32154" y="5867"/>
                    <a:pt x="30754" y="5759"/>
                    <a:pt x="29352" y="5654"/>
                  </a:cubicBezTo>
                  <a:lnTo>
                    <a:pt x="28388" y="5582"/>
                  </a:lnTo>
                  <a:lnTo>
                    <a:pt x="28471" y="4754"/>
                  </a:lnTo>
                  <a:cubicBezTo>
                    <a:pt x="28625" y="3173"/>
                    <a:pt x="28804" y="1591"/>
                    <a:pt x="29022" y="22"/>
                  </a:cubicBezTo>
                  <a:cubicBezTo>
                    <a:pt x="28960" y="17"/>
                    <a:pt x="28897" y="8"/>
                    <a:pt x="28835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3078800" y="356125"/>
              <a:ext cx="888200" cy="1063900"/>
            </a:xfrm>
            <a:custGeom>
              <a:avLst/>
              <a:gdLst/>
              <a:ahLst/>
              <a:cxnLst/>
              <a:rect l="l" t="t" r="r" b="b"/>
              <a:pathLst>
                <a:path w="35528" h="42556" extrusionOk="0">
                  <a:moveTo>
                    <a:pt x="30740" y="5238"/>
                  </a:moveTo>
                  <a:cubicBezTo>
                    <a:pt x="31821" y="6680"/>
                    <a:pt x="32943" y="8101"/>
                    <a:pt x="34087" y="9508"/>
                  </a:cubicBezTo>
                  <a:cubicBezTo>
                    <a:pt x="32840" y="9408"/>
                    <a:pt x="31591" y="9343"/>
                    <a:pt x="30347" y="9319"/>
                  </a:cubicBezTo>
                  <a:cubicBezTo>
                    <a:pt x="30498" y="7958"/>
                    <a:pt x="30634" y="6599"/>
                    <a:pt x="30740" y="5238"/>
                  </a:cubicBezTo>
                  <a:close/>
                  <a:moveTo>
                    <a:pt x="7697" y="1063"/>
                  </a:moveTo>
                  <a:cubicBezTo>
                    <a:pt x="11284" y="1706"/>
                    <a:pt x="14928" y="2151"/>
                    <a:pt x="18504" y="2716"/>
                  </a:cubicBezTo>
                  <a:cubicBezTo>
                    <a:pt x="22261" y="3307"/>
                    <a:pt x="26098" y="4144"/>
                    <a:pt x="29917" y="4575"/>
                  </a:cubicBezTo>
                  <a:cubicBezTo>
                    <a:pt x="29701" y="6144"/>
                    <a:pt x="29522" y="7723"/>
                    <a:pt x="29366" y="9307"/>
                  </a:cubicBezTo>
                  <a:lnTo>
                    <a:pt x="29283" y="10135"/>
                  </a:lnTo>
                  <a:lnTo>
                    <a:pt x="30249" y="10204"/>
                  </a:lnTo>
                  <a:cubicBezTo>
                    <a:pt x="31649" y="10312"/>
                    <a:pt x="33049" y="10420"/>
                    <a:pt x="34448" y="10535"/>
                  </a:cubicBezTo>
                  <a:cubicBezTo>
                    <a:pt x="33563" y="14884"/>
                    <a:pt x="32730" y="19246"/>
                    <a:pt x="31874" y="23598"/>
                  </a:cubicBezTo>
                  <a:lnTo>
                    <a:pt x="31874" y="23600"/>
                  </a:lnTo>
                  <a:cubicBezTo>
                    <a:pt x="30716" y="29486"/>
                    <a:pt x="29213" y="35455"/>
                    <a:pt x="28357" y="41424"/>
                  </a:cubicBezTo>
                  <a:cubicBezTo>
                    <a:pt x="24672" y="40666"/>
                    <a:pt x="20978" y="39955"/>
                    <a:pt x="17291" y="39235"/>
                  </a:cubicBezTo>
                  <a:cubicBezTo>
                    <a:pt x="11839" y="38178"/>
                    <a:pt x="6377" y="37103"/>
                    <a:pt x="896" y="36178"/>
                  </a:cubicBezTo>
                  <a:cubicBezTo>
                    <a:pt x="2396" y="30237"/>
                    <a:pt x="3300" y="24086"/>
                    <a:pt x="4460" y="18085"/>
                  </a:cubicBezTo>
                  <a:cubicBezTo>
                    <a:pt x="5559" y="12415"/>
                    <a:pt x="6714" y="6754"/>
                    <a:pt x="7697" y="1063"/>
                  </a:cubicBezTo>
                  <a:close/>
                  <a:moveTo>
                    <a:pt x="7135" y="0"/>
                  </a:moveTo>
                  <a:lnTo>
                    <a:pt x="6934" y="924"/>
                  </a:lnTo>
                  <a:cubicBezTo>
                    <a:pt x="5697" y="6673"/>
                    <a:pt x="4635" y="12461"/>
                    <a:pt x="3511" y="18231"/>
                  </a:cubicBezTo>
                  <a:cubicBezTo>
                    <a:pt x="2365" y="24136"/>
                    <a:pt x="934" y="30077"/>
                    <a:pt x="113" y="36048"/>
                  </a:cubicBezTo>
                  <a:lnTo>
                    <a:pt x="1" y="36910"/>
                  </a:lnTo>
                  <a:lnTo>
                    <a:pt x="673" y="37041"/>
                  </a:lnTo>
                  <a:cubicBezTo>
                    <a:pt x="6126" y="38092"/>
                    <a:pt x="11595" y="39063"/>
                    <a:pt x="17045" y="40125"/>
                  </a:cubicBezTo>
                  <a:cubicBezTo>
                    <a:pt x="20775" y="40852"/>
                    <a:pt x="24500" y="41620"/>
                    <a:pt x="28228" y="42374"/>
                  </a:cubicBezTo>
                  <a:lnTo>
                    <a:pt x="29125" y="42556"/>
                  </a:lnTo>
                  <a:lnTo>
                    <a:pt x="29362" y="41637"/>
                  </a:lnTo>
                  <a:cubicBezTo>
                    <a:pt x="30845" y="35675"/>
                    <a:pt x="31704" y="29459"/>
                    <a:pt x="32862" y="23461"/>
                  </a:cubicBezTo>
                  <a:cubicBezTo>
                    <a:pt x="33666" y="19301"/>
                    <a:pt x="34496" y="15138"/>
                    <a:pt x="35278" y="10968"/>
                  </a:cubicBezTo>
                  <a:lnTo>
                    <a:pt x="35343" y="10614"/>
                  </a:lnTo>
                  <a:lnTo>
                    <a:pt x="35522" y="9640"/>
                  </a:lnTo>
                  <a:lnTo>
                    <a:pt x="35527" y="9616"/>
                  </a:lnTo>
                  <a:lnTo>
                    <a:pt x="34821" y="8709"/>
                  </a:lnTo>
                  <a:cubicBezTo>
                    <a:pt x="33759" y="7365"/>
                    <a:pt x="32673" y="6037"/>
                    <a:pt x="31565" y="4738"/>
                  </a:cubicBezTo>
                  <a:lnTo>
                    <a:pt x="30835" y="3893"/>
                  </a:lnTo>
                  <a:lnTo>
                    <a:pt x="30058" y="3568"/>
                  </a:lnTo>
                  <a:lnTo>
                    <a:pt x="29405" y="3431"/>
                  </a:lnTo>
                  <a:cubicBezTo>
                    <a:pt x="25629" y="2706"/>
                    <a:pt x="21722" y="2326"/>
                    <a:pt x="17971" y="1735"/>
                  </a:cubicBezTo>
                  <a:cubicBezTo>
                    <a:pt x="14619" y="1209"/>
                    <a:pt x="11243" y="565"/>
                    <a:pt x="7863" y="101"/>
                  </a:cubicBezTo>
                  <a:lnTo>
                    <a:pt x="71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3456575" y="534825"/>
              <a:ext cx="262775" cy="48875"/>
            </a:xfrm>
            <a:custGeom>
              <a:avLst/>
              <a:gdLst/>
              <a:ahLst/>
              <a:cxnLst/>
              <a:rect l="l" t="t" r="r" b="b"/>
              <a:pathLst>
                <a:path w="10511" h="1955" extrusionOk="0">
                  <a:moveTo>
                    <a:pt x="315" y="0"/>
                  </a:moveTo>
                  <a:cubicBezTo>
                    <a:pt x="55" y="0"/>
                    <a:pt x="1" y="436"/>
                    <a:pt x="269" y="487"/>
                  </a:cubicBezTo>
                  <a:cubicBezTo>
                    <a:pt x="3489" y="1133"/>
                    <a:pt x="6851" y="1674"/>
                    <a:pt x="10124" y="1954"/>
                  </a:cubicBezTo>
                  <a:cubicBezTo>
                    <a:pt x="10131" y="1954"/>
                    <a:pt x="10139" y="1954"/>
                    <a:pt x="10147" y="1954"/>
                  </a:cubicBezTo>
                  <a:cubicBezTo>
                    <a:pt x="10450" y="1954"/>
                    <a:pt x="10511" y="1450"/>
                    <a:pt x="10200" y="1387"/>
                  </a:cubicBezTo>
                  <a:cubicBezTo>
                    <a:pt x="6987" y="729"/>
                    <a:pt x="3602" y="293"/>
                    <a:pt x="336" y="1"/>
                  </a:cubicBezTo>
                  <a:cubicBezTo>
                    <a:pt x="329" y="1"/>
                    <a:pt x="322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330200" y="616800"/>
              <a:ext cx="475350" cy="80050"/>
            </a:xfrm>
            <a:custGeom>
              <a:avLst/>
              <a:gdLst/>
              <a:ahLst/>
              <a:cxnLst/>
              <a:rect l="l" t="t" r="r" b="b"/>
              <a:pathLst>
                <a:path w="19014" h="3202" extrusionOk="0">
                  <a:moveTo>
                    <a:pt x="310" y="1"/>
                  </a:moveTo>
                  <a:cubicBezTo>
                    <a:pt x="54" y="1"/>
                    <a:pt x="0" y="454"/>
                    <a:pt x="271" y="500"/>
                  </a:cubicBezTo>
                  <a:cubicBezTo>
                    <a:pt x="3434" y="1034"/>
                    <a:pt x="6592" y="1562"/>
                    <a:pt x="9769" y="2029"/>
                  </a:cubicBezTo>
                  <a:cubicBezTo>
                    <a:pt x="12690" y="2457"/>
                    <a:pt x="15693" y="3105"/>
                    <a:pt x="18648" y="3201"/>
                  </a:cubicBezTo>
                  <a:cubicBezTo>
                    <a:pt x="18651" y="3201"/>
                    <a:pt x="18654" y="3201"/>
                    <a:pt x="18657" y="3201"/>
                  </a:cubicBezTo>
                  <a:cubicBezTo>
                    <a:pt x="18955" y="3201"/>
                    <a:pt x="19013" y="2741"/>
                    <a:pt x="18719" y="2665"/>
                  </a:cubicBezTo>
                  <a:lnTo>
                    <a:pt x="18719" y="2663"/>
                  </a:lnTo>
                  <a:cubicBezTo>
                    <a:pt x="15652" y="1857"/>
                    <a:pt x="12351" y="1610"/>
                    <a:pt x="9214" y="1156"/>
                  </a:cubicBezTo>
                  <a:cubicBezTo>
                    <a:pt x="6259" y="727"/>
                    <a:pt x="3302" y="368"/>
                    <a:pt x="338" y="2"/>
                  </a:cubicBezTo>
                  <a:cubicBezTo>
                    <a:pt x="328" y="1"/>
                    <a:pt x="319" y="1"/>
                    <a:pt x="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320200" y="716625"/>
              <a:ext cx="475350" cy="80050"/>
            </a:xfrm>
            <a:custGeom>
              <a:avLst/>
              <a:gdLst/>
              <a:ahLst/>
              <a:cxnLst/>
              <a:rect l="l" t="t" r="r" b="b"/>
              <a:pathLst>
                <a:path w="19014" h="3202" extrusionOk="0">
                  <a:moveTo>
                    <a:pt x="311" y="1"/>
                  </a:moveTo>
                  <a:cubicBezTo>
                    <a:pt x="54" y="1"/>
                    <a:pt x="1" y="454"/>
                    <a:pt x="271" y="500"/>
                  </a:cubicBezTo>
                  <a:cubicBezTo>
                    <a:pt x="3434" y="1034"/>
                    <a:pt x="6592" y="1560"/>
                    <a:pt x="9770" y="2029"/>
                  </a:cubicBezTo>
                  <a:cubicBezTo>
                    <a:pt x="12691" y="2457"/>
                    <a:pt x="15693" y="3106"/>
                    <a:pt x="18646" y="3201"/>
                  </a:cubicBezTo>
                  <a:cubicBezTo>
                    <a:pt x="18649" y="3201"/>
                    <a:pt x="18652" y="3201"/>
                    <a:pt x="18655" y="3201"/>
                  </a:cubicBezTo>
                  <a:cubicBezTo>
                    <a:pt x="18958" y="3201"/>
                    <a:pt x="19014" y="2741"/>
                    <a:pt x="18720" y="2663"/>
                  </a:cubicBezTo>
                  <a:cubicBezTo>
                    <a:pt x="15655" y="1857"/>
                    <a:pt x="12351" y="1610"/>
                    <a:pt x="9217" y="1156"/>
                  </a:cubicBezTo>
                  <a:cubicBezTo>
                    <a:pt x="6260" y="727"/>
                    <a:pt x="3303" y="369"/>
                    <a:pt x="338" y="2"/>
                  </a:cubicBezTo>
                  <a:cubicBezTo>
                    <a:pt x="329" y="1"/>
                    <a:pt x="320" y="1"/>
                    <a:pt x="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3310225" y="806475"/>
              <a:ext cx="475325" cy="79975"/>
            </a:xfrm>
            <a:custGeom>
              <a:avLst/>
              <a:gdLst/>
              <a:ahLst/>
              <a:cxnLst/>
              <a:rect l="l" t="t" r="r" b="b"/>
              <a:pathLst>
                <a:path w="19013" h="3199" extrusionOk="0">
                  <a:moveTo>
                    <a:pt x="310" y="0"/>
                  </a:moveTo>
                  <a:cubicBezTo>
                    <a:pt x="54" y="0"/>
                    <a:pt x="0" y="453"/>
                    <a:pt x="271" y="497"/>
                  </a:cubicBezTo>
                  <a:cubicBezTo>
                    <a:pt x="3434" y="1033"/>
                    <a:pt x="6594" y="1560"/>
                    <a:pt x="9769" y="2026"/>
                  </a:cubicBezTo>
                  <a:cubicBezTo>
                    <a:pt x="12690" y="2457"/>
                    <a:pt x="15693" y="3105"/>
                    <a:pt x="18645" y="3198"/>
                  </a:cubicBezTo>
                  <a:cubicBezTo>
                    <a:pt x="18649" y="3199"/>
                    <a:pt x="18653" y="3199"/>
                    <a:pt x="18657" y="3199"/>
                  </a:cubicBezTo>
                  <a:cubicBezTo>
                    <a:pt x="18958" y="3199"/>
                    <a:pt x="19012" y="2740"/>
                    <a:pt x="18719" y="2662"/>
                  </a:cubicBezTo>
                  <a:cubicBezTo>
                    <a:pt x="15655" y="1854"/>
                    <a:pt x="12351" y="1610"/>
                    <a:pt x="9216" y="1155"/>
                  </a:cubicBezTo>
                  <a:cubicBezTo>
                    <a:pt x="6259" y="727"/>
                    <a:pt x="3302" y="368"/>
                    <a:pt x="338" y="2"/>
                  </a:cubicBezTo>
                  <a:cubicBezTo>
                    <a:pt x="328" y="1"/>
                    <a:pt x="319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300225" y="906300"/>
              <a:ext cx="475350" cy="79975"/>
            </a:xfrm>
            <a:custGeom>
              <a:avLst/>
              <a:gdLst/>
              <a:ahLst/>
              <a:cxnLst/>
              <a:rect l="l" t="t" r="r" b="b"/>
              <a:pathLst>
                <a:path w="19014" h="3199" extrusionOk="0">
                  <a:moveTo>
                    <a:pt x="311" y="0"/>
                  </a:moveTo>
                  <a:cubicBezTo>
                    <a:pt x="54" y="0"/>
                    <a:pt x="1" y="453"/>
                    <a:pt x="271" y="497"/>
                  </a:cubicBezTo>
                  <a:cubicBezTo>
                    <a:pt x="3436" y="1033"/>
                    <a:pt x="6595" y="1560"/>
                    <a:pt x="9769" y="2026"/>
                  </a:cubicBezTo>
                  <a:cubicBezTo>
                    <a:pt x="12691" y="2454"/>
                    <a:pt x="15693" y="3105"/>
                    <a:pt x="18648" y="3198"/>
                  </a:cubicBezTo>
                  <a:cubicBezTo>
                    <a:pt x="18651" y="3199"/>
                    <a:pt x="18654" y="3199"/>
                    <a:pt x="18657" y="3199"/>
                  </a:cubicBezTo>
                  <a:cubicBezTo>
                    <a:pt x="18958" y="3199"/>
                    <a:pt x="19013" y="2741"/>
                    <a:pt x="18720" y="2663"/>
                  </a:cubicBezTo>
                  <a:cubicBezTo>
                    <a:pt x="15655" y="1854"/>
                    <a:pt x="12351" y="1610"/>
                    <a:pt x="9217" y="1155"/>
                  </a:cubicBezTo>
                  <a:cubicBezTo>
                    <a:pt x="6260" y="727"/>
                    <a:pt x="3302" y="366"/>
                    <a:pt x="338" y="2"/>
                  </a:cubicBezTo>
                  <a:cubicBezTo>
                    <a:pt x="329" y="1"/>
                    <a:pt x="320" y="0"/>
                    <a:pt x="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270275" y="1006125"/>
              <a:ext cx="475400" cy="79975"/>
            </a:xfrm>
            <a:custGeom>
              <a:avLst/>
              <a:gdLst/>
              <a:ahLst/>
              <a:cxnLst/>
              <a:rect l="l" t="t" r="r" b="b"/>
              <a:pathLst>
                <a:path w="19016" h="3199" extrusionOk="0">
                  <a:moveTo>
                    <a:pt x="312" y="1"/>
                  </a:moveTo>
                  <a:cubicBezTo>
                    <a:pt x="53" y="1"/>
                    <a:pt x="0" y="453"/>
                    <a:pt x="273" y="497"/>
                  </a:cubicBezTo>
                  <a:cubicBezTo>
                    <a:pt x="3436" y="1033"/>
                    <a:pt x="6594" y="1560"/>
                    <a:pt x="9769" y="2026"/>
                  </a:cubicBezTo>
                  <a:cubicBezTo>
                    <a:pt x="12692" y="2455"/>
                    <a:pt x="15693" y="3105"/>
                    <a:pt x="18647" y="3199"/>
                  </a:cubicBezTo>
                  <a:cubicBezTo>
                    <a:pt x="18651" y="3199"/>
                    <a:pt x="18654" y="3199"/>
                    <a:pt x="18657" y="3199"/>
                  </a:cubicBezTo>
                  <a:cubicBezTo>
                    <a:pt x="18957" y="3199"/>
                    <a:pt x="19015" y="2741"/>
                    <a:pt x="18719" y="2663"/>
                  </a:cubicBezTo>
                  <a:cubicBezTo>
                    <a:pt x="15654" y="1854"/>
                    <a:pt x="12353" y="1610"/>
                    <a:pt x="9216" y="1155"/>
                  </a:cubicBezTo>
                  <a:cubicBezTo>
                    <a:pt x="6261" y="725"/>
                    <a:pt x="3304" y="366"/>
                    <a:pt x="340" y="2"/>
                  </a:cubicBezTo>
                  <a:cubicBezTo>
                    <a:pt x="330" y="1"/>
                    <a:pt x="321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3248925" y="1094500"/>
              <a:ext cx="170675" cy="35450"/>
            </a:xfrm>
            <a:custGeom>
              <a:avLst/>
              <a:gdLst/>
              <a:ahLst/>
              <a:cxnLst/>
              <a:rect l="l" t="t" r="r" b="b"/>
              <a:pathLst>
                <a:path w="6827" h="1418" extrusionOk="0">
                  <a:moveTo>
                    <a:pt x="318" y="1"/>
                  </a:moveTo>
                  <a:cubicBezTo>
                    <a:pt x="48" y="1"/>
                    <a:pt x="0" y="391"/>
                    <a:pt x="256" y="467"/>
                  </a:cubicBezTo>
                  <a:cubicBezTo>
                    <a:pt x="2189" y="1042"/>
                    <a:pt x="4438" y="1331"/>
                    <a:pt x="6455" y="1417"/>
                  </a:cubicBezTo>
                  <a:cubicBezTo>
                    <a:pt x="6459" y="1417"/>
                    <a:pt x="6463" y="1418"/>
                    <a:pt x="6467" y="1418"/>
                  </a:cubicBezTo>
                  <a:cubicBezTo>
                    <a:pt x="6770" y="1418"/>
                    <a:pt x="6827" y="950"/>
                    <a:pt x="6529" y="874"/>
                  </a:cubicBezTo>
                  <a:cubicBezTo>
                    <a:pt x="4586" y="379"/>
                    <a:pt x="2326" y="8"/>
                    <a:pt x="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3238400" y="1138225"/>
              <a:ext cx="143725" cy="34750"/>
            </a:xfrm>
            <a:custGeom>
              <a:avLst/>
              <a:gdLst/>
              <a:ahLst/>
              <a:cxnLst/>
              <a:rect l="l" t="t" r="r" b="b"/>
              <a:pathLst>
                <a:path w="5749" h="1390" extrusionOk="0">
                  <a:moveTo>
                    <a:pt x="440" y="0"/>
                  </a:moveTo>
                  <a:cubicBezTo>
                    <a:pt x="131" y="0"/>
                    <a:pt x="1" y="463"/>
                    <a:pt x="337" y="530"/>
                  </a:cubicBezTo>
                  <a:cubicBezTo>
                    <a:pt x="2007" y="869"/>
                    <a:pt x="3696" y="1288"/>
                    <a:pt x="5402" y="1388"/>
                  </a:cubicBezTo>
                  <a:cubicBezTo>
                    <a:pt x="5408" y="1389"/>
                    <a:pt x="5415" y="1389"/>
                    <a:pt x="5420" y="1389"/>
                  </a:cubicBezTo>
                  <a:cubicBezTo>
                    <a:pt x="5708" y="1389"/>
                    <a:pt x="5748" y="947"/>
                    <a:pt x="5472" y="869"/>
                  </a:cubicBezTo>
                  <a:cubicBezTo>
                    <a:pt x="3854" y="403"/>
                    <a:pt x="2148" y="238"/>
                    <a:pt x="483" y="3"/>
                  </a:cubicBezTo>
                  <a:cubicBezTo>
                    <a:pt x="469" y="1"/>
                    <a:pt x="454" y="0"/>
                    <a:pt x="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3"/>
          <p:cNvGrpSpPr/>
          <p:nvPr/>
        </p:nvGrpSpPr>
        <p:grpSpPr>
          <a:xfrm>
            <a:off x="8195345" y="4331780"/>
            <a:ext cx="312648" cy="276728"/>
            <a:chOff x="5383800" y="4852900"/>
            <a:chExt cx="297675" cy="263475"/>
          </a:xfrm>
        </p:grpSpPr>
        <p:sp>
          <p:nvSpPr>
            <p:cNvPr id="63" name="Google Shape;63;p3"/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3"/>
          <p:cNvGrpSpPr/>
          <p:nvPr/>
        </p:nvGrpSpPr>
        <p:grpSpPr>
          <a:xfrm rot="-899882">
            <a:off x="173351" y="1430494"/>
            <a:ext cx="879700" cy="866695"/>
            <a:chOff x="1974425" y="3334875"/>
            <a:chExt cx="752575" cy="741450"/>
          </a:xfrm>
        </p:grpSpPr>
        <p:sp>
          <p:nvSpPr>
            <p:cNvPr id="66" name="Google Shape;66;p3"/>
            <p:cNvSpPr/>
            <p:nvPr/>
          </p:nvSpPr>
          <p:spPr>
            <a:xfrm>
              <a:off x="2005525" y="3600075"/>
              <a:ext cx="163600" cy="443750"/>
            </a:xfrm>
            <a:custGeom>
              <a:avLst/>
              <a:gdLst/>
              <a:ahLst/>
              <a:cxnLst/>
              <a:rect l="l" t="t" r="r" b="b"/>
              <a:pathLst>
                <a:path w="6544" h="17750" extrusionOk="0">
                  <a:moveTo>
                    <a:pt x="3454" y="1977"/>
                  </a:moveTo>
                  <a:cubicBezTo>
                    <a:pt x="3469" y="1977"/>
                    <a:pt x="3485" y="1978"/>
                    <a:pt x="3501" y="1979"/>
                  </a:cubicBezTo>
                  <a:cubicBezTo>
                    <a:pt x="3551" y="1979"/>
                    <a:pt x="3587" y="2000"/>
                    <a:pt x="3618" y="2029"/>
                  </a:cubicBezTo>
                  <a:cubicBezTo>
                    <a:pt x="3869" y="2077"/>
                    <a:pt x="4099" y="2254"/>
                    <a:pt x="4206" y="2517"/>
                  </a:cubicBezTo>
                  <a:cubicBezTo>
                    <a:pt x="4410" y="3019"/>
                    <a:pt x="4065" y="3653"/>
                    <a:pt x="3587" y="3811"/>
                  </a:cubicBezTo>
                  <a:cubicBezTo>
                    <a:pt x="3512" y="3836"/>
                    <a:pt x="3436" y="3848"/>
                    <a:pt x="3362" y="3848"/>
                  </a:cubicBezTo>
                  <a:cubicBezTo>
                    <a:pt x="2926" y="3848"/>
                    <a:pt x="2535" y="3443"/>
                    <a:pt x="2527" y="2955"/>
                  </a:cubicBezTo>
                  <a:cubicBezTo>
                    <a:pt x="2518" y="2375"/>
                    <a:pt x="2965" y="1977"/>
                    <a:pt x="3454" y="1977"/>
                  </a:cubicBezTo>
                  <a:close/>
                  <a:moveTo>
                    <a:pt x="4168" y="0"/>
                  </a:moveTo>
                  <a:cubicBezTo>
                    <a:pt x="3137" y="0"/>
                    <a:pt x="1984" y="296"/>
                    <a:pt x="1204" y="510"/>
                  </a:cubicBezTo>
                  <a:cubicBezTo>
                    <a:pt x="292" y="2998"/>
                    <a:pt x="455" y="6252"/>
                    <a:pt x="395" y="8826"/>
                  </a:cubicBezTo>
                  <a:cubicBezTo>
                    <a:pt x="335" y="11386"/>
                    <a:pt x="0" y="14668"/>
                    <a:pt x="919" y="17042"/>
                  </a:cubicBezTo>
                  <a:cubicBezTo>
                    <a:pt x="926" y="17044"/>
                    <a:pt x="936" y="17042"/>
                    <a:pt x="943" y="17047"/>
                  </a:cubicBezTo>
                  <a:cubicBezTo>
                    <a:pt x="1545" y="17350"/>
                    <a:pt x="2563" y="17749"/>
                    <a:pt x="3452" y="17749"/>
                  </a:cubicBezTo>
                  <a:cubicBezTo>
                    <a:pt x="3826" y="17749"/>
                    <a:pt x="4177" y="17679"/>
                    <a:pt x="4465" y="17501"/>
                  </a:cubicBezTo>
                  <a:cubicBezTo>
                    <a:pt x="5721" y="16728"/>
                    <a:pt x="5604" y="15221"/>
                    <a:pt x="5699" y="13927"/>
                  </a:cubicBezTo>
                  <a:cubicBezTo>
                    <a:pt x="5843" y="11953"/>
                    <a:pt x="5986" y="9979"/>
                    <a:pt x="6130" y="8005"/>
                  </a:cubicBezTo>
                  <a:cubicBezTo>
                    <a:pt x="6278" y="5986"/>
                    <a:pt x="6544" y="3909"/>
                    <a:pt x="6489" y="1895"/>
                  </a:cubicBezTo>
                  <a:cubicBezTo>
                    <a:pt x="6449" y="420"/>
                    <a:pt x="5395" y="0"/>
                    <a:pt x="41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2163300" y="3365275"/>
              <a:ext cx="526025" cy="674625"/>
            </a:xfrm>
            <a:custGeom>
              <a:avLst/>
              <a:gdLst/>
              <a:ahLst/>
              <a:cxnLst/>
              <a:rect l="l" t="t" r="r" b="b"/>
              <a:pathLst>
                <a:path w="21041" h="26985" extrusionOk="0">
                  <a:moveTo>
                    <a:pt x="12069" y="0"/>
                  </a:moveTo>
                  <a:cubicBezTo>
                    <a:pt x="11784" y="0"/>
                    <a:pt x="11492" y="84"/>
                    <a:pt x="11210" y="284"/>
                  </a:cubicBezTo>
                  <a:cubicBezTo>
                    <a:pt x="10246" y="966"/>
                    <a:pt x="10389" y="2124"/>
                    <a:pt x="10231" y="3085"/>
                  </a:cubicBezTo>
                  <a:cubicBezTo>
                    <a:pt x="10109" y="3832"/>
                    <a:pt x="9911" y="4554"/>
                    <a:pt x="9604" y="5241"/>
                  </a:cubicBezTo>
                  <a:cubicBezTo>
                    <a:pt x="9135" y="6286"/>
                    <a:pt x="8734" y="7614"/>
                    <a:pt x="6427" y="8303"/>
                  </a:cubicBezTo>
                  <a:cubicBezTo>
                    <a:pt x="4272" y="8947"/>
                    <a:pt x="2343" y="8112"/>
                    <a:pt x="831" y="10452"/>
                  </a:cubicBezTo>
                  <a:cubicBezTo>
                    <a:pt x="941" y="11134"/>
                    <a:pt x="857" y="11923"/>
                    <a:pt x="831" y="12548"/>
                  </a:cubicBezTo>
                  <a:cubicBezTo>
                    <a:pt x="759" y="14270"/>
                    <a:pt x="601" y="15998"/>
                    <a:pt x="475" y="17718"/>
                  </a:cubicBezTo>
                  <a:cubicBezTo>
                    <a:pt x="336" y="19584"/>
                    <a:pt x="199" y="21448"/>
                    <a:pt x="61" y="23312"/>
                  </a:cubicBezTo>
                  <a:cubicBezTo>
                    <a:pt x="20" y="23862"/>
                    <a:pt x="49" y="24558"/>
                    <a:pt x="1" y="25228"/>
                  </a:cubicBezTo>
                  <a:cubicBezTo>
                    <a:pt x="34" y="25230"/>
                    <a:pt x="68" y="25235"/>
                    <a:pt x="99" y="25249"/>
                  </a:cubicBezTo>
                  <a:cubicBezTo>
                    <a:pt x="3226" y="26742"/>
                    <a:pt x="6609" y="26977"/>
                    <a:pt x="10052" y="26984"/>
                  </a:cubicBezTo>
                  <a:cubicBezTo>
                    <a:pt x="10069" y="26984"/>
                    <a:pt x="10086" y="26984"/>
                    <a:pt x="10104" y="26984"/>
                  </a:cubicBezTo>
                  <a:cubicBezTo>
                    <a:pt x="12241" y="26984"/>
                    <a:pt x="20457" y="26824"/>
                    <a:pt x="18701" y="22469"/>
                  </a:cubicBezTo>
                  <a:cubicBezTo>
                    <a:pt x="18686" y="22429"/>
                    <a:pt x="18677" y="22390"/>
                    <a:pt x="18677" y="22352"/>
                  </a:cubicBezTo>
                  <a:cubicBezTo>
                    <a:pt x="18619" y="22223"/>
                    <a:pt x="18643" y="22046"/>
                    <a:pt x="18794" y="21941"/>
                  </a:cubicBezTo>
                  <a:cubicBezTo>
                    <a:pt x="19440" y="21484"/>
                    <a:pt x="20017" y="21053"/>
                    <a:pt x="20246" y="20206"/>
                  </a:cubicBezTo>
                  <a:cubicBezTo>
                    <a:pt x="20476" y="19362"/>
                    <a:pt x="20151" y="18696"/>
                    <a:pt x="19887" y="17962"/>
                  </a:cubicBezTo>
                  <a:cubicBezTo>
                    <a:pt x="19861" y="17888"/>
                    <a:pt x="19871" y="17809"/>
                    <a:pt x="19902" y="17744"/>
                  </a:cubicBezTo>
                  <a:cubicBezTo>
                    <a:pt x="19907" y="17701"/>
                    <a:pt x="19916" y="17658"/>
                    <a:pt x="19942" y="17617"/>
                  </a:cubicBezTo>
                  <a:cubicBezTo>
                    <a:pt x="20426" y="16849"/>
                    <a:pt x="20940" y="16254"/>
                    <a:pt x="20990" y="15285"/>
                  </a:cubicBezTo>
                  <a:cubicBezTo>
                    <a:pt x="21041" y="14337"/>
                    <a:pt x="20610" y="13689"/>
                    <a:pt x="20208" y="12935"/>
                  </a:cubicBezTo>
                  <a:cubicBezTo>
                    <a:pt x="20189" y="12897"/>
                    <a:pt x="20184" y="12859"/>
                    <a:pt x="20187" y="12823"/>
                  </a:cubicBezTo>
                  <a:cubicBezTo>
                    <a:pt x="20177" y="12780"/>
                    <a:pt x="20175" y="12730"/>
                    <a:pt x="20187" y="12674"/>
                  </a:cubicBezTo>
                  <a:cubicBezTo>
                    <a:pt x="20543" y="11110"/>
                    <a:pt x="20545" y="9899"/>
                    <a:pt x="18942" y="9272"/>
                  </a:cubicBezTo>
                  <a:cubicBezTo>
                    <a:pt x="18305" y="9023"/>
                    <a:pt x="17503" y="8998"/>
                    <a:pt x="16768" y="8998"/>
                  </a:cubicBezTo>
                  <a:cubicBezTo>
                    <a:pt x="16587" y="8998"/>
                    <a:pt x="16410" y="9000"/>
                    <a:pt x="16241" y="9000"/>
                  </a:cubicBezTo>
                  <a:cubicBezTo>
                    <a:pt x="14605" y="9000"/>
                    <a:pt x="12973" y="9258"/>
                    <a:pt x="11339" y="9402"/>
                  </a:cubicBezTo>
                  <a:cubicBezTo>
                    <a:pt x="11334" y="9402"/>
                    <a:pt x="11328" y="9402"/>
                    <a:pt x="11323" y="9402"/>
                  </a:cubicBezTo>
                  <a:cubicBezTo>
                    <a:pt x="11108" y="9402"/>
                    <a:pt x="11091" y="9020"/>
                    <a:pt x="11308" y="8968"/>
                  </a:cubicBezTo>
                  <a:cubicBezTo>
                    <a:pt x="11581" y="8901"/>
                    <a:pt x="11908" y="8827"/>
                    <a:pt x="12277" y="8753"/>
                  </a:cubicBezTo>
                  <a:cubicBezTo>
                    <a:pt x="13782" y="6681"/>
                    <a:pt x="15543" y="3009"/>
                    <a:pt x="13638" y="832"/>
                  </a:cubicBezTo>
                  <a:cubicBezTo>
                    <a:pt x="13238" y="371"/>
                    <a:pt x="12668" y="0"/>
                    <a:pt x="120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005525" y="3789975"/>
              <a:ext cx="153075" cy="253850"/>
            </a:xfrm>
            <a:custGeom>
              <a:avLst/>
              <a:gdLst/>
              <a:ahLst/>
              <a:cxnLst/>
              <a:rect l="l" t="t" r="r" b="b"/>
              <a:pathLst>
                <a:path w="6123" h="10154" extrusionOk="0">
                  <a:moveTo>
                    <a:pt x="412" y="0"/>
                  </a:moveTo>
                  <a:cubicBezTo>
                    <a:pt x="410" y="421"/>
                    <a:pt x="405" y="833"/>
                    <a:pt x="395" y="1228"/>
                  </a:cubicBezTo>
                  <a:cubicBezTo>
                    <a:pt x="335" y="3790"/>
                    <a:pt x="0" y="7072"/>
                    <a:pt x="919" y="9446"/>
                  </a:cubicBezTo>
                  <a:cubicBezTo>
                    <a:pt x="926" y="9448"/>
                    <a:pt x="936" y="9446"/>
                    <a:pt x="943" y="9451"/>
                  </a:cubicBezTo>
                  <a:cubicBezTo>
                    <a:pt x="1545" y="9754"/>
                    <a:pt x="2563" y="10153"/>
                    <a:pt x="3452" y="10153"/>
                  </a:cubicBezTo>
                  <a:cubicBezTo>
                    <a:pt x="3826" y="10153"/>
                    <a:pt x="4177" y="10083"/>
                    <a:pt x="4465" y="9905"/>
                  </a:cubicBezTo>
                  <a:cubicBezTo>
                    <a:pt x="5721" y="9132"/>
                    <a:pt x="5604" y="7625"/>
                    <a:pt x="5699" y="6331"/>
                  </a:cubicBezTo>
                  <a:cubicBezTo>
                    <a:pt x="5841" y="4390"/>
                    <a:pt x="5982" y="2448"/>
                    <a:pt x="6123" y="507"/>
                  </a:cubicBezTo>
                  <a:lnTo>
                    <a:pt x="6123" y="507"/>
                  </a:lnTo>
                  <a:cubicBezTo>
                    <a:pt x="6010" y="840"/>
                    <a:pt x="5888" y="1170"/>
                    <a:pt x="5757" y="1488"/>
                  </a:cubicBezTo>
                  <a:cubicBezTo>
                    <a:pt x="5366" y="2423"/>
                    <a:pt x="4622" y="4052"/>
                    <a:pt x="3501" y="4052"/>
                  </a:cubicBezTo>
                  <a:cubicBezTo>
                    <a:pt x="3462" y="4052"/>
                    <a:pt x="3423" y="4050"/>
                    <a:pt x="3383" y="4046"/>
                  </a:cubicBezTo>
                  <a:cubicBezTo>
                    <a:pt x="1778" y="3886"/>
                    <a:pt x="771" y="1510"/>
                    <a:pt x="412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163300" y="3747150"/>
              <a:ext cx="511425" cy="292750"/>
            </a:xfrm>
            <a:custGeom>
              <a:avLst/>
              <a:gdLst/>
              <a:ahLst/>
              <a:cxnLst/>
              <a:rect l="l" t="t" r="r" b="b"/>
              <a:pathLst>
                <a:path w="20457" h="11710" extrusionOk="0">
                  <a:moveTo>
                    <a:pt x="664" y="0"/>
                  </a:moveTo>
                  <a:cubicBezTo>
                    <a:pt x="601" y="816"/>
                    <a:pt x="534" y="1629"/>
                    <a:pt x="475" y="2443"/>
                  </a:cubicBezTo>
                  <a:cubicBezTo>
                    <a:pt x="336" y="4309"/>
                    <a:pt x="199" y="6173"/>
                    <a:pt x="61" y="8037"/>
                  </a:cubicBezTo>
                  <a:cubicBezTo>
                    <a:pt x="20" y="8587"/>
                    <a:pt x="49" y="9283"/>
                    <a:pt x="1" y="9953"/>
                  </a:cubicBezTo>
                  <a:cubicBezTo>
                    <a:pt x="34" y="9955"/>
                    <a:pt x="65" y="9960"/>
                    <a:pt x="99" y="9974"/>
                  </a:cubicBezTo>
                  <a:cubicBezTo>
                    <a:pt x="3226" y="11467"/>
                    <a:pt x="6609" y="11702"/>
                    <a:pt x="10052" y="11709"/>
                  </a:cubicBezTo>
                  <a:cubicBezTo>
                    <a:pt x="10069" y="11709"/>
                    <a:pt x="10086" y="11709"/>
                    <a:pt x="10104" y="11709"/>
                  </a:cubicBezTo>
                  <a:cubicBezTo>
                    <a:pt x="12241" y="11709"/>
                    <a:pt x="20457" y="11549"/>
                    <a:pt x="18701" y="7194"/>
                  </a:cubicBezTo>
                  <a:cubicBezTo>
                    <a:pt x="18686" y="7154"/>
                    <a:pt x="18677" y="7115"/>
                    <a:pt x="18677" y="7077"/>
                  </a:cubicBezTo>
                  <a:cubicBezTo>
                    <a:pt x="18655" y="7034"/>
                    <a:pt x="18651" y="6984"/>
                    <a:pt x="18651" y="6931"/>
                  </a:cubicBezTo>
                  <a:cubicBezTo>
                    <a:pt x="17830" y="7371"/>
                    <a:pt x="16964" y="7699"/>
                    <a:pt x="16215" y="7953"/>
                  </a:cubicBezTo>
                  <a:cubicBezTo>
                    <a:pt x="14816" y="8424"/>
                    <a:pt x="13367" y="8673"/>
                    <a:pt x="11935" y="8673"/>
                  </a:cubicBezTo>
                  <a:cubicBezTo>
                    <a:pt x="10286" y="8673"/>
                    <a:pt x="8659" y="8343"/>
                    <a:pt x="7159" y="7639"/>
                  </a:cubicBezTo>
                  <a:cubicBezTo>
                    <a:pt x="4606" y="6441"/>
                    <a:pt x="2121" y="4632"/>
                    <a:pt x="1133" y="1646"/>
                  </a:cubicBezTo>
                  <a:cubicBezTo>
                    <a:pt x="955" y="1113"/>
                    <a:pt x="800" y="560"/>
                    <a:pt x="664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082150" y="3664350"/>
              <a:ext cx="17075" cy="16375"/>
            </a:xfrm>
            <a:custGeom>
              <a:avLst/>
              <a:gdLst/>
              <a:ahLst/>
              <a:cxnLst/>
              <a:rect l="l" t="t" r="r" b="b"/>
              <a:pathLst>
                <a:path w="683" h="655" extrusionOk="0">
                  <a:moveTo>
                    <a:pt x="303" y="1"/>
                  </a:moveTo>
                  <a:cubicBezTo>
                    <a:pt x="243" y="1"/>
                    <a:pt x="183" y="11"/>
                    <a:pt x="129" y="27"/>
                  </a:cubicBezTo>
                  <a:lnTo>
                    <a:pt x="127" y="27"/>
                  </a:lnTo>
                  <a:cubicBezTo>
                    <a:pt x="53" y="121"/>
                    <a:pt x="0" y="238"/>
                    <a:pt x="10" y="338"/>
                  </a:cubicBezTo>
                  <a:cubicBezTo>
                    <a:pt x="20" y="501"/>
                    <a:pt x="162" y="654"/>
                    <a:pt x="315" y="654"/>
                  </a:cubicBezTo>
                  <a:cubicBezTo>
                    <a:pt x="342" y="654"/>
                    <a:pt x="369" y="650"/>
                    <a:pt x="395" y="640"/>
                  </a:cubicBezTo>
                  <a:cubicBezTo>
                    <a:pt x="560" y="580"/>
                    <a:pt x="682" y="343"/>
                    <a:pt x="606" y="173"/>
                  </a:cubicBezTo>
                  <a:cubicBezTo>
                    <a:pt x="551" y="45"/>
                    <a:pt x="42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974425" y="3334875"/>
              <a:ext cx="752575" cy="741450"/>
            </a:xfrm>
            <a:custGeom>
              <a:avLst/>
              <a:gdLst/>
              <a:ahLst/>
              <a:cxnLst/>
              <a:rect l="l" t="t" r="r" b="b"/>
              <a:pathLst>
                <a:path w="30103" h="29658" extrusionOk="0">
                  <a:moveTo>
                    <a:pt x="19623" y="1216"/>
                  </a:moveTo>
                  <a:cubicBezTo>
                    <a:pt x="20221" y="1216"/>
                    <a:pt x="20791" y="1587"/>
                    <a:pt x="21193" y="2048"/>
                  </a:cubicBezTo>
                  <a:cubicBezTo>
                    <a:pt x="23095" y="4225"/>
                    <a:pt x="21337" y="7897"/>
                    <a:pt x="19832" y="9969"/>
                  </a:cubicBezTo>
                  <a:cubicBezTo>
                    <a:pt x="19463" y="10043"/>
                    <a:pt x="19136" y="10117"/>
                    <a:pt x="18861" y="10184"/>
                  </a:cubicBezTo>
                  <a:cubicBezTo>
                    <a:pt x="18646" y="10236"/>
                    <a:pt x="18661" y="10618"/>
                    <a:pt x="18876" y="10618"/>
                  </a:cubicBezTo>
                  <a:cubicBezTo>
                    <a:pt x="18881" y="10618"/>
                    <a:pt x="18886" y="10618"/>
                    <a:pt x="18892" y="10618"/>
                  </a:cubicBezTo>
                  <a:cubicBezTo>
                    <a:pt x="20528" y="10474"/>
                    <a:pt x="22160" y="10218"/>
                    <a:pt x="23796" y="10216"/>
                  </a:cubicBezTo>
                  <a:cubicBezTo>
                    <a:pt x="23965" y="10216"/>
                    <a:pt x="24142" y="10214"/>
                    <a:pt x="24323" y="10214"/>
                  </a:cubicBezTo>
                  <a:cubicBezTo>
                    <a:pt x="25058" y="10214"/>
                    <a:pt x="25860" y="10239"/>
                    <a:pt x="26497" y="10488"/>
                  </a:cubicBezTo>
                  <a:cubicBezTo>
                    <a:pt x="28098" y="11115"/>
                    <a:pt x="28098" y="12326"/>
                    <a:pt x="27742" y="13890"/>
                  </a:cubicBezTo>
                  <a:cubicBezTo>
                    <a:pt x="27730" y="13946"/>
                    <a:pt x="27732" y="13996"/>
                    <a:pt x="27739" y="14039"/>
                  </a:cubicBezTo>
                  <a:cubicBezTo>
                    <a:pt x="27739" y="14077"/>
                    <a:pt x="27744" y="14113"/>
                    <a:pt x="27763" y="14151"/>
                  </a:cubicBezTo>
                  <a:cubicBezTo>
                    <a:pt x="28165" y="14905"/>
                    <a:pt x="28593" y="15553"/>
                    <a:pt x="28543" y="16501"/>
                  </a:cubicBezTo>
                  <a:cubicBezTo>
                    <a:pt x="28493" y="17470"/>
                    <a:pt x="27981" y="18065"/>
                    <a:pt x="27497" y="18833"/>
                  </a:cubicBezTo>
                  <a:cubicBezTo>
                    <a:pt x="27471" y="18876"/>
                    <a:pt x="27462" y="18917"/>
                    <a:pt x="27454" y="18960"/>
                  </a:cubicBezTo>
                  <a:cubicBezTo>
                    <a:pt x="27426" y="19025"/>
                    <a:pt x="27416" y="19104"/>
                    <a:pt x="27442" y="19178"/>
                  </a:cubicBezTo>
                  <a:cubicBezTo>
                    <a:pt x="27706" y="19912"/>
                    <a:pt x="28031" y="20578"/>
                    <a:pt x="27801" y="21422"/>
                  </a:cubicBezTo>
                  <a:cubicBezTo>
                    <a:pt x="27572" y="22269"/>
                    <a:pt x="26993" y="22700"/>
                    <a:pt x="26347" y="23157"/>
                  </a:cubicBezTo>
                  <a:cubicBezTo>
                    <a:pt x="26196" y="23264"/>
                    <a:pt x="26172" y="23439"/>
                    <a:pt x="26232" y="23568"/>
                  </a:cubicBezTo>
                  <a:cubicBezTo>
                    <a:pt x="26232" y="23606"/>
                    <a:pt x="26239" y="23645"/>
                    <a:pt x="26256" y="23685"/>
                  </a:cubicBezTo>
                  <a:cubicBezTo>
                    <a:pt x="28012" y="28040"/>
                    <a:pt x="19796" y="28200"/>
                    <a:pt x="17659" y="28200"/>
                  </a:cubicBezTo>
                  <a:cubicBezTo>
                    <a:pt x="17641" y="28200"/>
                    <a:pt x="17624" y="28200"/>
                    <a:pt x="17607" y="28200"/>
                  </a:cubicBezTo>
                  <a:cubicBezTo>
                    <a:pt x="14162" y="28193"/>
                    <a:pt x="11525" y="28286"/>
                    <a:pt x="8400" y="26796"/>
                  </a:cubicBezTo>
                  <a:cubicBezTo>
                    <a:pt x="8367" y="26779"/>
                    <a:pt x="8185" y="26626"/>
                    <a:pt x="8152" y="26621"/>
                  </a:cubicBezTo>
                  <a:cubicBezTo>
                    <a:pt x="7900" y="26329"/>
                    <a:pt x="7872" y="25166"/>
                    <a:pt x="7912" y="24616"/>
                  </a:cubicBezTo>
                  <a:cubicBezTo>
                    <a:pt x="8051" y="22752"/>
                    <a:pt x="8190" y="20889"/>
                    <a:pt x="8326" y="19025"/>
                  </a:cubicBezTo>
                  <a:cubicBezTo>
                    <a:pt x="8455" y="17302"/>
                    <a:pt x="8613" y="15575"/>
                    <a:pt x="8685" y="13852"/>
                  </a:cubicBezTo>
                  <a:cubicBezTo>
                    <a:pt x="8711" y="13228"/>
                    <a:pt x="8795" y="12438"/>
                    <a:pt x="8685" y="11756"/>
                  </a:cubicBezTo>
                  <a:cubicBezTo>
                    <a:pt x="10197" y="9419"/>
                    <a:pt x="11824" y="10163"/>
                    <a:pt x="13982" y="9519"/>
                  </a:cubicBezTo>
                  <a:cubicBezTo>
                    <a:pt x="16289" y="8830"/>
                    <a:pt x="16688" y="7502"/>
                    <a:pt x="17157" y="6457"/>
                  </a:cubicBezTo>
                  <a:cubicBezTo>
                    <a:pt x="17466" y="5770"/>
                    <a:pt x="17664" y="5048"/>
                    <a:pt x="17784" y="4301"/>
                  </a:cubicBezTo>
                  <a:cubicBezTo>
                    <a:pt x="17942" y="3342"/>
                    <a:pt x="17798" y="2182"/>
                    <a:pt x="18765" y="1500"/>
                  </a:cubicBezTo>
                  <a:cubicBezTo>
                    <a:pt x="19047" y="1300"/>
                    <a:pt x="19338" y="1216"/>
                    <a:pt x="19623" y="1216"/>
                  </a:cubicBezTo>
                  <a:close/>
                  <a:moveTo>
                    <a:pt x="5411" y="10608"/>
                  </a:moveTo>
                  <a:cubicBezTo>
                    <a:pt x="6638" y="10608"/>
                    <a:pt x="7690" y="11028"/>
                    <a:pt x="7731" y="12503"/>
                  </a:cubicBezTo>
                  <a:cubicBezTo>
                    <a:pt x="7788" y="14517"/>
                    <a:pt x="7520" y="16594"/>
                    <a:pt x="7374" y="18613"/>
                  </a:cubicBezTo>
                  <a:cubicBezTo>
                    <a:pt x="7230" y="20587"/>
                    <a:pt x="7085" y="22561"/>
                    <a:pt x="6941" y="24535"/>
                  </a:cubicBezTo>
                  <a:cubicBezTo>
                    <a:pt x="6848" y="25829"/>
                    <a:pt x="6965" y="27336"/>
                    <a:pt x="5709" y="28109"/>
                  </a:cubicBezTo>
                  <a:cubicBezTo>
                    <a:pt x="5420" y="28287"/>
                    <a:pt x="5068" y="28358"/>
                    <a:pt x="4694" y="28358"/>
                  </a:cubicBezTo>
                  <a:cubicBezTo>
                    <a:pt x="3804" y="28358"/>
                    <a:pt x="2786" y="27959"/>
                    <a:pt x="2187" y="27655"/>
                  </a:cubicBezTo>
                  <a:cubicBezTo>
                    <a:pt x="2180" y="27650"/>
                    <a:pt x="2170" y="27652"/>
                    <a:pt x="2163" y="27650"/>
                  </a:cubicBezTo>
                  <a:cubicBezTo>
                    <a:pt x="1244" y="25276"/>
                    <a:pt x="1579" y="21994"/>
                    <a:pt x="1639" y="19434"/>
                  </a:cubicBezTo>
                  <a:cubicBezTo>
                    <a:pt x="1699" y="16860"/>
                    <a:pt x="1536" y="13606"/>
                    <a:pt x="2448" y="11118"/>
                  </a:cubicBezTo>
                  <a:cubicBezTo>
                    <a:pt x="3228" y="10904"/>
                    <a:pt x="4381" y="10608"/>
                    <a:pt x="5411" y="10608"/>
                  </a:cubicBezTo>
                  <a:close/>
                  <a:moveTo>
                    <a:pt x="19652" y="0"/>
                  </a:moveTo>
                  <a:cubicBezTo>
                    <a:pt x="19337" y="0"/>
                    <a:pt x="19019" y="88"/>
                    <a:pt x="18707" y="287"/>
                  </a:cubicBezTo>
                  <a:cubicBezTo>
                    <a:pt x="18006" y="732"/>
                    <a:pt x="17191" y="2012"/>
                    <a:pt x="17037" y="2839"/>
                  </a:cubicBezTo>
                  <a:cubicBezTo>
                    <a:pt x="16645" y="4974"/>
                    <a:pt x="16722" y="6998"/>
                    <a:pt x="14729" y="8153"/>
                  </a:cubicBezTo>
                  <a:cubicBezTo>
                    <a:pt x="13231" y="9022"/>
                    <a:pt x="11530" y="8373"/>
                    <a:pt x="9999" y="9084"/>
                  </a:cubicBezTo>
                  <a:cubicBezTo>
                    <a:pt x="9274" y="9421"/>
                    <a:pt x="8798" y="9620"/>
                    <a:pt x="8369" y="10302"/>
                  </a:cubicBezTo>
                  <a:cubicBezTo>
                    <a:pt x="8369" y="10301"/>
                    <a:pt x="8369" y="10301"/>
                    <a:pt x="8368" y="10301"/>
                  </a:cubicBezTo>
                  <a:cubicBezTo>
                    <a:pt x="8355" y="10301"/>
                    <a:pt x="8260" y="10582"/>
                    <a:pt x="8246" y="10582"/>
                  </a:cubicBezTo>
                  <a:cubicBezTo>
                    <a:pt x="8245" y="10582"/>
                    <a:pt x="8245" y="10582"/>
                    <a:pt x="8245" y="10582"/>
                  </a:cubicBezTo>
                  <a:cubicBezTo>
                    <a:pt x="7816" y="9815"/>
                    <a:pt x="6901" y="9541"/>
                    <a:pt x="5869" y="9541"/>
                  </a:cubicBezTo>
                  <a:cubicBezTo>
                    <a:pt x="4425" y="9541"/>
                    <a:pt x="2751" y="10077"/>
                    <a:pt x="1855" y="10553"/>
                  </a:cubicBezTo>
                  <a:cubicBezTo>
                    <a:pt x="1850" y="10555"/>
                    <a:pt x="1845" y="10562"/>
                    <a:pt x="1840" y="10565"/>
                  </a:cubicBezTo>
                  <a:cubicBezTo>
                    <a:pt x="1835" y="10567"/>
                    <a:pt x="1835" y="10570"/>
                    <a:pt x="1831" y="10572"/>
                  </a:cubicBezTo>
                  <a:cubicBezTo>
                    <a:pt x="1788" y="10601"/>
                    <a:pt x="1756" y="10639"/>
                    <a:pt x="1740" y="10682"/>
                  </a:cubicBezTo>
                  <a:cubicBezTo>
                    <a:pt x="1508" y="11012"/>
                    <a:pt x="1357" y="11431"/>
                    <a:pt x="1276" y="11859"/>
                  </a:cubicBezTo>
                  <a:cubicBezTo>
                    <a:pt x="1060" y="12637"/>
                    <a:pt x="730" y="13388"/>
                    <a:pt x="661" y="14218"/>
                  </a:cubicBezTo>
                  <a:cubicBezTo>
                    <a:pt x="510" y="16010"/>
                    <a:pt x="419" y="17805"/>
                    <a:pt x="381" y="19597"/>
                  </a:cubicBezTo>
                  <a:cubicBezTo>
                    <a:pt x="333" y="21869"/>
                    <a:pt x="0" y="25487"/>
                    <a:pt x="773" y="27300"/>
                  </a:cubicBezTo>
                  <a:lnTo>
                    <a:pt x="1453" y="28872"/>
                  </a:lnTo>
                  <a:cubicBezTo>
                    <a:pt x="1479" y="28925"/>
                    <a:pt x="1520" y="28975"/>
                    <a:pt x="1587" y="29011"/>
                  </a:cubicBezTo>
                  <a:cubicBezTo>
                    <a:pt x="1587" y="29011"/>
                    <a:pt x="1589" y="29013"/>
                    <a:pt x="1589" y="29013"/>
                  </a:cubicBezTo>
                  <a:cubicBezTo>
                    <a:pt x="1644" y="29076"/>
                    <a:pt x="1711" y="29109"/>
                    <a:pt x="1780" y="29114"/>
                  </a:cubicBezTo>
                  <a:cubicBezTo>
                    <a:pt x="2404" y="29429"/>
                    <a:pt x="3314" y="29657"/>
                    <a:pt x="4223" y="29657"/>
                  </a:cubicBezTo>
                  <a:cubicBezTo>
                    <a:pt x="5363" y="29657"/>
                    <a:pt x="6503" y="29298"/>
                    <a:pt x="7077" y="28301"/>
                  </a:cubicBezTo>
                  <a:cubicBezTo>
                    <a:pt x="7214" y="28064"/>
                    <a:pt x="7379" y="27975"/>
                    <a:pt x="7439" y="27681"/>
                  </a:cubicBezTo>
                  <a:cubicBezTo>
                    <a:pt x="10043" y="29039"/>
                    <a:pt x="13084" y="29455"/>
                    <a:pt x="16116" y="29455"/>
                  </a:cubicBezTo>
                  <a:cubicBezTo>
                    <a:pt x="17671" y="29455"/>
                    <a:pt x="19224" y="29345"/>
                    <a:pt x="20715" y="29198"/>
                  </a:cubicBezTo>
                  <a:cubicBezTo>
                    <a:pt x="22741" y="28997"/>
                    <a:pt x="28890" y="27119"/>
                    <a:pt x="27151" y="23707"/>
                  </a:cubicBezTo>
                  <a:cubicBezTo>
                    <a:pt x="28691" y="23059"/>
                    <a:pt x="29474" y="20403"/>
                    <a:pt x="28321" y="19176"/>
                  </a:cubicBezTo>
                  <a:cubicBezTo>
                    <a:pt x="29801" y="18094"/>
                    <a:pt x="29926" y="15142"/>
                    <a:pt x="28562" y="14077"/>
                  </a:cubicBezTo>
                  <a:cubicBezTo>
                    <a:pt x="30102" y="10286"/>
                    <a:pt x="27230" y="9290"/>
                    <a:pt x="24141" y="9290"/>
                  </a:cubicBezTo>
                  <a:cubicBezTo>
                    <a:pt x="23069" y="9290"/>
                    <a:pt x="21972" y="9410"/>
                    <a:pt x="21023" y="9574"/>
                  </a:cubicBezTo>
                  <a:cubicBezTo>
                    <a:pt x="22468" y="7706"/>
                    <a:pt x="23342" y="5318"/>
                    <a:pt x="22696" y="3036"/>
                  </a:cubicBezTo>
                  <a:cubicBezTo>
                    <a:pt x="22301" y="1640"/>
                    <a:pt x="21012" y="0"/>
                    <a:pt x="196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068450" y="3649450"/>
              <a:ext cx="47325" cy="46850"/>
            </a:xfrm>
            <a:custGeom>
              <a:avLst/>
              <a:gdLst/>
              <a:ahLst/>
              <a:cxnLst/>
              <a:rect l="l" t="t" r="r" b="b"/>
              <a:pathLst>
                <a:path w="1893" h="1874" extrusionOk="0">
                  <a:moveTo>
                    <a:pt x="850" y="597"/>
                  </a:moveTo>
                  <a:cubicBezTo>
                    <a:pt x="975" y="597"/>
                    <a:pt x="1097" y="641"/>
                    <a:pt x="1154" y="769"/>
                  </a:cubicBezTo>
                  <a:cubicBezTo>
                    <a:pt x="1230" y="939"/>
                    <a:pt x="1106" y="1176"/>
                    <a:pt x="943" y="1238"/>
                  </a:cubicBezTo>
                  <a:cubicBezTo>
                    <a:pt x="917" y="1248"/>
                    <a:pt x="890" y="1253"/>
                    <a:pt x="863" y="1253"/>
                  </a:cubicBezTo>
                  <a:cubicBezTo>
                    <a:pt x="710" y="1253"/>
                    <a:pt x="568" y="1099"/>
                    <a:pt x="555" y="934"/>
                  </a:cubicBezTo>
                  <a:cubicBezTo>
                    <a:pt x="548" y="834"/>
                    <a:pt x="601" y="717"/>
                    <a:pt x="675" y="623"/>
                  </a:cubicBezTo>
                  <a:cubicBezTo>
                    <a:pt x="729" y="607"/>
                    <a:pt x="790" y="597"/>
                    <a:pt x="850" y="597"/>
                  </a:cubicBezTo>
                  <a:close/>
                  <a:moveTo>
                    <a:pt x="941" y="0"/>
                  </a:moveTo>
                  <a:cubicBezTo>
                    <a:pt x="450" y="0"/>
                    <a:pt x="1" y="398"/>
                    <a:pt x="10" y="980"/>
                  </a:cubicBezTo>
                  <a:cubicBezTo>
                    <a:pt x="18" y="1468"/>
                    <a:pt x="409" y="1873"/>
                    <a:pt x="845" y="1873"/>
                  </a:cubicBezTo>
                  <a:cubicBezTo>
                    <a:pt x="919" y="1873"/>
                    <a:pt x="995" y="1861"/>
                    <a:pt x="1070" y="1836"/>
                  </a:cubicBezTo>
                  <a:cubicBezTo>
                    <a:pt x="1548" y="1678"/>
                    <a:pt x="1893" y="1044"/>
                    <a:pt x="1689" y="539"/>
                  </a:cubicBezTo>
                  <a:lnTo>
                    <a:pt x="1689" y="539"/>
                  </a:lnTo>
                  <a:lnTo>
                    <a:pt x="1689" y="542"/>
                  </a:lnTo>
                  <a:cubicBezTo>
                    <a:pt x="1582" y="279"/>
                    <a:pt x="1352" y="102"/>
                    <a:pt x="1101" y="54"/>
                  </a:cubicBezTo>
                  <a:cubicBezTo>
                    <a:pt x="1072" y="25"/>
                    <a:pt x="1034" y="4"/>
                    <a:pt x="984" y="1"/>
                  </a:cubicBezTo>
                  <a:cubicBezTo>
                    <a:pt x="969" y="0"/>
                    <a:pt x="955" y="0"/>
                    <a:pt x="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862868" y="76197"/>
            <a:ext cx="915925" cy="866715"/>
            <a:chOff x="5277350" y="3451725"/>
            <a:chExt cx="431450" cy="408250"/>
          </a:xfrm>
        </p:grpSpPr>
        <p:sp>
          <p:nvSpPr>
            <p:cNvPr id="74" name="Google Shape;74;p3"/>
            <p:cNvSpPr/>
            <p:nvPr/>
          </p:nvSpPr>
          <p:spPr>
            <a:xfrm>
              <a:off x="5300550" y="3474925"/>
              <a:ext cx="332650" cy="361850"/>
            </a:xfrm>
            <a:custGeom>
              <a:avLst/>
              <a:gdLst/>
              <a:ahLst/>
              <a:cxnLst/>
              <a:rect l="l" t="t" r="r" b="b"/>
              <a:pathLst>
                <a:path w="13306" h="14474" extrusionOk="0">
                  <a:moveTo>
                    <a:pt x="7236" y="1"/>
                  </a:moveTo>
                  <a:cubicBezTo>
                    <a:pt x="3245" y="1"/>
                    <a:pt x="1" y="3247"/>
                    <a:pt x="1" y="7238"/>
                  </a:cubicBezTo>
                  <a:cubicBezTo>
                    <a:pt x="1" y="11226"/>
                    <a:pt x="3245" y="14473"/>
                    <a:pt x="7236" y="14473"/>
                  </a:cubicBezTo>
                  <a:cubicBezTo>
                    <a:pt x="9776" y="14473"/>
                    <a:pt x="12013" y="13157"/>
                    <a:pt x="13305" y="11171"/>
                  </a:cubicBezTo>
                  <a:cubicBezTo>
                    <a:pt x="13004" y="11033"/>
                    <a:pt x="12703" y="10894"/>
                    <a:pt x="12401" y="10758"/>
                  </a:cubicBezTo>
                  <a:cubicBezTo>
                    <a:pt x="10549" y="9908"/>
                    <a:pt x="8688" y="9047"/>
                    <a:pt x="6865" y="8121"/>
                  </a:cubicBezTo>
                  <a:lnTo>
                    <a:pt x="6300" y="7829"/>
                  </a:lnTo>
                  <a:lnTo>
                    <a:pt x="6654" y="7245"/>
                  </a:lnTo>
                  <a:cubicBezTo>
                    <a:pt x="7956" y="5099"/>
                    <a:pt x="9272" y="2965"/>
                    <a:pt x="10568" y="817"/>
                  </a:cubicBezTo>
                  <a:cubicBezTo>
                    <a:pt x="9571" y="298"/>
                    <a:pt x="8437" y="1"/>
                    <a:pt x="72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300550" y="3636550"/>
              <a:ext cx="332650" cy="200225"/>
            </a:xfrm>
            <a:custGeom>
              <a:avLst/>
              <a:gdLst/>
              <a:ahLst/>
              <a:cxnLst/>
              <a:rect l="l" t="t" r="r" b="b"/>
              <a:pathLst>
                <a:path w="13306" h="8009" extrusionOk="0">
                  <a:moveTo>
                    <a:pt x="41" y="0"/>
                  </a:moveTo>
                  <a:cubicBezTo>
                    <a:pt x="15" y="254"/>
                    <a:pt x="1" y="512"/>
                    <a:pt x="1" y="773"/>
                  </a:cubicBezTo>
                  <a:cubicBezTo>
                    <a:pt x="1" y="4761"/>
                    <a:pt x="3245" y="8008"/>
                    <a:pt x="7236" y="8008"/>
                  </a:cubicBezTo>
                  <a:cubicBezTo>
                    <a:pt x="9776" y="8008"/>
                    <a:pt x="12013" y="6692"/>
                    <a:pt x="13305" y="4704"/>
                  </a:cubicBezTo>
                  <a:cubicBezTo>
                    <a:pt x="13107" y="4616"/>
                    <a:pt x="12908" y="4525"/>
                    <a:pt x="12710" y="4434"/>
                  </a:cubicBezTo>
                  <a:cubicBezTo>
                    <a:pt x="11978" y="5305"/>
                    <a:pt x="10126" y="5391"/>
                    <a:pt x="9164" y="5479"/>
                  </a:cubicBezTo>
                  <a:cubicBezTo>
                    <a:pt x="8903" y="5503"/>
                    <a:pt x="8637" y="5515"/>
                    <a:pt x="8369" y="5515"/>
                  </a:cubicBezTo>
                  <a:cubicBezTo>
                    <a:pt x="6488" y="5515"/>
                    <a:pt x="4468" y="4939"/>
                    <a:pt x="2927" y="3941"/>
                  </a:cubicBezTo>
                  <a:cubicBezTo>
                    <a:pt x="1527" y="3034"/>
                    <a:pt x="383" y="1637"/>
                    <a:pt x="41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533825" y="3520875"/>
              <a:ext cx="151775" cy="175500"/>
            </a:xfrm>
            <a:custGeom>
              <a:avLst/>
              <a:gdLst/>
              <a:ahLst/>
              <a:cxnLst/>
              <a:rect l="l" t="t" r="r" b="b"/>
              <a:pathLst>
                <a:path w="6071" h="7020" extrusionOk="0">
                  <a:moveTo>
                    <a:pt x="3642" y="0"/>
                  </a:moveTo>
                  <a:cubicBezTo>
                    <a:pt x="2422" y="1658"/>
                    <a:pt x="1213" y="3326"/>
                    <a:pt x="0" y="4991"/>
                  </a:cubicBezTo>
                  <a:cubicBezTo>
                    <a:pt x="1965" y="5644"/>
                    <a:pt x="3931" y="6312"/>
                    <a:pt x="5884" y="7020"/>
                  </a:cubicBezTo>
                  <a:cubicBezTo>
                    <a:pt x="6003" y="6498"/>
                    <a:pt x="6070" y="5958"/>
                    <a:pt x="6070" y="5400"/>
                  </a:cubicBezTo>
                  <a:cubicBezTo>
                    <a:pt x="6070" y="3254"/>
                    <a:pt x="5130" y="1326"/>
                    <a:pt x="36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506600" y="3491500"/>
              <a:ext cx="202200" cy="230675"/>
            </a:xfrm>
            <a:custGeom>
              <a:avLst/>
              <a:gdLst/>
              <a:ahLst/>
              <a:cxnLst/>
              <a:rect l="l" t="t" r="r" b="b"/>
              <a:pathLst>
                <a:path w="8088" h="9227" extrusionOk="0">
                  <a:moveTo>
                    <a:pt x="4731" y="1175"/>
                  </a:moveTo>
                  <a:cubicBezTo>
                    <a:pt x="6219" y="2501"/>
                    <a:pt x="7159" y="4429"/>
                    <a:pt x="7159" y="6575"/>
                  </a:cubicBezTo>
                  <a:cubicBezTo>
                    <a:pt x="7159" y="7130"/>
                    <a:pt x="7092" y="7673"/>
                    <a:pt x="6973" y="8195"/>
                  </a:cubicBezTo>
                  <a:cubicBezTo>
                    <a:pt x="5020" y="7484"/>
                    <a:pt x="3051" y="6819"/>
                    <a:pt x="1089" y="6166"/>
                  </a:cubicBezTo>
                  <a:cubicBezTo>
                    <a:pt x="2300" y="4501"/>
                    <a:pt x="3511" y="2833"/>
                    <a:pt x="4731" y="1175"/>
                  </a:cubicBezTo>
                  <a:close/>
                  <a:moveTo>
                    <a:pt x="4755" y="1"/>
                  </a:moveTo>
                  <a:lnTo>
                    <a:pt x="4166" y="721"/>
                  </a:lnTo>
                  <a:cubicBezTo>
                    <a:pt x="2822" y="2393"/>
                    <a:pt x="1520" y="4128"/>
                    <a:pt x="310" y="5905"/>
                  </a:cubicBezTo>
                  <a:lnTo>
                    <a:pt x="1" y="6357"/>
                  </a:lnTo>
                  <a:lnTo>
                    <a:pt x="750" y="6630"/>
                  </a:lnTo>
                  <a:cubicBezTo>
                    <a:pt x="2759" y="7374"/>
                    <a:pt x="4764" y="8145"/>
                    <a:pt x="6772" y="8898"/>
                  </a:cubicBezTo>
                  <a:lnTo>
                    <a:pt x="7643" y="9226"/>
                  </a:lnTo>
                  <a:lnTo>
                    <a:pt x="7853" y="8518"/>
                  </a:lnTo>
                  <a:cubicBezTo>
                    <a:pt x="8004" y="7893"/>
                    <a:pt x="8088" y="7245"/>
                    <a:pt x="8088" y="6575"/>
                  </a:cubicBezTo>
                  <a:cubicBezTo>
                    <a:pt x="8088" y="4123"/>
                    <a:pt x="6999" y="1922"/>
                    <a:pt x="5284" y="426"/>
                  </a:cubicBezTo>
                  <a:lnTo>
                    <a:pt x="5284" y="424"/>
                  </a:lnTo>
                  <a:lnTo>
                    <a:pt x="4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77350" y="3451725"/>
              <a:ext cx="386175" cy="408250"/>
            </a:xfrm>
            <a:custGeom>
              <a:avLst/>
              <a:gdLst/>
              <a:ahLst/>
              <a:cxnLst/>
              <a:rect l="l" t="t" r="r" b="b"/>
              <a:pathLst>
                <a:path w="15447" h="16330" extrusionOk="0">
                  <a:moveTo>
                    <a:pt x="8164" y="929"/>
                  </a:moveTo>
                  <a:cubicBezTo>
                    <a:pt x="9365" y="929"/>
                    <a:pt x="10499" y="1226"/>
                    <a:pt x="11496" y="1745"/>
                  </a:cubicBezTo>
                  <a:cubicBezTo>
                    <a:pt x="10200" y="3893"/>
                    <a:pt x="8884" y="6027"/>
                    <a:pt x="7582" y="8173"/>
                  </a:cubicBezTo>
                  <a:lnTo>
                    <a:pt x="7228" y="8757"/>
                  </a:lnTo>
                  <a:lnTo>
                    <a:pt x="7793" y="9049"/>
                  </a:lnTo>
                  <a:cubicBezTo>
                    <a:pt x="9616" y="9975"/>
                    <a:pt x="11477" y="10836"/>
                    <a:pt x="13329" y="11686"/>
                  </a:cubicBezTo>
                  <a:cubicBezTo>
                    <a:pt x="13631" y="11822"/>
                    <a:pt x="13932" y="11961"/>
                    <a:pt x="14233" y="12097"/>
                  </a:cubicBezTo>
                  <a:cubicBezTo>
                    <a:pt x="12941" y="14085"/>
                    <a:pt x="10704" y="15401"/>
                    <a:pt x="8164" y="15401"/>
                  </a:cubicBezTo>
                  <a:cubicBezTo>
                    <a:pt x="4173" y="15401"/>
                    <a:pt x="929" y="12154"/>
                    <a:pt x="929" y="8166"/>
                  </a:cubicBezTo>
                  <a:cubicBezTo>
                    <a:pt x="929" y="4175"/>
                    <a:pt x="4173" y="929"/>
                    <a:pt x="8164" y="929"/>
                  </a:cubicBezTo>
                  <a:close/>
                  <a:moveTo>
                    <a:pt x="8164" y="1"/>
                  </a:moveTo>
                  <a:cubicBezTo>
                    <a:pt x="3661" y="1"/>
                    <a:pt x="0" y="3663"/>
                    <a:pt x="0" y="8166"/>
                  </a:cubicBezTo>
                  <a:cubicBezTo>
                    <a:pt x="0" y="12666"/>
                    <a:pt x="3661" y="16329"/>
                    <a:pt x="8164" y="16329"/>
                  </a:cubicBezTo>
                  <a:cubicBezTo>
                    <a:pt x="11080" y="16329"/>
                    <a:pt x="13642" y="14791"/>
                    <a:pt x="15088" y="12487"/>
                  </a:cubicBezTo>
                  <a:lnTo>
                    <a:pt x="15446" y="11851"/>
                  </a:lnTo>
                  <a:lnTo>
                    <a:pt x="14592" y="11480"/>
                  </a:lnTo>
                  <a:cubicBezTo>
                    <a:pt x="14200" y="11305"/>
                    <a:pt x="13805" y="11130"/>
                    <a:pt x="13415" y="10953"/>
                  </a:cubicBezTo>
                  <a:cubicBezTo>
                    <a:pt x="11652" y="10152"/>
                    <a:pt x="9913" y="9300"/>
                    <a:pt x="8171" y="8456"/>
                  </a:cubicBezTo>
                  <a:cubicBezTo>
                    <a:pt x="9496" y="6348"/>
                    <a:pt x="10764" y="4195"/>
                    <a:pt x="12001" y="2034"/>
                  </a:cubicBezTo>
                  <a:lnTo>
                    <a:pt x="12463" y="1228"/>
                  </a:lnTo>
                  <a:lnTo>
                    <a:pt x="11975" y="948"/>
                  </a:lnTo>
                  <a:cubicBezTo>
                    <a:pt x="10836" y="345"/>
                    <a:pt x="9539" y="1"/>
                    <a:pt x="8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3"/>
          <p:cNvSpPr/>
          <p:nvPr/>
        </p:nvSpPr>
        <p:spPr>
          <a:xfrm rot="2700000">
            <a:off x="374314" y="849100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accen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 rot="10800000"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1"/>
          </p:nvPr>
        </p:nvSpPr>
        <p:spPr>
          <a:xfrm>
            <a:off x="1525149" y="1815275"/>
            <a:ext cx="2739000" cy="4329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2"/>
          </p:nvPr>
        </p:nvSpPr>
        <p:spPr>
          <a:xfrm>
            <a:off x="1525150" y="2248175"/>
            <a:ext cx="2739000" cy="18033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subTitle" idx="3"/>
          </p:nvPr>
        </p:nvSpPr>
        <p:spPr>
          <a:xfrm>
            <a:off x="4879851" y="1815200"/>
            <a:ext cx="2739000" cy="4329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subTitle" idx="4"/>
          </p:nvPr>
        </p:nvSpPr>
        <p:spPr>
          <a:xfrm>
            <a:off x="4879849" y="2248175"/>
            <a:ext cx="2739000" cy="18033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grpSp>
        <p:nvGrpSpPr>
          <p:cNvPr id="93" name="Google Shape;93;p5"/>
          <p:cNvGrpSpPr/>
          <p:nvPr/>
        </p:nvGrpSpPr>
        <p:grpSpPr>
          <a:xfrm rot="-1799869" flipH="1">
            <a:off x="-104141" y="-95090"/>
            <a:ext cx="529639" cy="837616"/>
            <a:chOff x="365700" y="1903200"/>
            <a:chExt cx="404525" cy="639750"/>
          </a:xfrm>
        </p:grpSpPr>
        <p:sp>
          <p:nvSpPr>
            <p:cNvPr id="94" name="Google Shape;94;p5"/>
            <p:cNvSpPr/>
            <p:nvPr/>
          </p:nvSpPr>
          <p:spPr>
            <a:xfrm>
              <a:off x="390400" y="2340025"/>
              <a:ext cx="119950" cy="154175"/>
            </a:xfrm>
            <a:custGeom>
              <a:avLst/>
              <a:gdLst/>
              <a:ahLst/>
              <a:cxnLst/>
              <a:rect l="l" t="t" r="r" b="b"/>
              <a:pathLst>
                <a:path w="4798" h="6167" extrusionOk="0">
                  <a:moveTo>
                    <a:pt x="1063" y="1"/>
                  </a:moveTo>
                  <a:cubicBezTo>
                    <a:pt x="751" y="1"/>
                    <a:pt x="443" y="109"/>
                    <a:pt x="120" y="171"/>
                  </a:cubicBezTo>
                  <a:cubicBezTo>
                    <a:pt x="116" y="172"/>
                    <a:pt x="113" y="172"/>
                    <a:pt x="110" y="172"/>
                  </a:cubicBezTo>
                  <a:cubicBezTo>
                    <a:pt x="101" y="172"/>
                    <a:pt x="94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55" y="207"/>
                    <a:pt x="34" y="243"/>
                    <a:pt x="12" y="279"/>
                  </a:cubicBezTo>
                  <a:cubicBezTo>
                    <a:pt x="34" y="1738"/>
                    <a:pt x="34" y="3212"/>
                    <a:pt x="0" y="4684"/>
                  </a:cubicBezTo>
                  <a:cubicBezTo>
                    <a:pt x="591" y="5007"/>
                    <a:pt x="1256" y="5521"/>
                    <a:pt x="1656" y="6167"/>
                  </a:cubicBezTo>
                  <a:cubicBezTo>
                    <a:pt x="2706" y="5674"/>
                    <a:pt x="3752" y="5174"/>
                    <a:pt x="4797" y="4672"/>
                  </a:cubicBezTo>
                  <a:cubicBezTo>
                    <a:pt x="4754" y="3651"/>
                    <a:pt x="4589" y="2099"/>
                    <a:pt x="3759" y="2099"/>
                  </a:cubicBezTo>
                  <a:cubicBezTo>
                    <a:pt x="3539" y="2099"/>
                    <a:pt x="3272" y="2208"/>
                    <a:pt x="2948" y="2466"/>
                  </a:cubicBezTo>
                  <a:cubicBezTo>
                    <a:pt x="2877" y="2522"/>
                    <a:pt x="2803" y="2547"/>
                    <a:pt x="2730" y="2547"/>
                  </a:cubicBezTo>
                  <a:cubicBezTo>
                    <a:pt x="2497" y="2547"/>
                    <a:pt x="2281" y="2295"/>
                    <a:pt x="2268" y="2023"/>
                  </a:cubicBezTo>
                  <a:cubicBezTo>
                    <a:pt x="2230" y="1200"/>
                    <a:pt x="2273" y="437"/>
                    <a:pt x="1532" y="100"/>
                  </a:cubicBezTo>
                  <a:cubicBezTo>
                    <a:pt x="1373" y="27"/>
                    <a:pt x="1217" y="1"/>
                    <a:pt x="10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04225" y="2392500"/>
              <a:ext cx="106125" cy="101700"/>
            </a:xfrm>
            <a:custGeom>
              <a:avLst/>
              <a:gdLst/>
              <a:ahLst/>
              <a:cxnLst/>
              <a:rect l="l" t="t" r="r" b="b"/>
              <a:pathLst>
                <a:path w="4245" h="4068" extrusionOk="0">
                  <a:moveTo>
                    <a:pt x="3206" y="0"/>
                  </a:moveTo>
                  <a:cubicBezTo>
                    <a:pt x="2986" y="0"/>
                    <a:pt x="2719" y="109"/>
                    <a:pt x="2395" y="367"/>
                  </a:cubicBezTo>
                  <a:cubicBezTo>
                    <a:pt x="2390" y="369"/>
                    <a:pt x="2385" y="372"/>
                    <a:pt x="2381" y="374"/>
                  </a:cubicBezTo>
                  <a:cubicBezTo>
                    <a:pt x="1888" y="989"/>
                    <a:pt x="1354" y="1570"/>
                    <a:pt x="804" y="2132"/>
                  </a:cubicBezTo>
                  <a:cubicBezTo>
                    <a:pt x="541" y="2403"/>
                    <a:pt x="270" y="2668"/>
                    <a:pt x="0" y="2934"/>
                  </a:cubicBezTo>
                  <a:cubicBezTo>
                    <a:pt x="419" y="3235"/>
                    <a:pt x="825" y="3618"/>
                    <a:pt x="1103" y="4068"/>
                  </a:cubicBezTo>
                  <a:cubicBezTo>
                    <a:pt x="2153" y="3575"/>
                    <a:pt x="3199" y="3075"/>
                    <a:pt x="4244" y="2573"/>
                  </a:cubicBezTo>
                  <a:cubicBezTo>
                    <a:pt x="4201" y="1552"/>
                    <a:pt x="4036" y="0"/>
                    <a:pt x="320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619900" y="1934875"/>
              <a:ext cx="128375" cy="100800"/>
            </a:xfrm>
            <a:custGeom>
              <a:avLst/>
              <a:gdLst/>
              <a:ahLst/>
              <a:cxnLst/>
              <a:rect l="l" t="t" r="r" b="b"/>
              <a:pathLst>
                <a:path w="5135" h="4032" extrusionOk="0">
                  <a:moveTo>
                    <a:pt x="1441" y="0"/>
                  </a:moveTo>
                  <a:cubicBezTo>
                    <a:pt x="1120" y="0"/>
                    <a:pt x="793" y="32"/>
                    <a:pt x="462" y="87"/>
                  </a:cubicBezTo>
                  <a:cubicBezTo>
                    <a:pt x="309" y="352"/>
                    <a:pt x="154" y="615"/>
                    <a:pt x="0" y="879"/>
                  </a:cubicBezTo>
                  <a:cubicBezTo>
                    <a:pt x="1087" y="1192"/>
                    <a:pt x="2060" y="1750"/>
                    <a:pt x="2981" y="2513"/>
                  </a:cubicBezTo>
                  <a:cubicBezTo>
                    <a:pt x="3486" y="2929"/>
                    <a:pt x="4101" y="3439"/>
                    <a:pt x="4575" y="4032"/>
                  </a:cubicBezTo>
                  <a:cubicBezTo>
                    <a:pt x="4759" y="3666"/>
                    <a:pt x="4946" y="3297"/>
                    <a:pt x="5135" y="2934"/>
                  </a:cubicBezTo>
                  <a:cubicBezTo>
                    <a:pt x="5049" y="2685"/>
                    <a:pt x="4951" y="2441"/>
                    <a:pt x="4826" y="2202"/>
                  </a:cubicBezTo>
                  <a:cubicBezTo>
                    <a:pt x="3981" y="540"/>
                    <a:pt x="2766" y="0"/>
                    <a:pt x="1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84850" y="1978425"/>
              <a:ext cx="133225" cy="117250"/>
            </a:xfrm>
            <a:custGeom>
              <a:avLst/>
              <a:gdLst/>
              <a:ahLst/>
              <a:cxnLst/>
              <a:rect l="l" t="t" r="r" b="b"/>
              <a:pathLst>
                <a:path w="5329" h="4690" extrusionOk="0">
                  <a:moveTo>
                    <a:pt x="898" y="0"/>
                  </a:moveTo>
                  <a:cubicBezTo>
                    <a:pt x="601" y="503"/>
                    <a:pt x="302" y="1005"/>
                    <a:pt x="0" y="1503"/>
                  </a:cubicBezTo>
                  <a:cubicBezTo>
                    <a:pt x="981" y="1871"/>
                    <a:pt x="1919" y="2340"/>
                    <a:pt x="2797" y="2962"/>
                  </a:cubicBezTo>
                  <a:cubicBezTo>
                    <a:pt x="3450" y="3426"/>
                    <a:pt x="4240" y="3984"/>
                    <a:pt x="4769" y="4690"/>
                  </a:cubicBezTo>
                  <a:cubicBezTo>
                    <a:pt x="4955" y="4319"/>
                    <a:pt x="5142" y="3946"/>
                    <a:pt x="5329" y="3572"/>
                  </a:cubicBezTo>
                  <a:cubicBezTo>
                    <a:pt x="4718" y="2969"/>
                    <a:pt x="4185" y="2185"/>
                    <a:pt x="3532" y="1666"/>
                  </a:cubicBezTo>
                  <a:cubicBezTo>
                    <a:pt x="2711" y="1017"/>
                    <a:pt x="1804" y="486"/>
                    <a:pt x="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410325" y="2037575"/>
              <a:ext cx="280725" cy="382775"/>
            </a:xfrm>
            <a:custGeom>
              <a:avLst/>
              <a:gdLst/>
              <a:ahLst/>
              <a:cxnLst/>
              <a:rect l="l" t="t" r="r" b="b"/>
              <a:pathLst>
                <a:path w="11229" h="15311" extrusionOk="0">
                  <a:moveTo>
                    <a:pt x="6462" y="1"/>
                  </a:moveTo>
                  <a:cubicBezTo>
                    <a:pt x="5644" y="1355"/>
                    <a:pt x="4826" y="2704"/>
                    <a:pt x="4031" y="4061"/>
                  </a:cubicBezTo>
                  <a:cubicBezTo>
                    <a:pt x="2684" y="6365"/>
                    <a:pt x="1378" y="8750"/>
                    <a:pt x="0" y="11068"/>
                  </a:cubicBezTo>
                  <a:cubicBezTo>
                    <a:pt x="184" y="11018"/>
                    <a:pt x="371" y="10990"/>
                    <a:pt x="558" y="10990"/>
                  </a:cubicBezTo>
                  <a:cubicBezTo>
                    <a:pt x="864" y="10990"/>
                    <a:pt x="1168" y="11067"/>
                    <a:pt x="1450" y="11252"/>
                  </a:cubicBezTo>
                  <a:cubicBezTo>
                    <a:pt x="2094" y="11676"/>
                    <a:pt x="2321" y="12463"/>
                    <a:pt x="2373" y="13257"/>
                  </a:cubicBezTo>
                  <a:cubicBezTo>
                    <a:pt x="2632" y="13134"/>
                    <a:pt x="2896" y="13057"/>
                    <a:pt x="3151" y="13057"/>
                  </a:cubicBezTo>
                  <a:cubicBezTo>
                    <a:pt x="3540" y="13057"/>
                    <a:pt x="3911" y="13235"/>
                    <a:pt x="4218" y="13698"/>
                  </a:cubicBezTo>
                  <a:cubicBezTo>
                    <a:pt x="4508" y="14138"/>
                    <a:pt x="4682" y="14710"/>
                    <a:pt x="4773" y="15310"/>
                  </a:cubicBezTo>
                  <a:cubicBezTo>
                    <a:pt x="6395" y="12183"/>
                    <a:pt x="8202" y="9140"/>
                    <a:pt x="9831" y="6080"/>
                  </a:cubicBezTo>
                  <a:cubicBezTo>
                    <a:pt x="10302" y="5192"/>
                    <a:pt x="10766" y="4281"/>
                    <a:pt x="11228" y="3362"/>
                  </a:cubicBezTo>
                  <a:cubicBezTo>
                    <a:pt x="10522" y="2888"/>
                    <a:pt x="9922" y="2159"/>
                    <a:pt x="9233" y="1649"/>
                  </a:cubicBezTo>
                  <a:cubicBezTo>
                    <a:pt x="8379" y="1025"/>
                    <a:pt x="7477" y="489"/>
                    <a:pt x="6539" y="46"/>
                  </a:cubicBezTo>
                  <a:cubicBezTo>
                    <a:pt x="6510" y="34"/>
                    <a:pt x="6486" y="20"/>
                    <a:pt x="6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493400" y="2069625"/>
              <a:ext cx="197650" cy="350725"/>
            </a:xfrm>
            <a:custGeom>
              <a:avLst/>
              <a:gdLst/>
              <a:ahLst/>
              <a:cxnLst/>
              <a:rect l="l" t="t" r="r" b="b"/>
              <a:pathLst>
                <a:path w="7906" h="14029" extrusionOk="0">
                  <a:moveTo>
                    <a:pt x="5381" y="1"/>
                  </a:moveTo>
                  <a:cubicBezTo>
                    <a:pt x="5709" y="1250"/>
                    <a:pt x="4524" y="2956"/>
                    <a:pt x="4144" y="4066"/>
                  </a:cubicBezTo>
                  <a:cubicBezTo>
                    <a:pt x="3477" y="6013"/>
                    <a:pt x="2955" y="8155"/>
                    <a:pt x="1716" y="9841"/>
                  </a:cubicBezTo>
                  <a:cubicBezTo>
                    <a:pt x="1199" y="10545"/>
                    <a:pt x="615" y="11181"/>
                    <a:pt x="0" y="11789"/>
                  </a:cubicBezTo>
                  <a:cubicBezTo>
                    <a:pt x="326" y="11837"/>
                    <a:pt x="634" y="12023"/>
                    <a:pt x="895" y="12416"/>
                  </a:cubicBezTo>
                  <a:cubicBezTo>
                    <a:pt x="1185" y="12856"/>
                    <a:pt x="1359" y="13428"/>
                    <a:pt x="1450" y="14028"/>
                  </a:cubicBezTo>
                  <a:cubicBezTo>
                    <a:pt x="3072" y="10901"/>
                    <a:pt x="4879" y="7858"/>
                    <a:pt x="6508" y="4798"/>
                  </a:cubicBezTo>
                  <a:cubicBezTo>
                    <a:pt x="6979" y="3910"/>
                    <a:pt x="7443" y="2999"/>
                    <a:pt x="7905" y="2080"/>
                  </a:cubicBezTo>
                  <a:cubicBezTo>
                    <a:pt x="7199" y="1606"/>
                    <a:pt x="6599" y="877"/>
                    <a:pt x="5910" y="367"/>
                  </a:cubicBezTo>
                  <a:cubicBezTo>
                    <a:pt x="5735" y="240"/>
                    <a:pt x="5560" y="121"/>
                    <a:pt x="5381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365700" y="1903200"/>
              <a:ext cx="404525" cy="639750"/>
            </a:xfrm>
            <a:custGeom>
              <a:avLst/>
              <a:gdLst/>
              <a:ahLst/>
              <a:cxnLst/>
              <a:rect l="l" t="t" r="r" b="b"/>
              <a:pathLst>
                <a:path w="16181" h="25590" extrusionOk="0">
                  <a:moveTo>
                    <a:pt x="11609" y="1267"/>
                  </a:moveTo>
                  <a:cubicBezTo>
                    <a:pt x="12933" y="1267"/>
                    <a:pt x="14147" y="1807"/>
                    <a:pt x="14994" y="3469"/>
                  </a:cubicBezTo>
                  <a:cubicBezTo>
                    <a:pt x="15116" y="3708"/>
                    <a:pt x="15214" y="3952"/>
                    <a:pt x="15303" y="4201"/>
                  </a:cubicBezTo>
                  <a:cubicBezTo>
                    <a:pt x="15114" y="4564"/>
                    <a:pt x="14927" y="4933"/>
                    <a:pt x="14741" y="5299"/>
                  </a:cubicBezTo>
                  <a:cubicBezTo>
                    <a:pt x="14269" y="4706"/>
                    <a:pt x="13652" y="4196"/>
                    <a:pt x="13149" y="3780"/>
                  </a:cubicBezTo>
                  <a:cubicBezTo>
                    <a:pt x="12228" y="3017"/>
                    <a:pt x="11255" y="2459"/>
                    <a:pt x="10168" y="2146"/>
                  </a:cubicBezTo>
                  <a:cubicBezTo>
                    <a:pt x="10322" y="1882"/>
                    <a:pt x="10477" y="1619"/>
                    <a:pt x="10630" y="1354"/>
                  </a:cubicBezTo>
                  <a:cubicBezTo>
                    <a:pt x="10961" y="1299"/>
                    <a:pt x="11288" y="1267"/>
                    <a:pt x="11609" y="1267"/>
                  </a:cubicBezTo>
                  <a:close/>
                  <a:moveTo>
                    <a:pt x="9664" y="3009"/>
                  </a:moveTo>
                  <a:cubicBezTo>
                    <a:pt x="10570" y="3495"/>
                    <a:pt x="11477" y="4026"/>
                    <a:pt x="12298" y="4675"/>
                  </a:cubicBezTo>
                  <a:cubicBezTo>
                    <a:pt x="12951" y="5194"/>
                    <a:pt x="13484" y="5978"/>
                    <a:pt x="14095" y="6581"/>
                  </a:cubicBezTo>
                  <a:cubicBezTo>
                    <a:pt x="13908" y="6955"/>
                    <a:pt x="13721" y="7328"/>
                    <a:pt x="13535" y="7699"/>
                  </a:cubicBezTo>
                  <a:cubicBezTo>
                    <a:pt x="13006" y="6993"/>
                    <a:pt x="12216" y="6435"/>
                    <a:pt x="11563" y="5971"/>
                  </a:cubicBezTo>
                  <a:cubicBezTo>
                    <a:pt x="10685" y="5349"/>
                    <a:pt x="9747" y="4880"/>
                    <a:pt x="8766" y="4512"/>
                  </a:cubicBezTo>
                  <a:cubicBezTo>
                    <a:pt x="9068" y="4014"/>
                    <a:pt x="9367" y="3512"/>
                    <a:pt x="9664" y="3009"/>
                  </a:cubicBezTo>
                  <a:close/>
                  <a:moveTo>
                    <a:pt x="8247" y="5376"/>
                  </a:moveTo>
                  <a:cubicBezTo>
                    <a:pt x="8271" y="5395"/>
                    <a:pt x="8295" y="5409"/>
                    <a:pt x="8324" y="5421"/>
                  </a:cubicBezTo>
                  <a:cubicBezTo>
                    <a:pt x="9262" y="5864"/>
                    <a:pt x="10164" y="6400"/>
                    <a:pt x="11015" y="7026"/>
                  </a:cubicBezTo>
                  <a:cubicBezTo>
                    <a:pt x="11707" y="7534"/>
                    <a:pt x="12307" y="8263"/>
                    <a:pt x="13013" y="8737"/>
                  </a:cubicBezTo>
                  <a:cubicBezTo>
                    <a:pt x="12551" y="9658"/>
                    <a:pt x="12087" y="10570"/>
                    <a:pt x="11616" y="11455"/>
                  </a:cubicBezTo>
                  <a:cubicBezTo>
                    <a:pt x="9987" y="14515"/>
                    <a:pt x="8180" y="17558"/>
                    <a:pt x="6558" y="20685"/>
                  </a:cubicBezTo>
                  <a:cubicBezTo>
                    <a:pt x="6467" y="20085"/>
                    <a:pt x="6293" y="19513"/>
                    <a:pt x="6003" y="19073"/>
                  </a:cubicBezTo>
                  <a:cubicBezTo>
                    <a:pt x="5696" y="18610"/>
                    <a:pt x="5325" y="18432"/>
                    <a:pt x="4936" y="18432"/>
                  </a:cubicBezTo>
                  <a:cubicBezTo>
                    <a:pt x="4681" y="18432"/>
                    <a:pt x="4417" y="18509"/>
                    <a:pt x="4158" y="18632"/>
                  </a:cubicBezTo>
                  <a:cubicBezTo>
                    <a:pt x="4106" y="17838"/>
                    <a:pt x="3879" y="17053"/>
                    <a:pt x="3235" y="16627"/>
                  </a:cubicBezTo>
                  <a:cubicBezTo>
                    <a:pt x="2953" y="16442"/>
                    <a:pt x="2650" y="16365"/>
                    <a:pt x="2344" y="16365"/>
                  </a:cubicBezTo>
                  <a:cubicBezTo>
                    <a:pt x="2158" y="16365"/>
                    <a:pt x="1970" y="16393"/>
                    <a:pt x="1785" y="16443"/>
                  </a:cubicBezTo>
                  <a:cubicBezTo>
                    <a:pt x="3163" y="14125"/>
                    <a:pt x="4469" y="11740"/>
                    <a:pt x="5816" y="9436"/>
                  </a:cubicBezTo>
                  <a:cubicBezTo>
                    <a:pt x="6611" y="8079"/>
                    <a:pt x="7429" y="6730"/>
                    <a:pt x="8247" y="5376"/>
                  </a:cubicBezTo>
                  <a:close/>
                  <a:moveTo>
                    <a:pt x="2050" y="17474"/>
                  </a:moveTo>
                  <a:cubicBezTo>
                    <a:pt x="2204" y="17474"/>
                    <a:pt x="2359" y="17500"/>
                    <a:pt x="2517" y="17573"/>
                  </a:cubicBezTo>
                  <a:cubicBezTo>
                    <a:pt x="3261" y="17910"/>
                    <a:pt x="3218" y="18673"/>
                    <a:pt x="3256" y="19496"/>
                  </a:cubicBezTo>
                  <a:cubicBezTo>
                    <a:pt x="3269" y="19768"/>
                    <a:pt x="3485" y="20020"/>
                    <a:pt x="3718" y="20020"/>
                  </a:cubicBezTo>
                  <a:cubicBezTo>
                    <a:pt x="3791" y="20020"/>
                    <a:pt x="3865" y="19995"/>
                    <a:pt x="3936" y="19939"/>
                  </a:cubicBezTo>
                  <a:cubicBezTo>
                    <a:pt x="4260" y="19681"/>
                    <a:pt x="4527" y="19572"/>
                    <a:pt x="4747" y="19572"/>
                  </a:cubicBezTo>
                  <a:cubicBezTo>
                    <a:pt x="5577" y="19572"/>
                    <a:pt x="5742" y="21124"/>
                    <a:pt x="5785" y="22145"/>
                  </a:cubicBezTo>
                  <a:cubicBezTo>
                    <a:pt x="4740" y="22647"/>
                    <a:pt x="3694" y="23147"/>
                    <a:pt x="2644" y="23640"/>
                  </a:cubicBezTo>
                  <a:cubicBezTo>
                    <a:pt x="2244" y="22994"/>
                    <a:pt x="1577" y="22480"/>
                    <a:pt x="988" y="22157"/>
                  </a:cubicBezTo>
                  <a:cubicBezTo>
                    <a:pt x="1019" y="20685"/>
                    <a:pt x="1022" y="19211"/>
                    <a:pt x="1000" y="17752"/>
                  </a:cubicBezTo>
                  <a:cubicBezTo>
                    <a:pt x="1022" y="17716"/>
                    <a:pt x="1041" y="17680"/>
                    <a:pt x="1063" y="17644"/>
                  </a:cubicBezTo>
                  <a:cubicBezTo>
                    <a:pt x="1066" y="17644"/>
                    <a:pt x="1069" y="17644"/>
                    <a:pt x="1073" y="17644"/>
                  </a:cubicBezTo>
                  <a:cubicBezTo>
                    <a:pt x="1081" y="17644"/>
                    <a:pt x="1089" y="17645"/>
                    <a:pt x="1098" y="17645"/>
                  </a:cubicBezTo>
                  <a:cubicBezTo>
                    <a:pt x="1101" y="17645"/>
                    <a:pt x="1104" y="17645"/>
                    <a:pt x="1108" y="17644"/>
                  </a:cubicBezTo>
                  <a:cubicBezTo>
                    <a:pt x="1431" y="17582"/>
                    <a:pt x="1739" y="17474"/>
                    <a:pt x="2050" y="17474"/>
                  </a:cubicBezTo>
                  <a:close/>
                  <a:moveTo>
                    <a:pt x="11729" y="1"/>
                  </a:moveTo>
                  <a:cubicBezTo>
                    <a:pt x="11615" y="1"/>
                    <a:pt x="11501" y="4"/>
                    <a:pt x="11386" y="12"/>
                  </a:cubicBezTo>
                  <a:lnTo>
                    <a:pt x="10223" y="299"/>
                  </a:lnTo>
                  <a:lnTo>
                    <a:pt x="9333" y="1789"/>
                  </a:lnTo>
                  <a:cubicBezTo>
                    <a:pt x="8099" y="3895"/>
                    <a:pt x="6910" y="6038"/>
                    <a:pt x="5680" y="8127"/>
                  </a:cubicBezTo>
                  <a:cubicBezTo>
                    <a:pt x="4264" y="10534"/>
                    <a:pt x="2747" y="12924"/>
                    <a:pt x="1321" y="15371"/>
                  </a:cubicBezTo>
                  <a:lnTo>
                    <a:pt x="271" y="17226"/>
                  </a:lnTo>
                  <a:lnTo>
                    <a:pt x="129" y="19695"/>
                  </a:lnTo>
                  <a:cubicBezTo>
                    <a:pt x="46" y="21468"/>
                    <a:pt x="0" y="23255"/>
                    <a:pt x="17" y="25013"/>
                  </a:cubicBezTo>
                  <a:lnTo>
                    <a:pt x="96" y="25590"/>
                  </a:lnTo>
                  <a:lnTo>
                    <a:pt x="2029" y="24929"/>
                  </a:lnTo>
                  <a:lnTo>
                    <a:pt x="6632" y="22630"/>
                  </a:lnTo>
                  <a:lnTo>
                    <a:pt x="7470" y="21154"/>
                  </a:lnTo>
                  <a:cubicBezTo>
                    <a:pt x="9034" y="18276"/>
                    <a:pt x="10472" y="15283"/>
                    <a:pt x="11996" y="12438"/>
                  </a:cubicBezTo>
                  <a:cubicBezTo>
                    <a:pt x="12941" y="10675"/>
                    <a:pt x="13882" y="8909"/>
                    <a:pt x="14824" y="7144"/>
                  </a:cubicBezTo>
                  <a:cubicBezTo>
                    <a:pt x="14956" y="7065"/>
                    <a:pt x="15049" y="6912"/>
                    <a:pt x="15047" y="6727"/>
                  </a:cubicBezTo>
                  <a:cubicBezTo>
                    <a:pt x="15135" y="6560"/>
                    <a:pt x="15226" y="6390"/>
                    <a:pt x="15315" y="6222"/>
                  </a:cubicBezTo>
                  <a:lnTo>
                    <a:pt x="16181" y="4622"/>
                  </a:lnTo>
                  <a:lnTo>
                    <a:pt x="15970" y="2933"/>
                  </a:lnTo>
                  <a:cubicBezTo>
                    <a:pt x="15769" y="2519"/>
                    <a:pt x="15532" y="2124"/>
                    <a:pt x="15245" y="1756"/>
                  </a:cubicBezTo>
                  <a:cubicBezTo>
                    <a:pt x="14252" y="476"/>
                    <a:pt x="13019" y="1"/>
                    <a:pt x="11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5"/>
          <p:cNvGrpSpPr/>
          <p:nvPr/>
        </p:nvGrpSpPr>
        <p:grpSpPr>
          <a:xfrm rot="-5400000">
            <a:off x="1418495" y="287630"/>
            <a:ext cx="312648" cy="276728"/>
            <a:chOff x="5383800" y="4852900"/>
            <a:chExt cx="297675" cy="263475"/>
          </a:xfrm>
        </p:grpSpPr>
        <p:sp>
          <p:nvSpPr>
            <p:cNvPr id="102" name="Google Shape;102;p5"/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" name="Google Shape;104;p5"/>
          <p:cNvSpPr/>
          <p:nvPr/>
        </p:nvSpPr>
        <p:spPr>
          <a:xfrm>
            <a:off x="7629375" y="3068800"/>
            <a:ext cx="2163300" cy="2166456"/>
          </a:xfrm>
          <a:custGeom>
            <a:avLst/>
            <a:gdLst/>
            <a:ahLst/>
            <a:cxnLst/>
            <a:rect l="l" t="t" r="r" b="b"/>
            <a:pathLst>
              <a:path w="61694" h="61784" extrusionOk="0">
                <a:moveTo>
                  <a:pt x="1763" y="61784"/>
                </a:moveTo>
                <a:cubicBezTo>
                  <a:pt x="763" y="53772"/>
                  <a:pt x="-2612" y="41967"/>
                  <a:pt x="4235" y="37688"/>
                </a:cubicBezTo>
                <a:cubicBezTo>
                  <a:pt x="10424" y="33820"/>
                  <a:pt x="20682" y="37209"/>
                  <a:pt x="25241" y="31510"/>
                </a:cubicBezTo>
                <a:cubicBezTo>
                  <a:pt x="29822" y="25783"/>
                  <a:pt x="32732" y="18279"/>
                  <a:pt x="38834" y="14211"/>
                </a:cubicBezTo>
                <a:cubicBezTo>
                  <a:pt x="43681" y="10980"/>
                  <a:pt x="51393" y="15125"/>
                  <a:pt x="56133" y="11739"/>
                </a:cubicBezTo>
                <a:cubicBezTo>
                  <a:pt x="59656" y="9222"/>
                  <a:pt x="61694" y="4330"/>
                  <a:pt x="61694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05" name="Google Shape;105;p5"/>
          <p:cNvSpPr/>
          <p:nvPr/>
        </p:nvSpPr>
        <p:spPr>
          <a:xfrm>
            <a:off x="0" y="3520650"/>
            <a:ext cx="1606375" cy="1699050"/>
          </a:xfrm>
          <a:custGeom>
            <a:avLst/>
            <a:gdLst/>
            <a:ahLst/>
            <a:cxnLst/>
            <a:rect l="l" t="t" r="r" b="b"/>
            <a:pathLst>
              <a:path w="64255" h="67962" extrusionOk="0">
                <a:moveTo>
                  <a:pt x="64255" y="67962"/>
                </a:moveTo>
                <a:cubicBezTo>
                  <a:pt x="64255" y="57475"/>
                  <a:pt x="63130" y="42997"/>
                  <a:pt x="53751" y="38306"/>
                </a:cubicBezTo>
                <a:cubicBezTo>
                  <a:pt x="45576" y="34217"/>
                  <a:pt x="34790" y="36580"/>
                  <a:pt x="27184" y="31510"/>
                </a:cubicBezTo>
                <a:cubicBezTo>
                  <a:pt x="21941" y="28015"/>
                  <a:pt x="24367" y="19212"/>
                  <a:pt x="23477" y="12974"/>
                </a:cubicBezTo>
                <a:cubicBezTo>
                  <a:pt x="22214" y="4123"/>
                  <a:pt x="8941" y="0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106" name="Google Shape;106;p5"/>
          <p:cNvGrpSpPr/>
          <p:nvPr/>
        </p:nvGrpSpPr>
        <p:grpSpPr>
          <a:xfrm flipH="1">
            <a:off x="8205906" y="956501"/>
            <a:ext cx="455521" cy="411817"/>
            <a:chOff x="6648725" y="1944825"/>
            <a:chExt cx="401800" cy="363250"/>
          </a:xfrm>
        </p:grpSpPr>
        <p:sp>
          <p:nvSpPr>
            <p:cNvPr id="107" name="Google Shape;107;p5"/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" name="Google Shape;111;p5"/>
          <p:cNvSpPr/>
          <p:nvPr/>
        </p:nvSpPr>
        <p:spPr>
          <a:xfrm rot="-2700000">
            <a:off x="8726864" y="463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" name="Google Shape;112;p5"/>
          <p:cNvGrpSpPr/>
          <p:nvPr/>
        </p:nvGrpSpPr>
        <p:grpSpPr>
          <a:xfrm rot="-2700000">
            <a:off x="7185961" y="-236562"/>
            <a:ext cx="1097959" cy="891975"/>
            <a:chOff x="1301775" y="3582596"/>
            <a:chExt cx="953074" cy="774271"/>
          </a:xfrm>
        </p:grpSpPr>
        <p:sp>
          <p:nvSpPr>
            <p:cNvPr id="113" name="Google Shape;113;p5"/>
            <p:cNvSpPr/>
            <p:nvPr/>
          </p:nvSpPr>
          <p:spPr>
            <a:xfrm>
              <a:off x="1913933" y="3905380"/>
              <a:ext cx="303333" cy="382518"/>
            </a:xfrm>
            <a:custGeom>
              <a:avLst/>
              <a:gdLst/>
              <a:ahLst/>
              <a:cxnLst/>
              <a:rect l="l" t="t" r="r" b="b"/>
              <a:pathLst>
                <a:path w="9887" h="12468" extrusionOk="0">
                  <a:moveTo>
                    <a:pt x="9391" y="0"/>
                  </a:moveTo>
                  <a:cubicBezTo>
                    <a:pt x="9367" y="12"/>
                    <a:pt x="9344" y="24"/>
                    <a:pt x="9315" y="34"/>
                  </a:cubicBezTo>
                  <a:cubicBezTo>
                    <a:pt x="6382" y="998"/>
                    <a:pt x="3441" y="1946"/>
                    <a:pt x="503" y="2903"/>
                  </a:cubicBezTo>
                  <a:cubicBezTo>
                    <a:pt x="338" y="2955"/>
                    <a:pt x="171" y="3013"/>
                    <a:pt x="1" y="3070"/>
                  </a:cubicBezTo>
                  <a:cubicBezTo>
                    <a:pt x="1195" y="4441"/>
                    <a:pt x="2015" y="6168"/>
                    <a:pt x="2884" y="7750"/>
                  </a:cubicBezTo>
                  <a:cubicBezTo>
                    <a:pt x="3704" y="9245"/>
                    <a:pt x="4690" y="10824"/>
                    <a:pt x="5236" y="12468"/>
                  </a:cubicBezTo>
                  <a:cubicBezTo>
                    <a:pt x="5422" y="12250"/>
                    <a:pt x="5580" y="11996"/>
                    <a:pt x="5700" y="11719"/>
                  </a:cubicBezTo>
                  <a:lnTo>
                    <a:pt x="9568" y="2678"/>
                  </a:lnTo>
                  <a:cubicBezTo>
                    <a:pt x="9879" y="1950"/>
                    <a:pt x="9887" y="1142"/>
                    <a:pt x="9590" y="400"/>
                  </a:cubicBezTo>
                  <a:cubicBezTo>
                    <a:pt x="9535" y="261"/>
                    <a:pt x="9466" y="127"/>
                    <a:pt x="9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398355" y="3932532"/>
              <a:ext cx="649342" cy="387826"/>
            </a:xfrm>
            <a:custGeom>
              <a:avLst/>
              <a:gdLst/>
              <a:ahLst/>
              <a:cxnLst/>
              <a:rect l="l" t="t" r="r" b="b"/>
              <a:pathLst>
                <a:path w="21165" h="12641" extrusionOk="0">
                  <a:moveTo>
                    <a:pt x="9080" y="1"/>
                  </a:moveTo>
                  <a:cubicBezTo>
                    <a:pt x="7463" y="919"/>
                    <a:pt x="5681" y="1573"/>
                    <a:pt x="4013" y="2391"/>
                  </a:cubicBezTo>
                  <a:cubicBezTo>
                    <a:pt x="2676" y="3049"/>
                    <a:pt x="1369" y="3826"/>
                    <a:pt x="1" y="4429"/>
                  </a:cubicBezTo>
                  <a:cubicBezTo>
                    <a:pt x="77" y="4470"/>
                    <a:pt x="154" y="4508"/>
                    <a:pt x="235" y="4544"/>
                  </a:cubicBezTo>
                  <a:lnTo>
                    <a:pt x="18595" y="12401"/>
                  </a:lnTo>
                  <a:cubicBezTo>
                    <a:pt x="18975" y="12564"/>
                    <a:pt x="19370" y="12640"/>
                    <a:pt x="19759" y="12640"/>
                  </a:cubicBezTo>
                  <a:cubicBezTo>
                    <a:pt x="20252" y="12640"/>
                    <a:pt x="20734" y="12517"/>
                    <a:pt x="21165" y="12289"/>
                  </a:cubicBezTo>
                  <a:cubicBezTo>
                    <a:pt x="20103" y="10733"/>
                    <a:pt x="19385" y="8863"/>
                    <a:pt x="18507" y="7205"/>
                  </a:cubicBezTo>
                  <a:cubicBezTo>
                    <a:pt x="17677" y="5642"/>
                    <a:pt x="16622" y="4121"/>
                    <a:pt x="16023" y="2451"/>
                  </a:cubicBezTo>
                  <a:cubicBezTo>
                    <a:pt x="15194" y="2726"/>
                    <a:pt x="14339" y="2963"/>
                    <a:pt x="13499" y="2963"/>
                  </a:cubicBezTo>
                  <a:cubicBezTo>
                    <a:pt x="12885" y="2963"/>
                    <a:pt x="12279" y="2837"/>
                    <a:pt x="11695" y="2506"/>
                  </a:cubicBezTo>
                  <a:cubicBezTo>
                    <a:pt x="10724" y="1955"/>
                    <a:pt x="9858" y="1022"/>
                    <a:pt x="90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1523745" y="3619228"/>
              <a:ext cx="652625" cy="366994"/>
            </a:xfrm>
            <a:custGeom>
              <a:avLst/>
              <a:gdLst/>
              <a:ahLst/>
              <a:cxnLst/>
              <a:rect l="l" t="t" r="r" b="b"/>
              <a:pathLst>
                <a:path w="21272" h="11962" extrusionOk="0">
                  <a:moveTo>
                    <a:pt x="1199" y="0"/>
                  </a:moveTo>
                  <a:cubicBezTo>
                    <a:pt x="784" y="0"/>
                    <a:pt x="376" y="87"/>
                    <a:pt x="0" y="250"/>
                  </a:cubicBezTo>
                  <a:cubicBezTo>
                    <a:pt x="2225" y="3952"/>
                    <a:pt x="4228" y="8325"/>
                    <a:pt x="7505" y="11186"/>
                  </a:cubicBezTo>
                  <a:cubicBezTo>
                    <a:pt x="8152" y="11751"/>
                    <a:pt x="8913" y="11961"/>
                    <a:pt x="9722" y="11961"/>
                  </a:cubicBezTo>
                  <a:cubicBezTo>
                    <a:pt x="11512" y="11961"/>
                    <a:pt x="13537" y="10931"/>
                    <a:pt x="15073" y="10430"/>
                  </a:cubicBezTo>
                  <a:cubicBezTo>
                    <a:pt x="17140" y="9758"/>
                    <a:pt x="19205" y="9083"/>
                    <a:pt x="21272" y="8414"/>
                  </a:cubicBezTo>
                  <a:cubicBezTo>
                    <a:pt x="21100" y="8292"/>
                    <a:pt x="20920" y="8179"/>
                    <a:pt x="20722" y="8095"/>
                  </a:cubicBezTo>
                  <a:lnTo>
                    <a:pt x="2362" y="238"/>
                  </a:lnTo>
                  <a:cubicBezTo>
                    <a:pt x="1982" y="76"/>
                    <a:pt x="1588" y="0"/>
                    <a:pt x="1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1343745" y="3643035"/>
              <a:ext cx="315667" cy="402338"/>
            </a:xfrm>
            <a:custGeom>
              <a:avLst/>
              <a:gdLst/>
              <a:ahLst/>
              <a:cxnLst/>
              <a:rect l="l" t="t" r="r" b="b"/>
              <a:pathLst>
                <a:path w="10289" h="13114" extrusionOk="0">
                  <a:moveTo>
                    <a:pt x="5056" y="1"/>
                  </a:moveTo>
                  <a:cubicBezTo>
                    <a:pt x="4747" y="278"/>
                    <a:pt x="4491" y="623"/>
                    <a:pt x="4317" y="1029"/>
                  </a:cubicBezTo>
                  <a:lnTo>
                    <a:pt x="450" y="10071"/>
                  </a:lnTo>
                  <a:cubicBezTo>
                    <a:pt x="1" y="11119"/>
                    <a:pt x="204" y="12284"/>
                    <a:pt x="876" y="13114"/>
                  </a:cubicBezTo>
                  <a:cubicBezTo>
                    <a:pt x="2252" y="12195"/>
                    <a:pt x="3829" y="11537"/>
                    <a:pt x="5319" y="10836"/>
                  </a:cubicBezTo>
                  <a:cubicBezTo>
                    <a:pt x="6934" y="10076"/>
                    <a:pt x="8578" y="9197"/>
                    <a:pt x="10288" y="8657"/>
                  </a:cubicBezTo>
                  <a:cubicBezTo>
                    <a:pt x="9726" y="7858"/>
                    <a:pt x="9212" y="7051"/>
                    <a:pt x="8743" y="6372"/>
                  </a:cubicBezTo>
                  <a:cubicBezTo>
                    <a:pt x="7358" y="4374"/>
                    <a:pt x="6008" y="2252"/>
                    <a:pt x="5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2018920" y="4108267"/>
              <a:ext cx="136925" cy="179631"/>
            </a:xfrm>
            <a:custGeom>
              <a:avLst/>
              <a:gdLst/>
              <a:ahLst/>
              <a:cxnLst/>
              <a:rect l="l" t="t" r="r" b="b"/>
              <a:pathLst>
                <a:path w="4463" h="5855" extrusionOk="0">
                  <a:moveTo>
                    <a:pt x="4462" y="0"/>
                  </a:moveTo>
                  <a:lnTo>
                    <a:pt x="4462" y="0"/>
                  </a:lnTo>
                  <a:cubicBezTo>
                    <a:pt x="3409" y="876"/>
                    <a:pt x="2146" y="1522"/>
                    <a:pt x="787" y="1910"/>
                  </a:cubicBezTo>
                  <a:cubicBezTo>
                    <a:pt x="524" y="1984"/>
                    <a:pt x="263" y="2046"/>
                    <a:pt x="0" y="2101"/>
                  </a:cubicBezTo>
                  <a:cubicBezTo>
                    <a:pt x="682" y="3307"/>
                    <a:pt x="1385" y="4560"/>
                    <a:pt x="1814" y="5855"/>
                  </a:cubicBezTo>
                  <a:cubicBezTo>
                    <a:pt x="2000" y="5637"/>
                    <a:pt x="2158" y="5386"/>
                    <a:pt x="2278" y="5106"/>
                  </a:cubicBezTo>
                  <a:lnTo>
                    <a:pt x="4462" y="0"/>
                  </a:ln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1398355" y="4012975"/>
              <a:ext cx="649342" cy="307383"/>
            </a:xfrm>
            <a:custGeom>
              <a:avLst/>
              <a:gdLst/>
              <a:ahLst/>
              <a:cxnLst/>
              <a:rect l="l" t="t" r="r" b="b"/>
              <a:pathLst>
                <a:path w="21165" h="10019" extrusionOk="0">
                  <a:moveTo>
                    <a:pt x="3558" y="1"/>
                  </a:moveTo>
                  <a:cubicBezTo>
                    <a:pt x="2376" y="606"/>
                    <a:pt x="1214" y="1274"/>
                    <a:pt x="1" y="1807"/>
                  </a:cubicBezTo>
                  <a:cubicBezTo>
                    <a:pt x="77" y="1848"/>
                    <a:pt x="154" y="1886"/>
                    <a:pt x="235" y="1922"/>
                  </a:cubicBezTo>
                  <a:lnTo>
                    <a:pt x="18595" y="9779"/>
                  </a:lnTo>
                  <a:cubicBezTo>
                    <a:pt x="18974" y="9942"/>
                    <a:pt x="19369" y="10018"/>
                    <a:pt x="19758" y="10018"/>
                  </a:cubicBezTo>
                  <a:cubicBezTo>
                    <a:pt x="20251" y="10018"/>
                    <a:pt x="20734" y="9895"/>
                    <a:pt x="21165" y="9667"/>
                  </a:cubicBezTo>
                  <a:cubicBezTo>
                    <a:pt x="20277" y="8367"/>
                    <a:pt x="19629" y="6848"/>
                    <a:pt x="18928" y="5415"/>
                  </a:cubicBezTo>
                  <a:cubicBezTo>
                    <a:pt x="18450" y="5466"/>
                    <a:pt x="17973" y="5489"/>
                    <a:pt x="17497" y="5489"/>
                  </a:cubicBezTo>
                  <a:cubicBezTo>
                    <a:pt x="15258" y="5489"/>
                    <a:pt x="13037" y="4970"/>
                    <a:pt x="10844" y="4286"/>
                  </a:cubicBezTo>
                  <a:cubicBezTo>
                    <a:pt x="8073" y="3425"/>
                    <a:pt x="5456" y="2104"/>
                    <a:pt x="3558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1343745" y="3809505"/>
              <a:ext cx="141558" cy="235868"/>
            </a:xfrm>
            <a:custGeom>
              <a:avLst/>
              <a:gdLst/>
              <a:ahLst/>
              <a:cxnLst/>
              <a:rect l="l" t="t" r="r" b="b"/>
              <a:pathLst>
                <a:path w="4614" h="7688" extrusionOk="0">
                  <a:moveTo>
                    <a:pt x="2436" y="1"/>
                  </a:moveTo>
                  <a:lnTo>
                    <a:pt x="450" y="4645"/>
                  </a:lnTo>
                  <a:cubicBezTo>
                    <a:pt x="1" y="5693"/>
                    <a:pt x="204" y="6858"/>
                    <a:pt x="876" y="7688"/>
                  </a:cubicBezTo>
                  <a:cubicBezTo>
                    <a:pt x="2034" y="6915"/>
                    <a:pt x="3338" y="6324"/>
                    <a:pt x="4613" y="5738"/>
                  </a:cubicBezTo>
                  <a:cubicBezTo>
                    <a:pt x="4243" y="5231"/>
                    <a:pt x="3908" y="4693"/>
                    <a:pt x="3621" y="4104"/>
                  </a:cubicBezTo>
                  <a:cubicBezTo>
                    <a:pt x="2996" y="2829"/>
                    <a:pt x="2542" y="1429"/>
                    <a:pt x="2436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1301775" y="3582596"/>
              <a:ext cx="953074" cy="774271"/>
            </a:xfrm>
            <a:custGeom>
              <a:avLst/>
              <a:gdLst/>
              <a:ahLst/>
              <a:cxnLst/>
              <a:rect l="l" t="t" r="r" b="b"/>
              <a:pathLst>
                <a:path w="31065" h="25237" extrusionOk="0">
                  <a:moveTo>
                    <a:pt x="8434" y="1194"/>
                  </a:moveTo>
                  <a:cubicBezTo>
                    <a:pt x="8823" y="1194"/>
                    <a:pt x="9217" y="1270"/>
                    <a:pt x="9597" y="1432"/>
                  </a:cubicBezTo>
                  <a:lnTo>
                    <a:pt x="27954" y="9289"/>
                  </a:lnTo>
                  <a:cubicBezTo>
                    <a:pt x="28153" y="9375"/>
                    <a:pt x="28335" y="9486"/>
                    <a:pt x="28507" y="9608"/>
                  </a:cubicBezTo>
                  <a:cubicBezTo>
                    <a:pt x="26440" y="10277"/>
                    <a:pt x="24375" y="10952"/>
                    <a:pt x="22308" y="11624"/>
                  </a:cubicBezTo>
                  <a:cubicBezTo>
                    <a:pt x="20772" y="12125"/>
                    <a:pt x="18746" y="13155"/>
                    <a:pt x="16956" y="13155"/>
                  </a:cubicBezTo>
                  <a:cubicBezTo>
                    <a:pt x="16147" y="13155"/>
                    <a:pt x="15386" y="12945"/>
                    <a:pt x="14740" y="12380"/>
                  </a:cubicBezTo>
                  <a:cubicBezTo>
                    <a:pt x="11463" y="9519"/>
                    <a:pt x="9460" y="5146"/>
                    <a:pt x="7235" y="1444"/>
                  </a:cubicBezTo>
                  <a:cubicBezTo>
                    <a:pt x="7611" y="1281"/>
                    <a:pt x="8019" y="1194"/>
                    <a:pt x="8434" y="1194"/>
                  </a:cubicBezTo>
                  <a:close/>
                  <a:moveTo>
                    <a:pt x="6424" y="1968"/>
                  </a:moveTo>
                  <a:cubicBezTo>
                    <a:pt x="7376" y="4222"/>
                    <a:pt x="8726" y="6342"/>
                    <a:pt x="10111" y="8340"/>
                  </a:cubicBezTo>
                  <a:cubicBezTo>
                    <a:pt x="10582" y="9021"/>
                    <a:pt x="11094" y="9828"/>
                    <a:pt x="11656" y="10627"/>
                  </a:cubicBezTo>
                  <a:cubicBezTo>
                    <a:pt x="9946" y="11167"/>
                    <a:pt x="8302" y="12046"/>
                    <a:pt x="6687" y="12804"/>
                  </a:cubicBezTo>
                  <a:cubicBezTo>
                    <a:pt x="5197" y="13507"/>
                    <a:pt x="3619" y="14165"/>
                    <a:pt x="2244" y="15083"/>
                  </a:cubicBezTo>
                  <a:lnTo>
                    <a:pt x="2244" y="15083"/>
                  </a:lnTo>
                  <a:cubicBezTo>
                    <a:pt x="1572" y="14253"/>
                    <a:pt x="1369" y="13088"/>
                    <a:pt x="1818" y="12041"/>
                  </a:cubicBezTo>
                  <a:lnTo>
                    <a:pt x="5685" y="2999"/>
                  </a:lnTo>
                  <a:cubicBezTo>
                    <a:pt x="5859" y="2593"/>
                    <a:pt x="6115" y="2248"/>
                    <a:pt x="6424" y="1968"/>
                  </a:cubicBezTo>
                  <a:close/>
                  <a:moveTo>
                    <a:pt x="29344" y="10521"/>
                  </a:moveTo>
                  <a:cubicBezTo>
                    <a:pt x="29419" y="10651"/>
                    <a:pt x="29488" y="10782"/>
                    <a:pt x="29545" y="10921"/>
                  </a:cubicBezTo>
                  <a:cubicBezTo>
                    <a:pt x="29842" y="11663"/>
                    <a:pt x="29832" y="12471"/>
                    <a:pt x="29521" y="13199"/>
                  </a:cubicBezTo>
                  <a:lnTo>
                    <a:pt x="25653" y="22240"/>
                  </a:lnTo>
                  <a:cubicBezTo>
                    <a:pt x="25533" y="22517"/>
                    <a:pt x="25378" y="22771"/>
                    <a:pt x="25189" y="22989"/>
                  </a:cubicBezTo>
                  <a:cubicBezTo>
                    <a:pt x="24643" y="21345"/>
                    <a:pt x="23657" y="19766"/>
                    <a:pt x="22837" y="18271"/>
                  </a:cubicBezTo>
                  <a:cubicBezTo>
                    <a:pt x="21968" y="16689"/>
                    <a:pt x="21148" y="14962"/>
                    <a:pt x="19954" y="13591"/>
                  </a:cubicBezTo>
                  <a:cubicBezTo>
                    <a:pt x="20124" y="13534"/>
                    <a:pt x="20291" y="13476"/>
                    <a:pt x="20459" y="13424"/>
                  </a:cubicBezTo>
                  <a:cubicBezTo>
                    <a:pt x="23397" y="12467"/>
                    <a:pt x="26335" y="11519"/>
                    <a:pt x="29268" y="10555"/>
                  </a:cubicBezTo>
                  <a:cubicBezTo>
                    <a:pt x="29297" y="10545"/>
                    <a:pt x="29320" y="10533"/>
                    <a:pt x="29344" y="10521"/>
                  </a:cubicBezTo>
                  <a:close/>
                  <a:moveTo>
                    <a:pt x="12228" y="11407"/>
                  </a:moveTo>
                  <a:cubicBezTo>
                    <a:pt x="13006" y="12428"/>
                    <a:pt x="13872" y="13361"/>
                    <a:pt x="14843" y="13912"/>
                  </a:cubicBezTo>
                  <a:cubicBezTo>
                    <a:pt x="15427" y="14243"/>
                    <a:pt x="16033" y="14369"/>
                    <a:pt x="16647" y="14369"/>
                  </a:cubicBezTo>
                  <a:cubicBezTo>
                    <a:pt x="17487" y="14369"/>
                    <a:pt x="18342" y="14132"/>
                    <a:pt x="19171" y="13857"/>
                  </a:cubicBezTo>
                  <a:cubicBezTo>
                    <a:pt x="19770" y="15527"/>
                    <a:pt x="20825" y="17048"/>
                    <a:pt x="21655" y="18611"/>
                  </a:cubicBezTo>
                  <a:cubicBezTo>
                    <a:pt x="22533" y="20269"/>
                    <a:pt x="23251" y="22139"/>
                    <a:pt x="24313" y="23695"/>
                  </a:cubicBezTo>
                  <a:cubicBezTo>
                    <a:pt x="23884" y="23923"/>
                    <a:pt x="23402" y="24045"/>
                    <a:pt x="22910" y="24045"/>
                  </a:cubicBezTo>
                  <a:cubicBezTo>
                    <a:pt x="22520" y="24045"/>
                    <a:pt x="22124" y="23968"/>
                    <a:pt x="21743" y="23805"/>
                  </a:cubicBezTo>
                  <a:lnTo>
                    <a:pt x="21743" y="23807"/>
                  </a:lnTo>
                  <a:lnTo>
                    <a:pt x="3383" y="15950"/>
                  </a:lnTo>
                  <a:cubicBezTo>
                    <a:pt x="3302" y="15914"/>
                    <a:pt x="3225" y="15876"/>
                    <a:pt x="3149" y="15835"/>
                  </a:cubicBezTo>
                  <a:cubicBezTo>
                    <a:pt x="4517" y="15232"/>
                    <a:pt x="5824" y="14455"/>
                    <a:pt x="7161" y="13797"/>
                  </a:cubicBezTo>
                  <a:cubicBezTo>
                    <a:pt x="8829" y="12979"/>
                    <a:pt x="10611" y="12325"/>
                    <a:pt x="12228" y="11407"/>
                  </a:cubicBezTo>
                  <a:close/>
                  <a:moveTo>
                    <a:pt x="8432" y="1"/>
                  </a:moveTo>
                  <a:cubicBezTo>
                    <a:pt x="6811" y="1"/>
                    <a:pt x="5268" y="950"/>
                    <a:pt x="4591" y="2531"/>
                  </a:cubicBezTo>
                  <a:lnTo>
                    <a:pt x="723" y="11572"/>
                  </a:lnTo>
                  <a:cubicBezTo>
                    <a:pt x="0" y="13263"/>
                    <a:pt x="483" y="15173"/>
                    <a:pt x="1790" y="16330"/>
                  </a:cubicBezTo>
                  <a:cubicBezTo>
                    <a:pt x="2115" y="16620"/>
                    <a:pt x="2493" y="16864"/>
                    <a:pt x="2914" y="17043"/>
                  </a:cubicBezTo>
                  <a:lnTo>
                    <a:pt x="21274" y="24900"/>
                  </a:lnTo>
                  <a:cubicBezTo>
                    <a:pt x="21808" y="25129"/>
                    <a:pt x="22363" y="25237"/>
                    <a:pt x="22910" y="25237"/>
                  </a:cubicBezTo>
                  <a:cubicBezTo>
                    <a:pt x="24529" y="25237"/>
                    <a:pt x="26072" y="24288"/>
                    <a:pt x="26748" y="22709"/>
                  </a:cubicBezTo>
                  <a:lnTo>
                    <a:pt x="30617" y="13668"/>
                  </a:lnTo>
                  <a:cubicBezTo>
                    <a:pt x="31053" y="12646"/>
                    <a:pt x="31065" y="11514"/>
                    <a:pt x="30651" y="10478"/>
                  </a:cubicBezTo>
                  <a:cubicBezTo>
                    <a:pt x="30234" y="9442"/>
                    <a:pt x="29445" y="8631"/>
                    <a:pt x="28423" y="8194"/>
                  </a:cubicBezTo>
                  <a:lnTo>
                    <a:pt x="10065" y="337"/>
                  </a:lnTo>
                  <a:cubicBezTo>
                    <a:pt x="9532" y="109"/>
                    <a:pt x="8978" y="1"/>
                    <a:pt x="8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7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6192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body" idx="1"/>
          </p:nvPr>
        </p:nvSpPr>
        <p:spPr>
          <a:xfrm>
            <a:off x="715100" y="1306600"/>
            <a:ext cx="3856800" cy="31683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●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○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■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●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○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■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●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○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■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158" name="Google Shape;158;p7"/>
          <p:cNvSpPr>
            <a:spLocks noGrp="1"/>
          </p:cNvSpPr>
          <p:nvPr>
            <p:ph type="pic" idx="2"/>
          </p:nvPr>
        </p:nvSpPr>
        <p:spPr>
          <a:xfrm>
            <a:off x="5089900" y="902250"/>
            <a:ext cx="3339000" cy="3339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9" name="Google Shape;159;p7"/>
          <p:cNvSpPr/>
          <p:nvPr/>
        </p:nvSpPr>
        <p:spPr>
          <a:xfrm>
            <a:off x="-188374" y="-162727"/>
            <a:ext cx="1223207" cy="1678503"/>
          </a:xfrm>
          <a:custGeom>
            <a:avLst/>
            <a:gdLst/>
            <a:ahLst/>
            <a:cxnLst/>
            <a:rect l="l" t="t" r="r" b="b"/>
            <a:pathLst>
              <a:path w="58082" h="79701" extrusionOk="0">
                <a:moveTo>
                  <a:pt x="5" y="79701"/>
                </a:moveTo>
                <a:cubicBezTo>
                  <a:pt x="1845" y="70504"/>
                  <a:pt x="-3174" y="57525"/>
                  <a:pt x="4330" y="51898"/>
                </a:cubicBezTo>
                <a:cubicBezTo>
                  <a:pt x="12199" y="45997"/>
                  <a:pt x="25178" y="48968"/>
                  <a:pt x="32133" y="42013"/>
                </a:cubicBezTo>
                <a:cubicBezTo>
                  <a:pt x="38137" y="36009"/>
                  <a:pt x="34512" y="24893"/>
                  <a:pt x="38311" y="17299"/>
                </a:cubicBezTo>
                <a:cubicBezTo>
                  <a:pt x="40759" y="12405"/>
                  <a:pt x="49888" y="15608"/>
                  <a:pt x="53757" y="11739"/>
                </a:cubicBezTo>
                <a:cubicBezTo>
                  <a:pt x="56706" y="8790"/>
                  <a:pt x="55133" y="2949"/>
                  <a:pt x="58082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160" name="Google Shape;160;p7"/>
          <p:cNvGrpSpPr/>
          <p:nvPr/>
        </p:nvGrpSpPr>
        <p:grpSpPr>
          <a:xfrm>
            <a:off x="7289317" y="4507006"/>
            <a:ext cx="1098037" cy="892038"/>
            <a:chOff x="1301775" y="3582596"/>
            <a:chExt cx="953074" cy="774271"/>
          </a:xfrm>
        </p:grpSpPr>
        <p:sp>
          <p:nvSpPr>
            <p:cNvPr id="161" name="Google Shape;161;p7"/>
            <p:cNvSpPr/>
            <p:nvPr/>
          </p:nvSpPr>
          <p:spPr>
            <a:xfrm>
              <a:off x="1913933" y="3905380"/>
              <a:ext cx="303333" cy="382518"/>
            </a:xfrm>
            <a:custGeom>
              <a:avLst/>
              <a:gdLst/>
              <a:ahLst/>
              <a:cxnLst/>
              <a:rect l="l" t="t" r="r" b="b"/>
              <a:pathLst>
                <a:path w="9887" h="12468" extrusionOk="0">
                  <a:moveTo>
                    <a:pt x="9391" y="0"/>
                  </a:moveTo>
                  <a:cubicBezTo>
                    <a:pt x="9367" y="12"/>
                    <a:pt x="9344" y="24"/>
                    <a:pt x="9315" y="34"/>
                  </a:cubicBezTo>
                  <a:cubicBezTo>
                    <a:pt x="6382" y="998"/>
                    <a:pt x="3441" y="1946"/>
                    <a:pt x="503" y="2903"/>
                  </a:cubicBezTo>
                  <a:cubicBezTo>
                    <a:pt x="338" y="2955"/>
                    <a:pt x="171" y="3013"/>
                    <a:pt x="1" y="3070"/>
                  </a:cubicBezTo>
                  <a:cubicBezTo>
                    <a:pt x="1195" y="4441"/>
                    <a:pt x="2015" y="6168"/>
                    <a:pt x="2884" y="7750"/>
                  </a:cubicBezTo>
                  <a:cubicBezTo>
                    <a:pt x="3704" y="9245"/>
                    <a:pt x="4690" y="10824"/>
                    <a:pt x="5236" y="12468"/>
                  </a:cubicBezTo>
                  <a:cubicBezTo>
                    <a:pt x="5422" y="12250"/>
                    <a:pt x="5580" y="11996"/>
                    <a:pt x="5700" y="11719"/>
                  </a:cubicBezTo>
                  <a:lnTo>
                    <a:pt x="9568" y="2678"/>
                  </a:lnTo>
                  <a:cubicBezTo>
                    <a:pt x="9879" y="1950"/>
                    <a:pt x="9887" y="1142"/>
                    <a:pt x="9590" y="400"/>
                  </a:cubicBezTo>
                  <a:cubicBezTo>
                    <a:pt x="9535" y="261"/>
                    <a:pt x="9466" y="127"/>
                    <a:pt x="9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1398355" y="3932532"/>
              <a:ext cx="649342" cy="387826"/>
            </a:xfrm>
            <a:custGeom>
              <a:avLst/>
              <a:gdLst/>
              <a:ahLst/>
              <a:cxnLst/>
              <a:rect l="l" t="t" r="r" b="b"/>
              <a:pathLst>
                <a:path w="21165" h="12641" extrusionOk="0">
                  <a:moveTo>
                    <a:pt x="9080" y="1"/>
                  </a:moveTo>
                  <a:cubicBezTo>
                    <a:pt x="7463" y="919"/>
                    <a:pt x="5681" y="1573"/>
                    <a:pt x="4013" y="2391"/>
                  </a:cubicBezTo>
                  <a:cubicBezTo>
                    <a:pt x="2676" y="3049"/>
                    <a:pt x="1369" y="3826"/>
                    <a:pt x="1" y="4429"/>
                  </a:cubicBezTo>
                  <a:cubicBezTo>
                    <a:pt x="77" y="4470"/>
                    <a:pt x="154" y="4508"/>
                    <a:pt x="235" y="4544"/>
                  </a:cubicBezTo>
                  <a:lnTo>
                    <a:pt x="18595" y="12401"/>
                  </a:lnTo>
                  <a:cubicBezTo>
                    <a:pt x="18975" y="12564"/>
                    <a:pt x="19370" y="12640"/>
                    <a:pt x="19759" y="12640"/>
                  </a:cubicBezTo>
                  <a:cubicBezTo>
                    <a:pt x="20252" y="12640"/>
                    <a:pt x="20734" y="12517"/>
                    <a:pt x="21165" y="12289"/>
                  </a:cubicBezTo>
                  <a:cubicBezTo>
                    <a:pt x="20103" y="10733"/>
                    <a:pt x="19385" y="8863"/>
                    <a:pt x="18507" y="7205"/>
                  </a:cubicBezTo>
                  <a:cubicBezTo>
                    <a:pt x="17677" y="5642"/>
                    <a:pt x="16622" y="4121"/>
                    <a:pt x="16023" y="2451"/>
                  </a:cubicBezTo>
                  <a:cubicBezTo>
                    <a:pt x="15194" y="2726"/>
                    <a:pt x="14339" y="2963"/>
                    <a:pt x="13499" y="2963"/>
                  </a:cubicBezTo>
                  <a:cubicBezTo>
                    <a:pt x="12885" y="2963"/>
                    <a:pt x="12279" y="2837"/>
                    <a:pt x="11695" y="2506"/>
                  </a:cubicBezTo>
                  <a:cubicBezTo>
                    <a:pt x="10724" y="1955"/>
                    <a:pt x="9858" y="1022"/>
                    <a:pt x="90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1523745" y="3619228"/>
              <a:ext cx="652625" cy="366994"/>
            </a:xfrm>
            <a:custGeom>
              <a:avLst/>
              <a:gdLst/>
              <a:ahLst/>
              <a:cxnLst/>
              <a:rect l="l" t="t" r="r" b="b"/>
              <a:pathLst>
                <a:path w="21272" h="11962" extrusionOk="0">
                  <a:moveTo>
                    <a:pt x="1199" y="0"/>
                  </a:moveTo>
                  <a:cubicBezTo>
                    <a:pt x="784" y="0"/>
                    <a:pt x="376" y="87"/>
                    <a:pt x="0" y="250"/>
                  </a:cubicBezTo>
                  <a:cubicBezTo>
                    <a:pt x="2225" y="3952"/>
                    <a:pt x="4228" y="8325"/>
                    <a:pt x="7505" y="11186"/>
                  </a:cubicBezTo>
                  <a:cubicBezTo>
                    <a:pt x="8152" y="11751"/>
                    <a:pt x="8913" y="11961"/>
                    <a:pt x="9722" y="11961"/>
                  </a:cubicBezTo>
                  <a:cubicBezTo>
                    <a:pt x="11512" y="11961"/>
                    <a:pt x="13537" y="10931"/>
                    <a:pt x="15073" y="10430"/>
                  </a:cubicBezTo>
                  <a:cubicBezTo>
                    <a:pt x="17140" y="9758"/>
                    <a:pt x="19205" y="9083"/>
                    <a:pt x="21272" y="8414"/>
                  </a:cubicBezTo>
                  <a:cubicBezTo>
                    <a:pt x="21100" y="8292"/>
                    <a:pt x="20920" y="8179"/>
                    <a:pt x="20722" y="8095"/>
                  </a:cubicBezTo>
                  <a:lnTo>
                    <a:pt x="2362" y="238"/>
                  </a:lnTo>
                  <a:cubicBezTo>
                    <a:pt x="1982" y="76"/>
                    <a:pt x="1588" y="0"/>
                    <a:pt x="1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1343745" y="3643035"/>
              <a:ext cx="315667" cy="402338"/>
            </a:xfrm>
            <a:custGeom>
              <a:avLst/>
              <a:gdLst/>
              <a:ahLst/>
              <a:cxnLst/>
              <a:rect l="l" t="t" r="r" b="b"/>
              <a:pathLst>
                <a:path w="10289" h="13114" extrusionOk="0">
                  <a:moveTo>
                    <a:pt x="5056" y="1"/>
                  </a:moveTo>
                  <a:cubicBezTo>
                    <a:pt x="4747" y="278"/>
                    <a:pt x="4491" y="623"/>
                    <a:pt x="4317" y="1029"/>
                  </a:cubicBezTo>
                  <a:lnTo>
                    <a:pt x="450" y="10071"/>
                  </a:lnTo>
                  <a:cubicBezTo>
                    <a:pt x="1" y="11119"/>
                    <a:pt x="204" y="12284"/>
                    <a:pt x="876" y="13114"/>
                  </a:cubicBezTo>
                  <a:cubicBezTo>
                    <a:pt x="2252" y="12195"/>
                    <a:pt x="3829" y="11537"/>
                    <a:pt x="5319" y="10836"/>
                  </a:cubicBezTo>
                  <a:cubicBezTo>
                    <a:pt x="6934" y="10076"/>
                    <a:pt x="8578" y="9197"/>
                    <a:pt x="10288" y="8657"/>
                  </a:cubicBezTo>
                  <a:cubicBezTo>
                    <a:pt x="9726" y="7858"/>
                    <a:pt x="9212" y="7051"/>
                    <a:pt x="8743" y="6372"/>
                  </a:cubicBezTo>
                  <a:cubicBezTo>
                    <a:pt x="7358" y="4374"/>
                    <a:pt x="6008" y="2252"/>
                    <a:pt x="5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2018920" y="4108267"/>
              <a:ext cx="136925" cy="179631"/>
            </a:xfrm>
            <a:custGeom>
              <a:avLst/>
              <a:gdLst/>
              <a:ahLst/>
              <a:cxnLst/>
              <a:rect l="l" t="t" r="r" b="b"/>
              <a:pathLst>
                <a:path w="4463" h="5855" extrusionOk="0">
                  <a:moveTo>
                    <a:pt x="4462" y="0"/>
                  </a:moveTo>
                  <a:lnTo>
                    <a:pt x="4462" y="0"/>
                  </a:lnTo>
                  <a:cubicBezTo>
                    <a:pt x="3409" y="876"/>
                    <a:pt x="2146" y="1522"/>
                    <a:pt x="787" y="1910"/>
                  </a:cubicBezTo>
                  <a:cubicBezTo>
                    <a:pt x="524" y="1984"/>
                    <a:pt x="263" y="2046"/>
                    <a:pt x="0" y="2101"/>
                  </a:cubicBezTo>
                  <a:cubicBezTo>
                    <a:pt x="682" y="3307"/>
                    <a:pt x="1385" y="4560"/>
                    <a:pt x="1814" y="5855"/>
                  </a:cubicBezTo>
                  <a:cubicBezTo>
                    <a:pt x="2000" y="5637"/>
                    <a:pt x="2158" y="5386"/>
                    <a:pt x="2278" y="5106"/>
                  </a:cubicBezTo>
                  <a:lnTo>
                    <a:pt x="4462" y="0"/>
                  </a:ln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1398355" y="4012975"/>
              <a:ext cx="649342" cy="307383"/>
            </a:xfrm>
            <a:custGeom>
              <a:avLst/>
              <a:gdLst/>
              <a:ahLst/>
              <a:cxnLst/>
              <a:rect l="l" t="t" r="r" b="b"/>
              <a:pathLst>
                <a:path w="21165" h="10019" extrusionOk="0">
                  <a:moveTo>
                    <a:pt x="3558" y="1"/>
                  </a:moveTo>
                  <a:cubicBezTo>
                    <a:pt x="2376" y="606"/>
                    <a:pt x="1214" y="1274"/>
                    <a:pt x="1" y="1807"/>
                  </a:cubicBezTo>
                  <a:cubicBezTo>
                    <a:pt x="77" y="1848"/>
                    <a:pt x="154" y="1886"/>
                    <a:pt x="235" y="1922"/>
                  </a:cubicBezTo>
                  <a:lnTo>
                    <a:pt x="18595" y="9779"/>
                  </a:lnTo>
                  <a:cubicBezTo>
                    <a:pt x="18974" y="9942"/>
                    <a:pt x="19369" y="10018"/>
                    <a:pt x="19758" y="10018"/>
                  </a:cubicBezTo>
                  <a:cubicBezTo>
                    <a:pt x="20251" y="10018"/>
                    <a:pt x="20734" y="9895"/>
                    <a:pt x="21165" y="9667"/>
                  </a:cubicBezTo>
                  <a:cubicBezTo>
                    <a:pt x="20277" y="8367"/>
                    <a:pt x="19629" y="6848"/>
                    <a:pt x="18928" y="5415"/>
                  </a:cubicBezTo>
                  <a:cubicBezTo>
                    <a:pt x="18450" y="5466"/>
                    <a:pt x="17973" y="5489"/>
                    <a:pt x="17497" y="5489"/>
                  </a:cubicBezTo>
                  <a:cubicBezTo>
                    <a:pt x="15258" y="5489"/>
                    <a:pt x="13037" y="4970"/>
                    <a:pt x="10844" y="4286"/>
                  </a:cubicBezTo>
                  <a:cubicBezTo>
                    <a:pt x="8073" y="3425"/>
                    <a:pt x="5456" y="2104"/>
                    <a:pt x="3558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1343745" y="3809505"/>
              <a:ext cx="141558" cy="235868"/>
            </a:xfrm>
            <a:custGeom>
              <a:avLst/>
              <a:gdLst/>
              <a:ahLst/>
              <a:cxnLst/>
              <a:rect l="l" t="t" r="r" b="b"/>
              <a:pathLst>
                <a:path w="4614" h="7688" extrusionOk="0">
                  <a:moveTo>
                    <a:pt x="2436" y="1"/>
                  </a:moveTo>
                  <a:lnTo>
                    <a:pt x="450" y="4645"/>
                  </a:lnTo>
                  <a:cubicBezTo>
                    <a:pt x="1" y="5693"/>
                    <a:pt x="204" y="6858"/>
                    <a:pt x="876" y="7688"/>
                  </a:cubicBezTo>
                  <a:cubicBezTo>
                    <a:pt x="2034" y="6915"/>
                    <a:pt x="3338" y="6324"/>
                    <a:pt x="4613" y="5738"/>
                  </a:cubicBezTo>
                  <a:cubicBezTo>
                    <a:pt x="4243" y="5231"/>
                    <a:pt x="3908" y="4693"/>
                    <a:pt x="3621" y="4104"/>
                  </a:cubicBezTo>
                  <a:cubicBezTo>
                    <a:pt x="2996" y="2829"/>
                    <a:pt x="2542" y="1429"/>
                    <a:pt x="2436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1301775" y="3582596"/>
              <a:ext cx="953074" cy="774271"/>
            </a:xfrm>
            <a:custGeom>
              <a:avLst/>
              <a:gdLst/>
              <a:ahLst/>
              <a:cxnLst/>
              <a:rect l="l" t="t" r="r" b="b"/>
              <a:pathLst>
                <a:path w="31065" h="25237" extrusionOk="0">
                  <a:moveTo>
                    <a:pt x="8434" y="1194"/>
                  </a:moveTo>
                  <a:cubicBezTo>
                    <a:pt x="8823" y="1194"/>
                    <a:pt x="9217" y="1270"/>
                    <a:pt x="9597" y="1432"/>
                  </a:cubicBezTo>
                  <a:lnTo>
                    <a:pt x="27954" y="9289"/>
                  </a:lnTo>
                  <a:cubicBezTo>
                    <a:pt x="28153" y="9375"/>
                    <a:pt x="28335" y="9486"/>
                    <a:pt x="28507" y="9608"/>
                  </a:cubicBezTo>
                  <a:cubicBezTo>
                    <a:pt x="26440" y="10277"/>
                    <a:pt x="24375" y="10952"/>
                    <a:pt x="22308" y="11624"/>
                  </a:cubicBezTo>
                  <a:cubicBezTo>
                    <a:pt x="20772" y="12125"/>
                    <a:pt x="18746" y="13155"/>
                    <a:pt x="16956" y="13155"/>
                  </a:cubicBezTo>
                  <a:cubicBezTo>
                    <a:pt x="16147" y="13155"/>
                    <a:pt x="15386" y="12945"/>
                    <a:pt x="14740" y="12380"/>
                  </a:cubicBezTo>
                  <a:cubicBezTo>
                    <a:pt x="11463" y="9519"/>
                    <a:pt x="9460" y="5146"/>
                    <a:pt x="7235" y="1444"/>
                  </a:cubicBezTo>
                  <a:cubicBezTo>
                    <a:pt x="7611" y="1281"/>
                    <a:pt x="8019" y="1194"/>
                    <a:pt x="8434" y="1194"/>
                  </a:cubicBezTo>
                  <a:close/>
                  <a:moveTo>
                    <a:pt x="6424" y="1968"/>
                  </a:moveTo>
                  <a:cubicBezTo>
                    <a:pt x="7376" y="4222"/>
                    <a:pt x="8726" y="6342"/>
                    <a:pt x="10111" y="8340"/>
                  </a:cubicBezTo>
                  <a:cubicBezTo>
                    <a:pt x="10582" y="9021"/>
                    <a:pt x="11094" y="9828"/>
                    <a:pt x="11656" y="10627"/>
                  </a:cubicBezTo>
                  <a:cubicBezTo>
                    <a:pt x="9946" y="11167"/>
                    <a:pt x="8302" y="12046"/>
                    <a:pt x="6687" y="12804"/>
                  </a:cubicBezTo>
                  <a:cubicBezTo>
                    <a:pt x="5197" y="13507"/>
                    <a:pt x="3619" y="14165"/>
                    <a:pt x="2244" y="15083"/>
                  </a:cubicBezTo>
                  <a:lnTo>
                    <a:pt x="2244" y="15083"/>
                  </a:lnTo>
                  <a:cubicBezTo>
                    <a:pt x="1572" y="14253"/>
                    <a:pt x="1369" y="13088"/>
                    <a:pt x="1818" y="12041"/>
                  </a:cubicBezTo>
                  <a:lnTo>
                    <a:pt x="5685" y="2999"/>
                  </a:lnTo>
                  <a:cubicBezTo>
                    <a:pt x="5859" y="2593"/>
                    <a:pt x="6115" y="2248"/>
                    <a:pt x="6424" y="1968"/>
                  </a:cubicBezTo>
                  <a:close/>
                  <a:moveTo>
                    <a:pt x="29344" y="10521"/>
                  </a:moveTo>
                  <a:cubicBezTo>
                    <a:pt x="29419" y="10651"/>
                    <a:pt x="29488" y="10782"/>
                    <a:pt x="29545" y="10921"/>
                  </a:cubicBezTo>
                  <a:cubicBezTo>
                    <a:pt x="29842" y="11663"/>
                    <a:pt x="29832" y="12471"/>
                    <a:pt x="29521" y="13199"/>
                  </a:cubicBezTo>
                  <a:lnTo>
                    <a:pt x="25653" y="22240"/>
                  </a:lnTo>
                  <a:cubicBezTo>
                    <a:pt x="25533" y="22517"/>
                    <a:pt x="25378" y="22771"/>
                    <a:pt x="25189" y="22989"/>
                  </a:cubicBezTo>
                  <a:cubicBezTo>
                    <a:pt x="24643" y="21345"/>
                    <a:pt x="23657" y="19766"/>
                    <a:pt x="22837" y="18271"/>
                  </a:cubicBezTo>
                  <a:cubicBezTo>
                    <a:pt x="21968" y="16689"/>
                    <a:pt x="21148" y="14962"/>
                    <a:pt x="19954" y="13591"/>
                  </a:cubicBezTo>
                  <a:cubicBezTo>
                    <a:pt x="20124" y="13534"/>
                    <a:pt x="20291" y="13476"/>
                    <a:pt x="20459" y="13424"/>
                  </a:cubicBezTo>
                  <a:cubicBezTo>
                    <a:pt x="23397" y="12467"/>
                    <a:pt x="26335" y="11519"/>
                    <a:pt x="29268" y="10555"/>
                  </a:cubicBezTo>
                  <a:cubicBezTo>
                    <a:pt x="29297" y="10545"/>
                    <a:pt x="29320" y="10533"/>
                    <a:pt x="29344" y="10521"/>
                  </a:cubicBezTo>
                  <a:close/>
                  <a:moveTo>
                    <a:pt x="12228" y="11407"/>
                  </a:moveTo>
                  <a:cubicBezTo>
                    <a:pt x="13006" y="12428"/>
                    <a:pt x="13872" y="13361"/>
                    <a:pt x="14843" y="13912"/>
                  </a:cubicBezTo>
                  <a:cubicBezTo>
                    <a:pt x="15427" y="14243"/>
                    <a:pt x="16033" y="14369"/>
                    <a:pt x="16647" y="14369"/>
                  </a:cubicBezTo>
                  <a:cubicBezTo>
                    <a:pt x="17487" y="14369"/>
                    <a:pt x="18342" y="14132"/>
                    <a:pt x="19171" y="13857"/>
                  </a:cubicBezTo>
                  <a:cubicBezTo>
                    <a:pt x="19770" y="15527"/>
                    <a:pt x="20825" y="17048"/>
                    <a:pt x="21655" y="18611"/>
                  </a:cubicBezTo>
                  <a:cubicBezTo>
                    <a:pt x="22533" y="20269"/>
                    <a:pt x="23251" y="22139"/>
                    <a:pt x="24313" y="23695"/>
                  </a:cubicBezTo>
                  <a:cubicBezTo>
                    <a:pt x="23884" y="23923"/>
                    <a:pt x="23402" y="24045"/>
                    <a:pt x="22910" y="24045"/>
                  </a:cubicBezTo>
                  <a:cubicBezTo>
                    <a:pt x="22520" y="24045"/>
                    <a:pt x="22124" y="23968"/>
                    <a:pt x="21743" y="23805"/>
                  </a:cubicBezTo>
                  <a:lnTo>
                    <a:pt x="21743" y="23807"/>
                  </a:lnTo>
                  <a:lnTo>
                    <a:pt x="3383" y="15950"/>
                  </a:lnTo>
                  <a:cubicBezTo>
                    <a:pt x="3302" y="15914"/>
                    <a:pt x="3225" y="15876"/>
                    <a:pt x="3149" y="15835"/>
                  </a:cubicBezTo>
                  <a:cubicBezTo>
                    <a:pt x="4517" y="15232"/>
                    <a:pt x="5824" y="14455"/>
                    <a:pt x="7161" y="13797"/>
                  </a:cubicBezTo>
                  <a:cubicBezTo>
                    <a:pt x="8829" y="12979"/>
                    <a:pt x="10611" y="12325"/>
                    <a:pt x="12228" y="11407"/>
                  </a:cubicBezTo>
                  <a:close/>
                  <a:moveTo>
                    <a:pt x="8432" y="1"/>
                  </a:moveTo>
                  <a:cubicBezTo>
                    <a:pt x="6811" y="1"/>
                    <a:pt x="5268" y="950"/>
                    <a:pt x="4591" y="2531"/>
                  </a:cubicBezTo>
                  <a:lnTo>
                    <a:pt x="723" y="11572"/>
                  </a:lnTo>
                  <a:cubicBezTo>
                    <a:pt x="0" y="13263"/>
                    <a:pt x="483" y="15173"/>
                    <a:pt x="1790" y="16330"/>
                  </a:cubicBezTo>
                  <a:cubicBezTo>
                    <a:pt x="2115" y="16620"/>
                    <a:pt x="2493" y="16864"/>
                    <a:pt x="2914" y="17043"/>
                  </a:cubicBezTo>
                  <a:lnTo>
                    <a:pt x="21274" y="24900"/>
                  </a:lnTo>
                  <a:cubicBezTo>
                    <a:pt x="21808" y="25129"/>
                    <a:pt x="22363" y="25237"/>
                    <a:pt x="22910" y="25237"/>
                  </a:cubicBezTo>
                  <a:cubicBezTo>
                    <a:pt x="24529" y="25237"/>
                    <a:pt x="26072" y="24288"/>
                    <a:pt x="26748" y="22709"/>
                  </a:cubicBezTo>
                  <a:lnTo>
                    <a:pt x="30617" y="13668"/>
                  </a:lnTo>
                  <a:cubicBezTo>
                    <a:pt x="31053" y="12646"/>
                    <a:pt x="31065" y="11514"/>
                    <a:pt x="30651" y="10478"/>
                  </a:cubicBezTo>
                  <a:cubicBezTo>
                    <a:pt x="30234" y="9442"/>
                    <a:pt x="29445" y="8631"/>
                    <a:pt x="28423" y="8194"/>
                  </a:cubicBezTo>
                  <a:lnTo>
                    <a:pt x="10065" y="337"/>
                  </a:lnTo>
                  <a:cubicBezTo>
                    <a:pt x="9532" y="109"/>
                    <a:pt x="8978" y="1"/>
                    <a:pt x="8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" name="Google Shape;169;p7"/>
          <p:cNvGrpSpPr/>
          <p:nvPr/>
        </p:nvGrpSpPr>
        <p:grpSpPr>
          <a:xfrm rot="1800097">
            <a:off x="8602827" y="3787421"/>
            <a:ext cx="529659" cy="837648"/>
            <a:chOff x="365700" y="1903200"/>
            <a:chExt cx="404525" cy="639750"/>
          </a:xfrm>
        </p:grpSpPr>
        <p:sp>
          <p:nvSpPr>
            <p:cNvPr id="170" name="Google Shape;170;p7"/>
            <p:cNvSpPr/>
            <p:nvPr/>
          </p:nvSpPr>
          <p:spPr>
            <a:xfrm>
              <a:off x="390400" y="2340025"/>
              <a:ext cx="119950" cy="154175"/>
            </a:xfrm>
            <a:custGeom>
              <a:avLst/>
              <a:gdLst/>
              <a:ahLst/>
              <a:cxnLst/>
              <a:rect l="l" t="t" r="r" b="b"/>
              <a:pathLst>
                <a:path w="4798" h="6167" extrusionOk="0">
                  <a:moveTo>
                    <a:pt x="1063" y="1"/>
                  </a:moveTo>
                  <a:cubicBezTo>
                    <a:pt x="751" y="1"/>
                    <a:pt x="443" y="109"/>
                    <a:pt x="120" y="171"/>
                  </a:cubicBezTo>
                  <a:cubicBezTo>
                    <a:pt x="116" y="172"/>
                    <a:pt x="113" y="172"/>
                    <a:pt x="110" y="172"/>
                  </a:cubicBezTo>
                  <a:cubicBezTo>
                    <a:pt x="101" y="172"/>
                    <a:pt x="94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55" y="207"/>
                    <a:pt x="34" y="243"/>
                    <a:pt x="12" y="279"/>
                  </a:cubicBezTo>
                  <a:cubicBezTo>
                    <a:pt x="34" y="1738"/>
                    <a:pt x="34" y="3212"/>
                    <a:pt x="0" y="4684"/>
                  </a:cubicBezTo>
                  <a:cubicBezTo>
                    <a:pt x="591" y="5007"/>
                    <a:pt x="1256" y="5521"/>
                    <a:pt x="1656" y="6167"/>
                  </a:cubicBezTo>
                  <a:cubicBezTo>
                    <a:pt x="2706" y="5674"/>
                    <a:pt x="3752" y="5174"/>
                    <a:pt x="4797" y="4672"/>
                  </a:cubicBezTo>
                  <a:cubicBezTo>
                    <a:pt x="4754" y="3651"/>
                    <a:pt x="4589" y="2099"/>
                    <a:pt x="3759" y="2099"/>
                  </a:cubicBezTo>
                  <a:cubicBezTo>
                    <a:pt x="3539" y="2099"/>
                    <a:pt x="3272" y="2208"/>
                    <a:pt x="2948" y="2466"/>
                  </a:cubicBezTo>
                  <a:cubicBezTo>
                    <a:pt x="2877" y="2522"/>
                    <a:pt x="2803" y="2547"/>
                    <a:pt x="2730" y="2547"/>
                  </a:cubicBezTo>
                  <a:cubicBezTo>
                    <a:pt x="2497" y="2547"/>
                    <a:pt x="2281" y="2295"/>
                    <a:pt x="2268" y="2023"/>
                  </a:cubicBezTo>
                  <a:cubicBezTo>
                    <a:pt x="2230" y="1200"/>
                    <a:pt x="2273" y="437"/>
                    <a:pt x="1532" y="100"/>
                  </a:cubicBezTo>
                  <a:cubicBezTo>
                    <a:pt x="1373" y="27"/>
                    <a:pt x="1217" y="1"/>
                    <a:pt x="10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404225" y="2392500"/>
              <a:ext cx="106125" cy="101700"/>
            </a:xfrm>
            <a:custGeom>
              <a:avLst/>
              <a:gdLst/>
              <a:ahLst/>
              <a:cxnLst/>
              <a:rect l="l" t="t" r="r" b="b"/>
              <a:pathLst>
                <a:path w="4245" h="4068" extrusionOk="0">
                  <a:moveTo>
                    <a:pt x="3206" y="0"/>
                  </a:moveTo>
                  <a:cubicBezTo>
                    <a:pt x="2986" y="0"/>
                    <a:pt x="2719" y="109"/>
                    <a:pt x="2395" y="367"/>
                  </a:cubicBezTo>
                  <a:cubicBezTo>
                    <a:pt x="2390" y="369"/>
                    <a:pt x="2385" y="372"/>
                    <a:pt x="2381" y="374"/>
                  </a:cubicBezTo>
                  <a:cubicBezTo>
                    <a:pt x="1888" y="989"/>
                    <a:pt x="1354" y="1570"/>
                    <a:pt x="804" y="2132"/>
                  </a:cubicBezTo>
                  <a:cubicBezTo>
                    <a:pt x="541" y="2403"/>
                    <a:pt x="270" y="2668"/>
                    <a:pt x="0" y="2934"/>
                  </a:cubicBezTo>
                  <a:cubicBezTo>
                    <a:pt x="419" y="3235"/>
                    <a:pt x="825" y="3618"/>
                    <a:pt x="1103" y="4068"/>
                  </a:cubicBezTo>
                  <a:cubicBezTo>
                    <a:pt x="2153" y="3575"/>
                    <a:pt x="3199" y="3075"/>
                    <a:pt x="4244" y="2573"/>
                  </a:cubicBezTo>
                  <a:cubicBezTo>
                    <a:pt x="4201" y="1552"/>
                    <a:pt x="4036" y="0"/>
                    <a:pt x="320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619900" y="1934875"/>
              <a:ext cx="128375" cy="100800"/>
            </a:xfrm>
            <a:custGeom>
              <a:avLst/>
              <a:gdLst/>
              <a:ahLst/>
              <a:cxnLst/>
              <a:rect l="l" t="t" r="r" b="b"/>
              <a:pathLst>
                <a:path w="5135" h="4032" extrusionOk="0">
                  <a:moveTo>
                    <a:pt x="1441" y="0"/>
                  </a:moveTo>
                  <a:cubicBezTo>
                    <a:pt x="1120" y="0"/>
                    <a:pt x="793" y="32"/>
                    <a:pt x="462" y="87"/>
                  </a:cubicBezTo>
                  <a:cubicBezTo>
                    <a:pt x="309" y="352"/>
                    <a:pt x="154" y="615"/>
                    <a:pt x="0" y="879"/>
                  </a:cubicBezTo>
                  <a:cubicBezTo>
                    <a:pt x="1087" y="1192"/>
                    <a:pt x="2060" y="1750"/>
                    <a:pt x="2981" y="2513"/>
                  </a:cubicBezTo>
                  <a:cubicBezTo>
                    <a:pt x="3486" y="2929"/>
                    <a:pt x="4101" y="3439"/>
                    <a:pt x="4575" y="4032"/>
                  </a:cubicBezTo>
                  <a:cubicBezTo>
                    <a:pt x="4759" y="3666"/>
                    <a:pt x="4946" y="3297"/>
                    <a:pt x="5135" y="2934"/>
                  </a:cubicBezTo>
                  <a:cubicBezTo>
                    <a:pt x="5049" y="2685"/>
                    <a:pt x="4951" y="2441"/>
                    <a:pt x="4826" y="2202"/>
                  </a:cubicBezTo>
                  <a:cubicBezTo>
                    <a:pt x="3981" y="540"/>
                    <a:pt x="2766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584850" y="1978425"/>
              <a:ext cx="133225" cy="117250"/>
            </a:xfrm>
            <a:custGeom>
              <a:avLst/>
              <a:gdLst/>
              <a:ahLst/>
              <a:cxnLst/>
              <a:rect l="l" t="t" r="r" b="b"/>
              <a:pathLst>
                <a:path w="5329" h="4690" extrusionOk="0">
                  <a:moveTo>
                    <a:pt x="898" y="0"/>
                  </a:moveTo>
                  <a:cubicBezTo>
                    <a:pt x="601" y="503"/>
                    <a:pt x="302" y="1005"/>
                    <a:pt x="0" y="1503"/>
                  </a:cubicBezTo>
                  <a:cubicBezTo>
                    <a:pt x="981" y="1871"/>
                    <a:pt x="1919" y="2340"/>
                    <a:pt x="2797" y="2962"/>
                  </a:cubicBezTo>
                  <a:cubicBezTo>
                    <a:pt x="3450" y="3426"/>
                    <a:pt x="4240" y="3984"/>
                    <a:pt x="4769" y="4690"/>
                  </a:cubicBezTo>
                  <a:cubicBezTo>
                    <a:pt x="4955" y="4319"/>
                    <a:pt x="5142" y="3946"/>
                    <a:pt x="5329" y="3572"/>
                  </a:cubicBezTo>
                  <a:cubicBezTo>
                    <a:pt x="4718" y="2969"/>
                    <a:pt x="4185" y="2185"/>
                    <a:pt x="3532" y="1666"/>
                  </a:cubicBezTo>
                  <a:cubicBezTo>
                    <a:pt x="2711" y="1017"/>
                    <a:pt x="1804" y="486"/>
                    <a:pt x="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410325" y="2037575"/>
              <a:ext cx="280725" cy="382775"/>
            </a:xfrm>
            <a:custGeom>
              <a:avLst/>
              <a:gdLst/>
              <a:ahLst/>
              <a:cxnLst/>
              <a:rect l="l" t="t" r="r" b="b"/>
              <a:pathLst>
                <a:path w="11229" h="15311" extrusionOk="0">
                  <a:moveTo>
                    <a:pt x="6462" y="1"/>
                  </a:moveTo>
                  <a:cubicBezTo>
                    <a:pt x="5644" y="1355"/>
                    <a:pt x="4826" y="2704"/>
                    <a:pt x="4031" y="4061"/>
                  </a:cubicBezTo>
                  <a:cubicBezTo>
                    <a:pt x="2684" y="6365"/>
                    <a:pt x="1378" y="8750"/>
                    <a:pt x="0" y="11068"/>
                  </a:cubicBezTo>
                  <a:cubicBezTo>
                    <a:pt x="184" y="11018"/>
                    <a:pt x="371" y="10990"/>
                    <a:pt x="558" y="10990"/>
                  </a:cubicBezTo>
                  <a:cubicBezTo>
                    <a:pt x="864" y="10990"/>
                    <a:pt x="1168" y="11067"/>
                    <a:pt x="1450" y="11252"/>
                  </a:cubicBezTo>
                  <a:cubicBezTo>
                    <a:pt x="2094" y="11676"/>
                    <a:pt x="2321" y="12463"/>
                    <a:pt x="2373" y="13257"/>
                  </a:cubicBezTo>
                  <a:cubicBezTo>
                    <a:pt x="2632" y="13134"/>
                    <a:pt x="2896" y="13057"/>
                    <a:pt x="3151" y="13057"/>
                  </a:cubicBezTo>
                  <a:cubicBezTo>
                    <a:pt x="3540" y="13057"/>
                    <a:pt x="3911" y="13235"/>
                    <a:pt x="4218" y="13698"/>
                  </a:cubicBezTo>
                  <a:cubicBezTo>
                    <a:pt x="4508" y="14138"/>
                    <a:pt x="4682" y="14710"/>
                    <a:pt x="4773" y="15310"/>
                  </a:cubicBezTo>
                  <a:cubicBezTo>
                    <a:pt x="6395" y="12183"/>
                    <a:pt x="8202" y="9140"/>
                    <a:pt x="9831" y="6080"/>
                  </a:cubicBezTo>
                  <a:cubicBezTo>
                    <a:pt x="10302" y="5192"/>
                    <a:pt x="10766" y="4281"/>
                    <a:pt x="11228" y="3362"/>
                  </a:cubicBezTo>
                  <a:cubicBezTo>
                    <a:pt x="10522" y="2888"/>
                    <a:pt x="9922" y="2159"/>
                    <a:pt x="9233" y="1649"/>
                  </a:cubicBezTo>
                  <a:cubicBezTo>
                    <a:pt x="8379" y="1025"/>
                    <a:pt x="7477" y="489"/>
                    <a:pt x="6539" y="46"/>
                  </a:cubicBezTo>
                  <a:cubicBezTo>
                    <a:pt x="6510" y="34"/>
                    <a:pt x="6486" y="20"/>
                    <a:pt x="64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493400" y="2069625"/>
              <a:ext cx="197650" cy="350725"/>
            </a:xfrm>
            <a:custGeom>
              <a:avLst/>
              <a:gdLst/>
              <a:ahLst/>
              <a:cxnLst/>
              <a:rect l="l" t="t" r="r" b="b"/>
              <a:pathLst>
                <a:path w="7906" h="14029" extrusionOk="0">
                  <a:moveTo>
                    <a:pt x="5381" y="1"/>
                  </a:moveTo>
                  <a:cubicBezTo>
                    <a:pt x="5709" y="1250"/>
                    <a:pt x="4524" y="2956"/>
                    <a:pt x="4144" y="4066"/>
                  </a:cubicBezTo>
                  <a:cubicBezTo>
                    <a:pt x="3477" y="6013"/>
                    <a:pt x="2955" y="8155"/>
                    <a:pt x="1716" y="9841"/>
                  </a:cubicBezTo>
                  <a:cubicBezTo>
                    <a:pt x="1199" y="10545"/>
                    <a:pt x="615" y="11181"/>
                    <a:pt x="0" y="11789"/>
                  </a:cubicBezTo>
                  <a:cubicBezTo>
                    <a:pt x="326" y="11837"/>
                    <a:pt x="634" y="12023"/>
                    <a:pt x="895" y="12416"/>
                  </a:cubicBezTo>
                  <a:cubicBezTo>
                    <a:pt x="1185" y="12856"/>
                    <a:pt x="1359" y="13428"/>
                    <a:pt x="1450" y="14028"/>
                  </a:cubicBezTo>
                  <a:cubicBezTo>
                    <a:pt x="3072" y="10901"/>
                    <a:pt x="4879" y="7858"/>
                    <a:pt x="6508" y="4798"/>
                  </a:cubicBezTo>
                  <a:cubicBezTo>
                    <a:pt x="6979" y="3910"/>
                    <a:pt x="7443" y="2999"/>
                    <a:pt x="7905" y="2080"/>
                  </a:cubicBezTo>
                  <a:cubicBezTo>
                    <a:pt x="7199" y="1606"/>
                    <a:pt x="6599" y="877"/>
                    <a:pt x="5910" y="367"/>
                  </a:cubicBezTo>
                  <a:cubicBezTo>
                    <a:pt x="5735" y="240"/>
                    <a:pt x="5560" y="121"/>
                    <a:pt x="5381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365700" y="1903200"/>
              <a:ext cx="404525" cy="639750"/>
            </a:xfrm>
            <a:custGeom>
              <a:avLst/>
              <a:gdLst/>
              <a:ahLst/>
              <a:cxnLst/>
              <a:rect l="l" t="t" r="r" b="b"/>
              <a:pathLst>
                <a:path w="16181" h="25590" extrusionOk="0">
                  <a:moveTo>
                    <a:pt x="11609" y="1267"/>
                  </a:moveTo>
                  <a:cubicBezTo>
                    <a:pt x="12933" y="1267"/>
                    <a:pt x="14147" y="1807"/>
                    <a:pt x="14994" y="3469"/>
                  </a:cubicBezTo>
                  <a:cubicBezTo>
                    <a:pt x="15116" y="3708"/>
                    <a:pt x="15214" y="3952"/>
                    <a:pt x="15303" y="4201"/>
                  </a:cubicBezTo>
                  <a:cubicBezTo>
                    <a:pt x="15114" y="4564"/>
                    <a:pt x="14927" y="4933"/>
                    <a:pt x="14741" y="5299"/>
                  </a:cubicBezTo>
                  <a:cubicBezTo>
                    <a:pt x="14269" y="4706"/>
                    <a:pt x="13652" y="4196"/>
                    <a:pt x="13149" y="3780"/>
                  </a:cubicBezTo>
                  <a:cubicBezTo>
                    <a:pt x="12228" y="3017"/>
                    <a:pt x="11255" y="2459"/>
                    <a:pt x="10168" y="2146"/>
                  </a:cubicBezTo>
                  <a:cubicBezTo>
                    <a:pt x="10322" y="1882"/>
                    <a:pt x="10477" y="1619"/>
                    <a:pt x="10630" y="1354"/>
                  </a:cubicBezTo>
                  <a:cubicBezTo>
                    <a:pt x="10961" y="1299"/>
                    <a:pt x="11288" y="1267"/>
                    <a:pt x="11609" y="1267"/>
                  </a:cubicBezTo>
                  <a:close/>
                  <a:moveTo>
                    <a:pt x="9664" y="3009"/>
                  </a:moveTo>
                  <a:cubicBezTo>
                    <a:pt x="10570" y="3495"/>
                    <a:pt x="11477" y="4026"/>
                    <a:pt x="12298" y="4675"/>
                  </a:cubicBezTo>
                  <a:cubicBezTo>
                    <a:pt x="12951" y="5194"/>
                    <a:pt x="13484" y="5978"/>
                    <a:pt x="14095" y="6581"/>
                  </a:cubicBezTo>
                  <a:cubicBezTo>
                    <a:pt x="13908" y="6955"/>
                    <a:pt x="13721" y="7328"/>
                    <a:pt x="13535" y="7699"/>
                  </a:cubicBezTo>
                  <a:cubicBezTo>
                    <a:pt x="13006" y="6993"/>
                    <a:pt x="12216" y="6435"/>
                    <a:pt x="11563" y="5971"/>
                  </a:cubicBezTo>
                  <a:cubicBezTo>
                    <a:pt x="10685" y="5349"/>
                    <a:pt x="9747" y="4880"/>
                    <a:pt x="8766" y="4512"/>
                  </a:cubicBezTo>
                  <a:cubicBezTo>
                    <a:pt x="9068" y="4014"/>
                    <a:pt x="9367" y="3512"/>
                    <a:pt x="9664" y="3009"/>
                  </a:cubicBezTo>
                  <a:close/>
                  <a:moveTo>
                    <a:pt x="8247" y="5376"/>
                  </a:moveTo>
                  <a:cubicBezTo>
                    <a:pt x="8271" y="5395"/>
                    <a:pt x="8295" y="5409"/>
                    <a:pt x="8324" y="5421"/>
                  </a:cubicBezTo>
                  <a:cubicBezTo>
                    <a:pt x="9262" y="5864"/>
                    <a:pt x="10164" y="6400"/>
                    <a:pt x="11015" y="7026"/>
                  </a:cubicBezTo>
                  <a:cubicBezTo>
                    <a:pt x="11707" y="7534"/>
                    <a:pt x="12307" y="8263"/>
                    <a:pt x="13013" y="8737"/>
                  </a:cubicBezTo>
                  <a:cubicBezTo>
                    <a:pt x="12551" y="9658"/>
                    <a:pt x="12087" y="10570"/>
                    <a:pt x="11616" y="11455"/>
                  </a:cubicBezTo>
                  <a:cubicBezTo>
                    <a:pt x="9987" y="14515"/>
                    <a:pt x="8180" y="17558"/>
                    <a:pt x="6558" y="20685"/>
                  </a:cubicBezTo>
                  <a:cubicBezTo>
                    <a:pt x="6467" y="20085"/>
                    <a:pt x="6293" y="19513"/>
                    <a:pt x="6003" y="19073"/>
                  </a:cubicBezTo>
                  <a:cubicBezTo>
                    <a:pt x="5696" y="18610"/>
                    <a:pt x="5325" y="18432"/>
                    <a:pt x="4936" y="18432"/>
                  </a:cubicBezTo>
                  <a:cubicBezTo>
                    <a:pt x="4681" y="18432"/>
                    <a:pt x="4417" y="18509"/>
                    <a:pt x="4158" y="18632"/>
                  </a:cubicBezTo>
                  <a:cubicBezTo>
                    <a:pt x="4106" y="17838"/>
                    <a:pt x="3879" y="17053"/>
                    <a:pt x="3235" y="16627"/>
                  </a:cubicBezTo>
                  <a:cubicBezTo>
                    <a:pt x="2953" y="16442"/>
                    <a:pt x="2650" y="16365"/>
                    <a:pt x="2344" y="16365"/>
                  </a:cubicBezTo>
                  <a:cubicBezTo>
                    <a:pt x="2158" y="16365"/>
                    <a:pt x="1970" y="16393"/>
                    <a:pt x="1785" y="16443"/>
                  </a:cubicBezTo>
                  <a:cubicBezTo>
                    <a:pt x="3163" y="14125"/>
                    <a:pt x="4469" y="11740"/>
                    <a:pt x="5816" y="9436"/>
                  </a:cubicBezTo>
                  <a:cubicBezTo>
                    <a:pt x="6611" y="8079"/>
                    <a:pt x="7429" y="6730"/>
                    <a:pt x="8247" y="5376"/>
                  </a:cubicBezTo>
                  <a:close/>
                  <a:moveTo>
                    <a:pt x="2050" y="17474"/>
                  </a:moveTo>
                  <a:cubicBezTo>
                    <a:pt x="2204" y="17474"/>
                    <a:pt x="2359" y="17500"/>
                    <a:pt x="2517" y="17573"/>
                  </a:cubicBezTo>
                  <a:cubicBezTo>
                    <a:pt x="3261" y="17910"/>
                    <a:pt x="3218" y="18673"/>
                    <a:pt x="3256" y="19496"/>
                  </a:cubicBezTo>
                  <a:cubicBezTo>
                    <a:pt x="3269" y="19768"/>
                    <a:pt x="3485" y="20020"/>
                    <a:pt x="3718" y="20020"/>
                  </a:cubicBezTo>
                  <a:cubicBezTo>
                    <a:pt x="3791" y="20020"/>
                    <a:pt x="3865" y="19995"/>
                    <a:pt x="3936" y="19939"/>
                  </a:cubicBezTo>
                  <a:cubicBezTo>
                    <a:pt x="4260" y="19681"/>
                    <a:pt x="4527" y="19572"/>
                    <a:pt x="4747" y="19572"/>
                  </a:cubicBezTo>
                  <a:cubicBezTo>
                    <a:pt x="5577" y="19572"/>
                    <a:pt x="5742" y="21124"/>
                    <a:pt x="5785" y="22145"/>
                  </a:cubicBezTo>
                  <a:cubicBezTo>
                    <a:pt x="4740" y="22647"/>
                    <a:pt x="3694" y="23147"/>
                    <a:pt x="2644" y="23640"/>
                  </a:cubicBezTo>
                  <a:cubicBezTo>
                    <a:pt x="2244" y="22994"/>
                    <a:pt x="1577" y="22480"/>
                    <a:pt x="988" y="22157"/>
                  </a:cubicBezTo>
                  <a:cubicBezTo>
                    <a:pt x="1019" y="20685"/>
                    <a:pt x="1022" y="19211"/>
                    <a:pt x="1000" y="17752"/>
                  </a:cubicBezTo>
                  <a:cubicBezTo>
                    <a:pt x="1022" y="17716"/>
                    <a:pt x="1041" y="17680"/>
                    <a:pt x="1063" y="17644"/>
                  </a:cubicBezTo>
                  <a:cubicBezTo>
                    <a:pt x="1066" y="17644"/>
                    <a:pt x="1069" y="17644"/>
                    <a:pt x="1073" y="17644"/>
                  </a:cubicBezTo>
                  <a:cubicBezTo>
                    <a:pt x="1081" y="17644"/>
                    <a:pt x="1089" y="17645"/>
                    <a:pt x="1098" y="17645"/>
                  </a:cubicBezTo>
                  <a:cubicBezTo>
                    <a:pt x="1101" y="17645"/>
                    <a:pt x="1104" y="17645"/>
                    <a:pt x="1108" y="17644"/>
                  </a:cubicBezTo>
                  <a:cubicBezTo>
                    <a:pt x="1431" y="17582"/>
                    <a:pt x="1739" y="17474"/>
                    <a:pt x="2050" y="17474"/>
                  </a:cubicBezTo>
                  <a:close/>
                  <a:moveTo>
                    <a:pt x="11729" y="1"/>
                  </a:moveTo>
                  <a:cubicBezTo>
                    <a:pt x="11615" y="1"/>
                    <a:pt x="11501" y="4"/>
                    <a:pt x="11386" y="12"/>
                  </a:cubicBezTo>
                  <a:lnTo>
                    <a:pt x="10223" y="299"/>
                  </a:lnTo>
                  <a:lnTo>
                    <a:pt x="9333" y="1789"/>
                  </a:lnTo>
                  <a:cubicBezTo>
                    <a:pt x="8099" y="3895"/>
                    <a:pt x="6910" y="6038"/>
                    <a:pt x="5680" y="8127"/>
                  </a:cubicBezTo>
                  <a:cubicBezTo>
                    <a:pt x="4264" y="10534"/>
                    <a:pt x="2747" y="12924"/>
                    <a:pt x="1321" y="15371"/>
                  </a:cubicBezTo>
                  <a:lnTo>
                    <a:pt x="271" y="17226"/>
                  </a:lnTo>
                  <a:lnTo>
                    <a:pt x="129" y="19695"/>
                  </a:lnTo>
                  <a:cubicBezTo>
                    <a:pt x="46" y="21468"/>
                    <a:pt x="0" y="23255"/>
                    <a:pt x="17" y="25013"/>
                  </a:cubicBezTo>
                  <a:lnTo>
                    <a:pt x="96" y="25590"/>
                  </a:lnTo>
                  <a:lnTo>
                    <a:pt x="2029" y="24929"/>
                  </a:lnTo>
                  <a:lnTo>
                    <a:pt x="6632" y="22630"/>
                  </a:lnTo>
                  <a:lnTo>
                    <a:pt x="7470" y="21154"/>
                  </a:lnTo>
                  <a:cubicBezTo>
                    <a:pt x="9034" y="18276"/>
                    <a:pt x="10472" y="15283"/>
                    <a:pt x="11996" y="12438"/>
                  </a:cubicBezTo>
                  <a:cubicBezTo>
                    <a:pt x="12941" y="10675"/>
                    <a:pt x="13882" y="8909"/>
                    <a:pt x="14824" y="7144"/>
                  </a:cubicBezTo>
                  <a:cubicBezTo>
                    <a:pt x="14956" y="7065"/>
                    <a:pt x="15049" y="6912"/>
                    <a:pt x="15047" y="6727"/>
                  </a:cubicBezTo>
                  <a:cubicBezTo>
                    <a:pt x="15135" y="6560"/>
                    <a:pt x="15226" y="6390"/>
                    <a:pt x="15315" y="6222"/>
                  </a:cubicBezTo>
                  <a:lnTo>
                    <a:pt x="16181" y="4622"/>
                  </a:lnTo>
                  <a:lnTo>
                    <a:pt x="15970" y="2933"/>
                  </a:lnTo>
                  <a:cubicBezTo>
                    <a:pt x="15769" y="2519"/>
                    <a:pt x="15532" y="2124"/>
                    <a:pt x="15245" y="1756"/>
                  </a:cubicBezTo>
                  <a:cubicBezTo>
                    <a:pt x="14252" y="476"/>
                    <a:pt x="13019" y="1"/>
                    <a:pt x="11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7"/>
          <p:cNvSpPr/>
          <p:nvPr/>
        </p:nvSpPr>
        <p:spPr>
          <a:xfrm rot="-2700000">
            <a:off x="8587001" y="336733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8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6976999" y="3214320"/>
            <a:ext cx="2903811" cy="2759498"/>
          </a:xfrm>
          <a:custGeom>
            <a:avLst/>
            <a:gdLst/>
            <a:ahLst/>
            <a:cxnLst/>
            <a:rect l="l" t="t" r="r" b="b"/>
            <a:pathLst>
              <a:path w="127430" h="121097" extrusionOk="0">
                <a:moveTo>
                  <a:pt x="6334" y="121097"/>
                </a:moveTo>
                <a:cubicBezTo>
                  <a:pt x="2470" y="110467"/>
                  <a:pt x="156" y="99043"/>
                  <a:pt x="156" y="87733"/>
                </a:cubicBezTo>
                <a:cubicBezTo>
                  <a:pt x="156" y="81028"/>
                  <a:pt x="-468" y="73081"/>
                  <a:pt x="3863" y="67963"/>
                </a:cubicBezTo>
                <a:cubicBezTo>
                  <a:pt x="16117" y="53481"/>
                  <a:pt x="42593" y="59920"/>
                  <a:pt x="56997" y="47574"/>
                </a:cubicBezTo>
                <a:cubicBezTo>
                  <a:pt x="66669" y="39284"/>
                  <a:pt x="67228" y="21762"/>
                  <a:pt x="78621" y="16064"/>
                </a:cubicBezTo>
                <a:cubicBezTo>
                  <a:pt x="93940" y="8402"/>
                  <a:pt x="127430" y="17128"/>
                  <a:pt x="12743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81" name="Google Shape;181;p8"/>
          <p:cNvSpPr/>
          <p:nvPr/>
        </p:nvSpPr>
        <p:spPr>
          <a:xfrm>
            <a:off x="-547200" y="-262600"/>
            <a:ext cx="2754403" cy="2463323"/>
          </a:xfrm>
          <a:custGeom>
            <a:avLst/>
            <a:gdLst/>
            <a:ahLst/>
            <a:cxnLst/>
            <a:rect l="l" t="t" r="r" b="b"/>
            <a:pathLst>
              <a:path w="98100" h="87733" extrusionOk="0">
                <a:moveTo>
                  <a:pt x="481" y="87733"/>
                </a:moveTo>
                <a:cubicBezTo>
                  <a:pt x="481" y="82568"/>
                  <a:pt x="-1148" y="76585"/>
                  <a:pt x="1717" y="72287"/>
                </a:cubicBezTo>
                <a:cubicBezTo>
                  <a:pt x="4347" y="68342"/>
                  <a:pt x="9216" y="66376"/>
                  <a:pt x="13456" y="64255"/>
                </a:cubicBezTo>
                <a:cubicBezTo>
                  <a:pt x="24379" y="58792"/>
                  <a:pt x="39435" y="66831"/>
                  <a:pt x="49908" y="60548"/>
                </a:cubicBezTo>
                <a:cubicBezTo>
                  <a:pt x="54161" y="57997"/>
                  <a:pt x="57575" y="53863"/>
                  <a:pt x="59794" y="49427"/>
                </a:cubicBezTo>
                <a:cubicBezTo>
                  <a:pt x="62600" y="43816"/>
                  <a:pt x="61828" y="35355"/>
                  <a:pt x="67208" y="32128"/>
                </a:cubicBezTo>
                <a:cubicBezTo>
                  <a:pt x="73977" y="28067"/>
                  <a:pt x="83428" y="30217"/>
                  <a:pt x="90068" y="25949"/>
                </a:cubicBezTo>
                <a:cubicBezTo>
                  <a:pt x="97685" y="21053"/>
                  <a:pt x="98100" y="9055"/>
                  <a:pt x="9810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82" name="Google Shape;18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9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6" name="Google Shape;186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9"/>
          <p:cNvSpPr/>
          <p:nvPr/>
        </p:nvSpPr>
        <p:spPr>
          <a:xfrm flipH="1">
            <a:off x="-475553" y="3256975"/>
            <a:ext cx="3070478" cy="2406796"/>
          </a:xfrm>
          <a:custGeom>
            <a:avLst/>
            <a:gdLst/>
            <a:ahLst/>
            <a:cxnLst/>
            <a:rect l="l" t="t" r="r" b="b"/>
            <a:pathLst>
              <a:path w="137937" h="108122" extrusionOk="0">
                <a:moveTo>
                  <a:pt x="5102" y="108122"/>
                </a:moveTo>
                <a:cubicBezTo>
                  <a:pt x="-3799" y="93285"/>
                  <a:pt x="-945" y="66899"/>
                  <a:pt x="13134" y="56841"/>
                </a:cubicBezTo>
                <a:cubicBezTo>
                  <a:pt x="28207" y="46073"/>
                  <a:pt x="50379" y="54131"/>
                  <a:pt x="68122" y="48809"/>
                </a:cubicBezTo>
                <a:cubicBezTo>
                  <a:pt x="81234" y="44876"/>
                  <a:pt x="85646" y="27174"/>
                  <a:pt x="97160" y="19771"/>
                </a:cubicBezTo>
                <a:cubicBezTo>
                  <a:pt x="103126" y="15935"/>
                  <a:pt x="109432" y="12224"/>
                  <a:pt x="116313" y="10503"/>
                </a:cubicBezTo>
                <a:cubicBezTo>
                  <a:pt x="122273" y="9012"/>
                  <a:pt x="129118" y="9587"/>
                  <a:pt x="134230" y="6179"/>
                </a:cubicBezTo>
                <a:cubicBezTo>
                  <a:pt x="136229" y="4847"/>
                  <a:pt x="136240" y="1700"/>
                  <a:pt x="137937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88" name="Google Shape;188;p9"/>
          <p:cNvSpPr/>
          <p:nvPr/>
        </p:nvSpPr>
        <p:spPr>
          <a:xfrm>
            <a:off x="7517638" y="-203912"/>
            <a:ext cx="2131417" cy="2512959"/>
          </a:xfrm>
          <a:custGeom>
            <a:avLst/>
            <a:gdLst/>
            <a:ahLst/>
            <a:cxnLst/>
            <a:rect l="l" t="t" r="r" b="b"/>
            <a:pathLst>
              <a:path w="100090" h="118007" extrusionOk="0">
                <a:moveTo>
                  <a:pt x="100090" y="118007"/>
                </a:moveTo>
                <a:cubicBezTo>
                  <a:pt x="96757" y="99681"/>
                  <a:pt x="95318" y="78657"/>
                  <a:pt x="82790" y="64873"/>
                </a:cubicBezTo>
                <a:cubicBezTo>
                  <a:pt x="71971" y="52970"/>
                  <a:pt x="47940" y="64344"/>
                  <a:pt x="35835" y="53752"/>
                </a:cubicBezTo>
                <a:cubicBezTo>
                  <a:pt x="25610" y="44805"/>
                  <a:pt x="30994" y="26825"/>
                  <a:pt x="25949" y="14210"/>
                </a:cubicBezTo>
                <a:cubicBezTo>
                  <a:pt x="22287" y="5054"/>
                  <a:pt x="9862" y="0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2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715100" y="3961875"/>
            <a:ext cx="7713900" cy="6468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1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>
            <a:off x="6976999" y="3214320"/>
            <a:ext cx="2903811" cy="2759498"/>
          </a:xfrm>
          <a:custGeom>
            <a:avLst/>
            <a:gdLst/>
            <a:ahLst/>
            <a:cxnLst/>
            <a:rect l="l" t="t" r="r" b="b"/>
            <a:pathLst>
              <a:path w="127430" h="121097" extrusionOk="0">
                <a:moveTo>
                  <a:pt x="6334" y="121097"/>
                </a:moveTo>
                <a:cubicBezTo>
                  <a:pt x="2470" y="110467"/>
                  <a:pt x="156" y="99043"/>
                  <a:pt x="156" y="87733"/>
                </a:cubicBezTo>
                <a:cubicBezTo>
                  <a:pt x="156" y="81028"/>
                  <a:pt x="-468" y="73081"/>
                  <a:pt x="3863" y="67963"/>
                </a:cubicBezTo>
                <a:cubicBezTo>
                  <a:pt x="16117" y="53481"/>
                  <a:pt x="42593" y="59920"/>
                  <a:pt x="56997" y="47574"/>
                </a:cubicBezTo>
                <a:cubicBezTo>
                  <a:pt x="66669" y="39284"/>
                  <a:pt x="67228" y="21762"/>
                  <a:pt x="78621" y="16064"/>
                </a:cubicBezTo>
                <a:cubicBezTo>
                  <a:pt x="93940" y="8402"/>
                  <a:pt x="127430" y="17128"/>
                  <a:pt x="12743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94" name="Google Shape;194;p11"/>
          <p:cNvSpPr/>
          <p:nvPr/>
        </p:nvSpPr>
        <p:spPr>
          <a:xfrm>
            <a:off x="-547200" y="-262600"/>
            <a:ext cx="2754403" cy="2463323"/>
          </a:xfrm>
          <a:custGeom>
            <a:avLst/>
            <a:gdLst/>
            <a:ahLst/>
            <a:cxnLst/>
            <a:rect l="l" t="t" r="r" b="b"/>
            <a:pathLst>
              <a:path w="98100" h="87733" extrusionOk="0">
                <a:moveTo>
                  <a:pt x="481" y="87733"/>
                </a:moveTo>
                <a:cubicBezTo>
                  <a:pt x="481" y="82568"/>
                  <a:pt x="-1148" y="76585"/>
                  <a:pt x="1717" y="72287"/>
                </a:cubicBezTo>
                <a:cubicBezTo>
                  <a:pt x="4347" y="68342"/>
                  <a:pt x="9216" y="66376"/>
                  <a:pt x="13456" y="64255"/>
                </a:cubicBezTo>
                <a:cubicBezTo>
                  <a:pt x="24379" y="58792"/>
                  <a:pt x="39435" y="66831"/>
                  <a:pt x="49908" y="60548"/>
                </a:cubicBezTo>
                <a:cubicBezTo>
                  <a:pt x="54161" y="57997"/>
                  <a:pt x="57575" y="53863"/>
                  <a:pt x="59794" y="49427"/>
                </a:cubicBezTo>
                <a:cubicBezTo>
                  <a:pt x="62600" y="43816"/>
                  <a:pt x="61828" y="35355"/>
                  <a:pt x="67208" y="32128"/>
                </a:cubicBezTo>
                <a:cubicBezTo>
                  <a:pt x="73977" y="28067"/>
                  <a:pt x="83428" y="30217"/>
                  <a:pt x="90068" y="25949"/>
                </a:cubicBezTo>
                <a:cubicBezTo>
                  <a:pt x="97685" y="21053"/>
                  <a:pt x="98100" y="9055"/>
                  <a:pt x="9810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195" name="Google Shape;19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6" name="Google Shape;196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3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 rot="10800000"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905103" y="1518025"/>
            <a:ext cx="2343000" cy="5934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1"/>
          </p:nvPr>
        </p:nvSpPr>
        <p:spPr>
          <a:xfrm>
            <a:off x="905103" y="2906425"/>
            <a:ext cx="2343000" cy="11079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2"/>
          </p:nvPr>
        </p:nvSpPr>
        <p:spPr>
          <a:xfrm>
            <a:off x="905103" y="2111413"/>
            <a:ext cx="2343000" cy="7950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4" hasCustomPrompt="1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subTitle" idx="6"/>
          </p:nvPr>
        </p:nvSpPr>
        <p:spPr>
          <a:xfrm>
            <a:off x="3400490" y="2111413"/>
            <a:ext cx="2343000" cy="7950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7" hasCustomPrompt="1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9"/>
          </p:nvPr>
        </p:nvSpPr>
        <p:spPr>
          <a:xfrm>
            <a:off x="5895897" y="2111413"/>
            <a:ext cx="2343000" cy="7950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10" name="Google Shape;210;p13"/>
          <p:cNvGrpSpPr/>
          <p:nvPr/>
        </p:nvGrpSpPr>
        <p:grpSpPr>
          <a:xfrm rot="-1799869" flipH="1">
            <a:off x="-104141" y="57310"/>
            <a:ext cx="529639" cy="837616"/>
            <a:chOff x="365700" y="1903200"/>
            <a:chExt cx="404525" cy="639750"/>
          </a:xfrm>
        </p:grpSpPr>
        <p:sp>
          <p:nvSpPr>
            <p:cNvPr id="211" name="Google Shape;211;p13"/>
            <p:cNvSpPr/>
            <p:nvPr/>
          </p:nvSpPr>
          <p:spPr>
            <a:xfrm>
              <a:off x="390400" y="2340025"/>
              <a:ext cx="119950" cy="154175"/>
            </a:xfrm>
            <a:custGeom>
              <a:avLst/>
              <a:gdLst/>
              <a:ahLst/>
              <a:cxnLst/>
              <a:rect l="l" t="t" r="r" b="b"/>
              <a:pathLst>
                <a:path w="4798" h="6167" extrusionOk="0">
                  <a:moveTo>
                    <a:pt x="1063" y="1"/>
                  </a:moveTo>
                  <a:cubicBezTo>
                    <a:pt x="751" y="1"/>
                    <a:pt x="443" y="109"/>
                    <a:pt x="120" y="171"/>
                  </a:cubicBezTo>
                  <a:cubicBezTo>
                    <a:pt x="116" y="172"/>
                    <a:pt x="113" y="172"/>
                    <a:pt x="110" y="172"/>
                  </a:cubicBezTo>
                  <a:cubicBezTo>
                    <a:pt x="101" y="172"/>
                    <a:pt x="94" y="171"/>
                    <a:pt x="86" y="171"/>
                  </a:cubicBezTo>
                  <a:cubicBezTo>
                    <a:pt x="83" y="171"/>
                    <a:pt x="80" y="171"/>
                    <a:pt x="77" y="171"/>
                  </a:cubicBezTo>
                  <a:cubicBezTo>
                    <a:pt x="55" y="207"/>
                    <a:pt x="34" y="243"/>
                    <a:pt x="12" y="279"/>
                  </a:cubicBezTo>
                  <a:cubicBezTo>
                    <a:pt x="34" y="1738"/>
                    <a:pt x="34" y="3212"/>
                    <a:pt x="0" y="4684"/>
                  </a:cubicBezTo>
                  <a:cubicBezTo>
                    <a:pt x="591" y="5007"/>
                    <a:pt x="1256" y="5521"/>
                    <a:pt x="1656" y="6167"/>
                  </a:cubicBezTo>
                  <a:cubicBezTo>
                    <a:pt x="2706" y="5674"/>
                    <a:pt x="3752" y="5174"/>
                    <a:pt x="4797" y="4672"/>
                  </a:cubicBezTo>
                  <a:cubicBezTo>
                    <a:pt x="4754" y="3651"/>
                    <a:pt x="4589" y="2099"/>
                    <a:pt x="3759" y="2099"/>
                  </a:cubicBezTo>
                  <a:cubicBezTo>
                    <a:pt x="3539" y="2099"/>
                    <a:pt x="3272" y="2208"/>
                    <a:pt x="2948" y="2466"/>
                  </a:cubicBezTo>
                  <a:cubicBezTo>
                    <a:pt x="2877" y="2522"/>
                    <a:pt x="2803" y="2547"/>
                    <a:pt x="2730" y="2547"/>
                  </a:cubicBezTo>
                  <a:cubicBezTo>
                    <a:pt x="2497" y="2547"/>
                    <a:pt x="2281" y="2295"/>
                    <a:pt x="2268" y="2023"/>
                  </a:cubicBezTo>
                  <a:cubicBezTo>
                    <a:pt x="2230" y="1200"/>
                    <a:pt x="2273" y="437"/>
                    <a:pt x="1532" y="100"/>
                  </a:cubicBezTo>
                  <a:cubicBezTo>
                    <a:pt x="1373" y="27"/>
                    <a:pt x="1217" y="1"/>
                    <a:pt x="10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404225" y="2392500"/>
              <a:ext cx="106125" cy="101700"/>
            </a:xfrm>
            <a:custGeom>
              <a:avLst/>
              <a:gdLst/>
              <a:ahLst/>
              <a:cxnLst/>
              <a:rect l="l" t="t" r="r" b="b"/>
              <a:pathLst>
                <a:path w="4245" h="4068" extrusionOk="0">
                  <a:moveTo>
                    <a:pt x="3206" y="0"/>
                  </a:moveTo>
                  <a:cubicBezTo>
                    <a:pt x="2986" y="0"/>
                    <a:pt x="2719" y="109"/>
                    <a:pt x="2395" y="367"/>
                  </a:cubicBezTo>
                  <a:cubicBezTo>
                    <a:pt x="2390" y="369"/>
                    <a:pt x="2385" y="372"/>
                    <a:pt x="2381" y="374"/>
                  </a:cubicBezTo>
                  <a:cubicBezTo>
                    <a:pt x="1888" y="989"/>
                    <a:pt x="1354" y="1570"/>
                    <a:pt x="804" y="2132"/>
                  </a:cubicBezTo>
                  <a:cubicBezTo>
                    <a:pt x="541" y="2403"/>
                    <a:pt x="270" y="2668"/>
                    <a:pt x="0" y="2934"/>
                  </a:cubicBezTo>
                  <a:cubicBezTo>
                    <a:pt x="419" y="3235"/>
                    <a:pt x="825" y="3618"/>
                    <a:pt x="1103" y="4068"/>
                  </a:cubicBezTo>
                  <a:cubicBezTo>
                    <a:pt x="2153" y="3575"/>
                    <a:pt x="3199" y="3075"/>
                    <a:pt x="4244" y="2573"/>
                  </a:cubicBezTo>
                  <a:cubicBezTo>
                    <a:pt x="4201" y="1552"/>
                    <a:pt x="4036" y="0"/>
                    <a:pt x="320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619900" y="1934875"/>
              <a:ext cx="128375" cy="100800"/>
            </a:xfrm>
            <a:custGeom>
              <a:avLst/>
              <a:gdLst/>
              <a:ahLst/>
              <a:cxnLst/>
              <a:rect l="l" t="t" r="r" b="b"/>
              <a:pathLst>
                <a:path w="5135" h="4032" extrusionOk="0">
                  <a:moveTo>
                    <a:pt x="1441" y="0"/>
                  </a:moveTo>
                  <a:cubicBezTo>
                    <a:pt x="1120" y="0"/>
                    <a:pt x="793" y="32"/>
                    <a:pt x="462" y="87"/>
                  </a:cubicBezTo>
                  <a:cubicBezTo>
                    <a:pt x="309" y="352"/>
                    <a:pt x="154" y="615"/>
                    <a:pt x="0" y="879"/>
                  </a:cubicBezTo>
                  <a:cubicBezTo>
                    <a:pt x="1087" y="1192"/>
                    <a:pt x="2060" y="1750"/>
                    <a:pt x="2981" y="2513"/>
                  </a:cubicBezTo>
                  <a:cubicBezTo>
                    <a:pt x="3486" y="2929"/>
                    <a:pt x="4101" y="3439"/>
                    <a:pt x="4575" y="4032"/>
                  </a:cubicBezTo>
                  <a:cubicBezTo>
                    <a:pt x="4759" y="3666"/>
                    <a:pt x="4946" y="3297"/>
                    <a:pt x="5135" y="2934"/>
                  </a:cubicBezTo>
                  <a:cubicBezTo>
                    <a:pt x="5049" y="2685"/>
                    <a:pt x="4951" y="2441"/>
                    <a:pt x="4826" y="2202"/>
                  </a:cubicBezTo>
                  <a:cubicBezTo>
                    <a:pt x="3981" y="540"/>
                    <a:pt x="2766" y="0"/>
                    <a:pt x="1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584850" y="1978425"/>
              <a:ext cx="133225" cy="117250"/>
            </a:xfrm>
            <a:custGeom>
              <a:avLst/>
              <a:gdLst/>
              <a:ahLst/>
              <a:cxnLst/>
              <a:rect l="l" t="t" r="r" b="b"/>
              <a:pathLst>
                <a:path w="5329" h="4690" extrusionOk="0">
                  <a:moveTo>
                    <a:pt x="898" y="0"/>
                  </a:moveTo>
                  <a:cubicBezTo>
                    <a:pt x="601" y="503"/>
                    <a:pt x="302" y="1005"/>
                    <a:pt x="0" y="1503"/>
                  </a:cubicBezTo>
                  <a:cubicBezTo>
                    <a:pt x="981" y="1871"/>
                    <a:pt x="1919" y="2340"/>
                    <a:pt x="2797" y="2962"/>
                  </a:cubicBezTo>
                  <a:cubicBezTo>
                    <a:pt x="3450" y="3426"/>
                    <a:pt x="4240" y="3984"/>
                    <a:pt x="4769" y="4690"/>
                  </a:cubicBezTo>
                  <a:cubicBezTo>
                    <a:pt x="4955" y="4319"/>
                    <a:pt x="5142" y="3946"/>
                    <a:pt x="5329" y="3572"/>
                  </a:cubicBezTo>
                  <a:cubicBezTo>
                    <a:pt x="4718" y="2969"/>
                    <a:pt x="4185" y="2185"/>
                    <a:pt x="3532" y="1666"/>
                  </a:cubicBezTo>
                  <a:cubicBezTo>
                    <a:pt x="2711" y="1017"/>
                    <a:pt x="1804" y="486"/>
                    <a:pt x="8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410325" y="2037575"/>
              <a:ext cx="280725" cy="382775"/>
            </a:xfrm>
            <a:custGeom>
              <a:avLst/>
              <a:gdLst/>
              <a:ahLst/>
              <a:cxnLst/>
              <a:rect l="l" t="t" r="r" b="b"/>
              <a:pathLst>
                <a:path w="11229" h="15311" extrusionOk="0">
                  <a:moveTo>
                    <a:pt x="6462" y="1"/>
                  </a:moveTo>
                  <a:cubicBezTo>
                    <a:pt x="5644" y="1355"/>
                    <a:pt x="4826" y="2704"/>
                    <a:pt x="4031" y="4061"/>
                  </a:cubicBezTo>
                  <a:cubicBezTo>
                    <a:pt x="2684" y="6365"/>
                    <a:pt x="1378" y="8750"/>
                    <a:pt x="0" y="11068"/>
                  </a:cubicBezTo>
                  <a:cubicBezTo>
                    <a:pt x="184" y="11018"/>
                    <a:pt x="371" y="10990"/>
                    <a:pt x="558" y="10990"/>
                  </a:cubicBezTo>
                  <a:cubicBezTo>
                    <a:pt x="864" y="10990"/>
                    <a:pt x="1168" y="11067"/>
                    <a:pt x="1450" y="11252"/>
                  </a:cubicBezTo>
                  <a:cubicBezTo>
                    <a:pt x="2094" y="11676"/>
                    <a:pt x="2321" y="12463"/>
                    <a:pt x="2373" y="13257"/>
                  </a:cubicBezTo>
                  <a:cubicBezTo>
                    <a:pt x="2632" y="13134"/>
                    <a:pt x="2896" y="13057"/>
                    <a:pt x="3151" y="13057"/>
                  </a:cubicBezTo>
                  <a:cubicBezTo>
                    <a:pt x="3540" y="13057"/>
                    <a:pt x="3911" y="13235"/>
                    <a:pt x="4218" y="13698"/>
                  </a:cubicBezTo>
                  <a:cubicBezTo>
                    <a:pt x="4508" y="14138"/>
                    <a:pt x="4682" y="14710"/>
                    <a:pt x="4773" y="15310"/>
                  </a:cubicBezTo>
                  <a:cubicBezTo>
                    <a:pt x="6395" y="12183"/>
                    <a:pt x="8202" y="9140"/>
                    <a:pt x="9831" y="6080"/>
                  </a:cubicBezTo>
                  <a:cubicBezTo>
                    <a:pt x="10302" y="5192"/>
                    <a:pt x="10766" y="4281"/>
                    <a:pt x="11228" y="3362"/>
                  </a:cubicBezTo>
                  <a:cubicBezTo>
                    <a:pt x="10522" y="2888"/>
                    <a:pt x="9922" y="2159"/>
                    <a:pt x="9233" y="1649"/>
                  </a:cubicBezTo>
                  <a:cubicBezTo>
                    <a:pt x="8379" y="1025"/>
                    <a:pt x="7477" y="489"/>
                    <a:pt x="6539" y="46"/>
                  </a:cubicBezTo>
                  <a:cubicBezTo>
                    <a:pt x="6510" y="34"/>
                    <a:pt x="6486" y="20"/>
                    <a:pt x="64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493400" y="2069625"/>
              <a:ext cx="197650" cy="350725"/>
            </a:xfrm>
            <a:custGeom>
              <a:avLst/>
              <a:gdLst/>
              <a:ahLst/>
              <a:cxnLst/>
              <a:rect l="l" t="t" r="r" b="b"/>
              <a:pathLst>
                <a:path w="7906" h="14029" extrusionOk="0">
                  <a:moveTo>
                    <a:pt x="5381" y="1"/>
                  </a:moveTo>
                  <a:cubicBezTo>
                    <a:pt x="5709" y="1250"/>
                    <a:pt x="4524" y="2956"/>
                    <a:pt x="4144" y="4066"/>
                  </a:cubicBezTo>
                  <a:cubicBezTo>
                    <a:pt x="3477" y="6013"/>
                    <a:pt x="2955" y="8155"/>
                    <a:pt x="1716" y="9841"/>
                  </a:cubicBezTo>
                  <a:cubicBezTo>
                    <a:pt x="1199" y="10545"/>
                    <a:pt x="615" y="11181"/>
                    <a:pt x="0" y="11789"/>
                  </a:cubicBezTo>
                  <a:cubicBezTo>
                    <a:pt x="326" y="11837"/>
                    <a:pt x="634" y="12023"/>
                    <a:pt x="895" y="12416"/>
                  </a:cubicBezTo>
                  <a:cubicBezTo>
                    <a:pt x="1185" y="12856"/>
                    <a:pt x="1359" y="13428"/>
                    <a:pt x="1450" y="14028"/>
                  </a:cubicBezTo>
                  <a:cubicBezTo>
                    <a:pt x="3072" y="10901"/>
                    <a:pt x="4879" y="7858"/>
                    <a:pt x="6508" y="4798"/>
                  </a:cubicBezTo>
                  <a:cubicBezTo>
                    <a:pt x="6979" y="3910"/>
                    <a:pt x="7443" y="2999"/>
                    <a:pt x="7905" y="2080"/>
                  </a:cubicBezTo>
                  <a:cubicBezTo>
                    <a:pt x="7199" y="1606"/>
                    <a:pt x="6599" y="877"/>
                    <a:pt x="5910" y="367"/>
                  </a:cubicBezTo>
                  <a:cubicBezTo>
                    <a:pt x="5735" y="240"/>
                    <a:pt x="5560" y="121"/>
                    <a:pt x="5381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365700" y="1903200"/>
              <a:ext cx="404525" cy="639750"/>
            </a:xfrm>
            <a:custGeom>
              <a:avLst/>
              <a:gdLst/>
              <a:ahLst/>
              <a:cxnLst/>
              <a:rect l="l" t="t" r="r" b="b"/>
              <a:pathLst>
                <a:path w="16181" h="25590" extrusionOk="0">
                  <a:moveTo>
                    <a:pt x="11609" y="1267"/>
                  </a:moveTo>
                  <a:cubicBezTo>
                    <a:pt x="12933" y="1267"/>
                    <a:pt x="14147" y="1807"/>
                    <a:pt x="14994" y="3469"/>
                  </a:cubicBezTo>
                  <a:cubicBezTo>
                    <a:pt x="15116" y="3708"/>
                    <a:pt x="15214" y="3952"/>
                    <a:pt x="15303" y="4201"/>
                  </a:cubicBezTo>
                  <a:cubicBezTo>
                    <a:pt x="15114" y="4564"/>
                    <a:pt x="14927" y="4933"/>
                    <a:pt x="14741" y="5299"/>
                  </a:cubicBezTo>
                  <a:cubicBezTo>
                    <a:pt x="14269" y="4706"/>
                    <a:pt x="13652" y="4196"/>
                    <a:pt x="13149" y="3780"/>
                  </a:cubicBezTo>
                  <a:cubicBezTo>
                    <a:pt x="12228" y="3017"/>
                    <a:pt x="11255" y="2459"/>
                    <a:pt x="10168" y="2146"/>
                  </a:cubicBezTo>
                  <a:cubicBezTo>
                    <a:pt x="10322" y="1882"/>
                    <a:pt x="10477" y="1619"/>
                    <a:pt x="10630" y="1354"/>
                  </a:cubicBezTo>
                  <a:cubicBezTo>
                    <a:pt x="10961" y="1299"/>
                    <a:pt x="11288" y="1267"/>
                    <a:pt x="11609" y="1267"/>
                  </a:cubicBezTo>
                  <a:close/>
                  <a:moveTo>
                    <a:pt x="9664" y="3009"/>
                  </a:moveTo>
                  <a:cubicBezTo>
                    <a:pt x="10570" y="3495"/>
                    <a:pt x="11477" y="4026"/>
                    <a:pt x="12298" y="4675"/>
                  </a:cubicBezTo>
                  <a:cubicBezTo>
                    <a:pt x="12951" y="5194"/>
                    <a:pt x="13484" y="5978"/>
                    <a:pt x="14095" y="6581"/>
                  </a:cubicBezTo>
                  <a:cubicBezTo>
                    <a:pt x="13908" y="6955"/>
                    <a:pt x="13721" y="7328"/>
                    <a:pt x="13535" y="7699"/>
                  </a:cubicBezTo>
                  <a:cubicBezTo>
                    <a:pt x="13006" y="6993"/>
                    <a:pt x="12216" y="6435"/>
                    <a:pt x="11563" y="5971"/>
                  </a:cubicBezTo>
                  <a:cubicBezTo>
                    <a:pt x="10685" y="5349"/>
                    <a:pt x="9747" y="4880"/>
                    <a:pt x="8766" y="4512"/>
                  </a:cubicBezTo>
                  <a:cubicBezTo>
                    <a:pt x="9068" y="4014"/>
                    <a:pt x="9367" y="3512"/>
                    <a:pt x="9664" y="3009"/>
                  </a:cubicBezTo>
                  <a:close/>
                  <a:moveTo>
                    <a:pt x="8247" y="5376"/>
                  </a:moveTo>
                  <a:cubicBezTo>
                    <a:pt x="8271" y="5395"/>
                    <a:pt x="8295" y="5409"/>
                    <a:pt x="8324" y="5421"/>
                  </a:cubicBezTo>
                  <a:cubicBezTo>
                    <a:pt x="9262" y="5864"/>
                    <a:pt x="10164" y="6400"/>
                    <a:pt x="11015" y="7026"/>
                  </a:cubicBezTo>
                  <a:cubicBezTo>
                    <a:pt x="11707" y="7534"/>
                    <a:pt x="12307" y="8263"/>
                    <a:pt x="13013" y="8737"/>
                  </a:cubicBezTo>
                  <a:cubicBezTo>
                    <a:pt x="12551" y="9658"/>
                    <a:pt x="12087" y="10570"/>
                    <a:pt x="11616" y="11455"/>
                  </a:cubicBezTo>
                  <a:cubicBezTo>
                    <a:pt x="9987" y="14515"/>
                    <a:pt x="8180" y="17558"/>
                    <a:pt x="6558" y="20685"/>
                  </a:cubicBezTo>
                  <a:cubicBezTo>
                    <a:pt x="6467" y="20085"/>
                    <a:pt x="6293" y="19513"/>
                    <a:pt x="6003" y="19073"/>
                  </a:cubicBezTo>
                  <a:cubicBezTo>
                    <a:pt x="5696" y="18610"/>
                    <a:pt x="5325" y="18432"/>
                    <a:pt x="4936" y="18432"/>
                  </a:cubicBezTo>
                  <a:cubicBezTo>
                    <a:pt x="4681" y="18432"/>
                    <a:pt x="4417" y="18509"/>
                    <a:pt x="4158" y="18632"/>
                  </a:cubicBezTo>
                  <a:cubicBezTo>
                    <a:pt x="4106" y="17838"/>
                    <a:pt x="3879" y="17053"/>
                    <a:pt x="3235" y="16627"/>
                  </a:cubicBezTo>
                  <a:cubicBezTo>
                    <a:pt x="2953" y="16442"/>
                    <a:pt x="2650" y="16365"/>
                    <a:pt x="2344" y="16365"/>
                  </a:cubicBezTo>
                  <a:cubicBezTo>
                    <a:pt x="2158" y="16365"/>
                    <a:pt x="1970" y="16393"/>
                    <a:pt x="1785" y="16443"/>
                  </a:cubicBezTo>
                  <a:cubicBezTo>
                    <a:pt x="3163" y="14125"/>
                    <a:pt x="4469" y="11740"/>
                    <a:pt x="5816" y="9436"/>
                  </a:cubicBezTo>
                  <a:cubicBezTo>
                    <a:pt x="6611" y="8079"/>
                    <a:pt x="7429" y="6730"/>
                    <a:pt x="8247" y="5376"/>
                  </a:cubicBezTo>
                  <a:close/>
                  <a:moveTo>
                    <a:pt x="2050" y="17474"/>
                  </a:moveTo>
                  <a:cubicBezTo>
                    <a:pt x="2204" y="17474"/>
                    <a:pt x="2359" y="17500"/>
                    <a:pt x="2517" y="17573"/>
                  </a:cubicBezTo>
                  <a:cubicBezTo>
                    <a:pt x="3261" y="17910"/>
                    <a:pt x="3218" y="18673"/>
                    <a:pt x="3256" y="19496"/>
                  </a:cubicBezTo>
                  <a:cubicBezTo>
                    <a:pt x="3269" y="19768"/>
                    <a:pt x="3485" y="20020"/>
                    <a:pt x="3718" y="20020"/>
                  </a:cubicBezTo>
                  <a:cubicBezTo>
                    <a:pt x="3791" y="20020"/>
                    <a:pt x="3865" y="19995"/>
                    <a:pt x="3936" y="19939"/>
                  </a:cubicBezTo>
                  <a:cubicBezTo>
                    <a:pt x="4260" y="19681"/>
                    <a:pt x="4527" y="19572"/>
                    <a:pt x="4747" y="19572"/>
                  </a:cubicBezTo>
                  <a:cubicBezTo>
                    <a:pt x="5577" y="19572"/>
                    <a:pt x="5742" y="21124"/>
                    <a:pt x="5785" y="22145"/>
                  </a:cubicBezTo>
                  <a:cubicBezTo>
                    <a:pt x="4740" y="22647"/>
                    <a:pt x="3694" y="23147"/>
                    <a:pt x="2644" y="23640"/>
                  </a:cubicBezTo>
                  <a:cubicBezTo>
                    <a:pt x="2244" y="22994"/>
                    <a:pt x="1577" y="22480"/>
                    <a:pt x="988" y="22157"/>
                  </a:cubicBezTo>
                  <a:cubicBezTo>
                    <a:pt x="1019" y="20685"/>
                    <a:pt x="1022" y="19211"/>
                    <a:pt x="1000" y="17752"/>
                  </a:cubicBezTo>
                  <a:cubicBezTo>
                    <a:pt x="1022" y="17716"/>
                    <a:pt x="1041" y="17680"/>
                    <a:pt x="1063" y="17644"/>
                  </a:cubicBezTo>
                  <a:cubicBezTo>
                    <a:pt x="1066" y="17644"/>
                    <a:pt x="1069" y="17644"/>
                    <a:pt x="1073" y="17644"/>
                  </a:cubicBezTo>
                  <a:cubicBezTo>
                    <a:pt x="1081" y="17644"/>
                    <a:pt x="1089" y="17645"/>
                    <a:pt x="1098" y="17645"/>
                  </a:cubicBezTo>
                  <a:cubicBezTo>
                    <a:pt x="1101" y="17645"/>
                    <a:pt x="1104" y="17645"/>
                    <a:pt x="1108" y="17644"/>
                  </a:cubicBezTo>
                  <a:cubicBezTo>
                    <a:pt x="1431" y="17582"/>
                    <a:pt x="1739" y="17474"/>
                    <a:pt x="2050" y="17474"/>
                  </a:cubicBezTo>
                  <a:close/>
                  <a:moveTo>
                    <a:pt x="11729" y="1"/>
                  </a:moveTo>
                  <a:cubicBezTo>
                    <a:pt x="11615" y="1"/>
                    <a:pt x="11501" y="4"/>
                    <a:pt x="11386" y="12"/>
                  </a:cubicBezTo>
                  <a:lnTo>
                    <a:pt x="10223" y="299"/>
                  </a:lnTo>
                  <a:lnTo>
                    <a:pt x="9333" y="1789"/>
                  </a:lnTo>
                  <a:cubicBezTo>
                    <a:pt x="8099" y="3895"/>
                    <a:pt x="6910" y="6038"/>
                    <a:pt x="5680" y="8127"/>
                  </a:cubicBezTo>
                  <a:cubicBezTo>
                    <a:pt x="4264" y="10534"/>
                    <a:pt x="2747" y="12924"/>
                    <a:pt x="1321" y="15371"/>
                  </a:cubicBezTo>
                  <a:lnTo>
                    <a:pt x="271" y="17226"/>
                  </a:lnTo>
                  <a:lnTo>
                    <a:pt x="129" y="19695"/>
                  </a:lnTo>
                  <a:cubicBezTo>
                    <a:pt x="46" y="21468"/>
                    <a:pt x="0" y="23255"/>
                    <a:pt x="17" y="25013"/>
                  </a:cubicBezTo>
                  <a:lnTo>
                    <a:pt x="96" y="25590"/>
                  </a:lnTo>
                  <a:lnTo>
                    <a:pt x="2029" y="24929"/>
                  </a:lnTo>
                  <a:lnTo>
                    <a:pt x="6632" y="22630"/>
                  </a:lnTo>
                  <a:lnTo>
                    <a:pt x="7470" y="21154"/>
                  </a:lnTo>
                  <a:cubicBezTo>
                    <a:pt x="9034" y="18276"/>
                    <a:pt x="10472" y="15283"/>
                    <a:pt x="11996" y="12438"/>
                  </a:cubicBezTo>
                  <a:cubicBezTo>
                    <a:pt x="12941" y="10675"/>
                    <a:pt x="13882" y="8909"/>
                    <a:pt x="14824" y="7144"/>
                  </a:cubicBezTo>
                  <a:cubicBezTo>
                    <a:pt x="14956" y="7065"/>
                    <a:pt x="15049" y="6912"/>
                    <a:pt x="15047" y="6727"/>
                  </a:cubicBezTo>
                  <a:cubicBezTo>
                    <a:pt x="15135" y="6560"/>
                    <a:pt x="15226" y="6390"/>
                    <a:pt x="15315" y="6222"/>
                  </a:cubicBezTo>
                  <a:lnTo>
                    <a:pt x="16181" y="4622"/>
                  </a:lnTo>
                  <a:lnTo>
                    <a:pt x="15970" y="2933"/>
                  </a:lnTo>
                  <a:cubicBezTo>
                    <a:pt x="15769" y="2519"/>
                    <a:pt x="15532" y="2124"/>
                    <a:pt x="15245" y="1756"/>
                  </a:cubicBezTo>
                  <a:cubicBezTo>
                    <a:pt x="14252" y="476"/>
                    <a:pt x="13019" y="1"/>
                    <a:pt x="11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Google Shape;218;p13"/>
          <p:cNvSpPr/>
          <p:nvPr/>
        </p:nvSpPr>
        <p:spPr>
          <a:xfrm>
            <a:off x="8049572" y="3760050"/>
            <a:ext cx="1542350" cy="1544600"/>
          </a:xfrm>
          <a:custGeom>
            <a:avLst/>
            <a:gdLst/>
            <a:ahLst/>
            <a:cxnLst/>
            <a:rect l="l" t="t" r="r" b="b"/>
            <a:pathLst>
              <a:path w="61694" h="61784" extrusionOk="0">
                <a:moveTo>
                  <a:pt x="1763" y="61784"/>
                </a:moveTo>
                <a:cubicBezTo>
                  <a:pt x="763" y="53772"/>
                  <a:pt x="-2612" y="41967"/>
                  <a:pt x="4235" y="37688"/>
                </a:cubicBezTo>
                <a:cubicBezTo>
                  <a:pt x="10424" y="33820"/>
                  <a:pt x="20682" y="37209"/>
                  <a:pt x="25241" y="31510"/>
                </a:cubicBezTo>
                <a:cubicBezTo>
                  <a:pt x="29822" y="25783"/>
                  <a:pt x="32732" y="18279"/>
                  <a:pt x="38834" y="14211"/>
                </a:cubicBezTo>
                <a:cubicBezTo>
                  <a:pt x="43681" y="10980"/>
                  <a:pt x="51393" y="15125"/>
                  <a:pt x="56133" y="11739"/>
                </a:cubicBezTo>
                <a:cubicBezTo>
                  <a:pt x="59656" y="9222"/>
                  <a:pt x="61694" y="4330"/>
                  <a:pt x="61694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219" name="Google Shape;219;p13"/>
          <p:cNvSpPr/>
          <p:nvPr/>
        </p:nvSpPr>
        <p:spPr>
          <a:xfrm>
            <a:off x="-218275" y="3972700"/>
            <a:ext cx="1606375" cy="1699050"/>
          </a:xfrm>
          <a:custGeom>
            <a:avLst/>
            <a:gdLst/>
            <a:ahLst/>
            <a:cxnLst/>
            <a:rect l="l" t="t" r="r" b="b"/>
            <a:pathLst>
              <a:path w="64255" h="67962" extrusionOk="0">
                <a:moveTo>
                  <a:pt x="64255" y="67962"/>
                </a:moveTo>
                <a:cubicBezTo>
                  <a:pt x="64255" y="57475"/>
                  <a:pt x="63130" y="42997"/>
                  <a:pt x="53751" y="38306"/>
                </a:cubicBezTo>
                <a:cubicBezTo>
                  <a:pt x="45576" y="34217"/>
                  <a:pt x="34790" y="36580"/>
                  <a:pt x="27184" y="31510"/>
                </a:cubicBezTo>
                <a:cubicBezTo>
                  <a:pt x="21941" y="28015"/>
                  <a:pt x="24367" y="19212"/>
                  <a:pt x="23477" y="12974"/>
                </a:cubicBezTo>
                <a:cubicBezTo>
                  <a:pt x="22214" y="4123"/>
                  <a:pt x="8941" y="0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220" name="Google Shape;220;p13"/>
          <p:cNvGrpSpPr/>
          <p:nvPr/>
        </p:nvGrpSpPr>
        <p:grpSpPr>
          <a:xfrm flipH="1">
            <a:off x="8286106" y="857876"/>
            <a:ext cx="455521" cy="411817"/>
            <a:chOff x="6648725" y="1944825"/>
            <a:chExt cx="401800" cy="363250"/>
          </a:xfrm>
        </p:grpSpPr>
        <p:sp>
          <p:nvSpPr>
            <p:cNvPr id="221" name="Google Shape;221;p13"/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13"/>
          <p:cNvGrpSpPr/>
          <p:nvPr/>
        </p:nvGrpSpPr>
        <p:grpSpPr>
          <a:xfrm rot="-2700000">
            <a:off x="7033561" y="-236562"/>
            <a:ext cx="1097959" cy="891975"/>
            <a:chOff x="1301775" y="3582596"/>
            <a:chExt cx="953074" cy="774271"/>
          </a:xfrm>
        </p:grpSpPr>
        <p:sp>
          <p:nvSpPr>
            <p:cNvPr id="226" name="Google Shape;226;p13"/>
            <p:cNvSpPr/>
            <p:nvPr/>
          </p:nvSpPr>
          <p:spPr>
            <a:xfrm>
              <a:off x="1913933" y="3905380"/>
              <a:ext cx="303333" cy="382518"/>
            </a:xfrm>
            <a:custGeom>
              <a:avLst/>
              <a:gdLst/>
              <a:ahLst/>
              <a:cxnLst/>
              <a:rect l="l" t="t" r="r" b="b"/>
              <a:pathLst>
                <a:path w="9887" h="12468" extrusionOk="0">
                  <a:moveTo>
                    <a:pt x="9391" y="0"/>
                  </a:moveTo>
                  <a:cubicBezTo>
                    <a:pt x="9367" y="12"/>
                    <a:pt x="9344" y="24"/>
                    <a:pt x="9315" y="34"/>
                  </a:cubicBezTo>
                  <a:cubicBezTo>
                    <a:pt x="6382" y="998"/>
                    <a:pt x="3441" y="1946"/>
                    <a:pt x="503" y="2903"/>
                  </a:cubicBezTo>
                  <a:cubicBezTo>
                    <a:pt x="338" y="2955"/>
                    <a:pt x="171" y="3013"/>
                    <a:pt x="1" y="3070"/>
                  </a:cubicBezTo>
                  <a:cubicBezTo>
                    <a:pt x="1195" y="4441"/>
                    <a:pt x="2015" y="6168"/>
                    <a:pt x="2884" y="7750"/>
                  </a:cubicBezTo>
                  <a:cubicBezTo>
                    <a:pt x="3704" y="9245"/>
                    <a:pt x="4690" y="10824"/>
                    <a:pt x="5236" y="12468"/>
                  </a:cubicBezTo>
                  <a:cubicBezTo>
                    <a:pt x="5422" y="12250"/>
                    <a:pt x="5580" y="11996"/>
                    <a:pt x="5700" y="11719"/>
                  </a:cubicBezTo>
                  <a:lnTo>
                    <a:pt x="9568" y="2678"/>
                  </a:lnTo>
                  <a:cubicBezTo>
                    <a:pt x="9879" y="1950"/>
                    <a:pt x="9887" y="1142"/>
                    <a:pt x="9590" y="400"/>
                  </a:cubicBezTo>
                  <a:cubicBezTo>
                    <a:pt x="9535" y="261"/>
                    <a:pt x="9466" y="127"/>
                    <a:pt x="9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1398355" y="3932532"/>
              <a:ext cx="649342" cy="387826"/>
            </a:xfrm>
            <a:custGeom>
              <a:avLst/>
              <a:gdLst/>
              <a:ahLst/>
              <a:cxnLst/>
              <a:rect l="l" t="t" r="r" b="b"/>
              <a:pathLst>
                <a:path w="21165" h="12641" extrusionOk="0">
                  <a:moveTo>
                    <a:pt x="9080" y="1"/>
                  </a:moveTo>
                  <a:cubicBezTo>
                    <a:pt x="7463" y="919"/>
                    <a:pt x="5681" y="1573"/>
                    <a:pt x="4013" y="2391"/>
                  </a:cubicBezTo>
                  <a:cubicBezTo>
                    <a:pt x="2676" y="3049"/>
                    <a:pt x="1369" y="3826"/>
                    <a:pt x="1" y="4429"/>
                  </a:cubicBezTo>
                  <a:cubicBezTo>
                    <a:pt x="77" y="4470"/>
                    <a:pt x="154" y="4508"/>
                    <a:pt x="235" y="4544"/>
                  </a:cubicBezTo>
                  <a:lnTo>
                    <a:pt x="18595" y="12401"/>
                  </a:lnTo>
                  <a:cubicBezTo>
                    <a:pt x="18975" y="12564"/>
                    <a:pt x="19370" y="12640"/>
                    <a:pt x="19759" y="12640"/>
                  </a:cubicBezTo>
                  <a:cubicBezTo>
                    <a:pt x="20252" y="12640"/>
                    <a:pt x="20734" y="12517"/>
                    <a:pt x="21165" y="12289"/>
                  </a:cubicBezTo>
                  <a:cubicBezTo>
                    <a:pt x="20103" y="10733"/>
                    <a:pt x="19385" y="8863"/>
                    <a:pt x="18507" y="7205"/>
                  </a:cubicBezTo>
                  <a:cubicBezTo>
                    <a:pt x="17677" y="5642"/>
                    <a:pt x="16622" y="4121"/>
                    <a:pt x="16023" y="2451"/>
                  </a:cubicBezTo>
                  <a:cubicBezTo>
                    <a:pt x="15194" y="2726"/>
                    <a:pt x="14339" y="2963"/>
                    <a:pt x="13499" y="2963"/>
                  </a:cubicBezTo>
                  <a:cubicBezTo>
                    <a:pt x="12885" y="2963"/>
                    <a:pt x="12279" y="2837"/>
                    <a:pt x="11695" y="2506"/>
                  </a:cubicBezTo>
                  <a:cubicBezTo>
                    <a:pt x="10724" y="1955"/>
                    <a:pt x="9858" y="1022"/>
                    <a:pt x="90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1523745" y="3619228"/>
              <a:ext cx="652625" cy="366994"/>
            </a:xfrm>
            <a:custGeom>
              <a:avLst/>
              <a:gdLst/>
              <a:ahLst/>
              <a:cxnLst/>
              <a:rect l="l" t="t" r="r" b="b"/>
              <a:pathLst>
                <a:path w="21272" h="11962" extrusionOk="0">
                  <a:moveTo>
                    <a:pt x="1199" y="0"/>
                  </a:moveTo>
                  <a:cubicBezTo>
                    <a:pt x="784" y="0"/>
                    <a:pt x="376" y="87"/>
                    <a:pt x="0" y="250"/>
                  </a:cubicBezTo>
                  <a:cubicBezTo>
                    <a:pt x="2225" y="3952"/>
                    <a:pt x="4228" y="8325"/>
                    <a:pt x="7505" y="11186"/>
                  </a:cubicBezTo>
                  <a:cubicBezTo>
                    <a:pt x="8152" y="11751"/>
                    <a:pt x="8913" y="11961"/>
                    <a:pt x="9722" y="11961"/>
                  </a:cubicBezTo>
                  <a:cubicBezTo>
                    <a:pt x="11512" y="11961"/>
                    <a:pt x="13537" y="10931"/>
                    <a:pt x="15073" y="10430"/>
                  </a:cubicBezTo>
                  <a:cubicBezTo>
                    <a:pt x="17140" y="9758"/>
                    <a:pt x="19205" y="9083"/>
                    <a:pt x="21272" y="8414"/>
                  </a:cubicBezTo>
                  <a:cubicBezTo>
                    <a:pt x="21100" y="8292"/>
                    <a:pt x="20920" y="8179"/>
                    <a:pt x="20722" y="8095"/>
                  </a:cubicBezTo>
                  <a:lnTo>
                    <a:pt x="2362" y="238"/>
                  </a:lnTo>
                  <a:cubicBezTo>
                    <a:pt x="1982" y="76"/>
                    <a:pt x="1588" y="0"/>
                    <a:pt x="1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1343745" y="3643035"/>
              <a:ext cx="315667" cy="402338"/>
            </a:xfrm>
            <a:custGeom>
              <a:avLst/>
              <a:gdLst/>
              <a:ahLst/>
              <a:cxnLst/>
              <a:rect l="l" t="t" r="r" b="b"/>
              <a:pathLst>
                <a:path w="10289" h="13114" extrusionOk="0">
                  <a:moveTo>
                    <a:pt x="5056" y="1"/>
                  </a:moveTo>
                  <a:cubicBezTo>
                    <a:pt x="4747" y="278"/>
                    <a:pt x="4491" y="623"/>
                    <a:pt x="4317" y="1029"/>
                  </a:cubicBezTo>
                  <a:lnTo>
                    <a:pt x="450" y="10071"/>
                  </a:lnTo>
                  <a:cubicBezTo>
                    <a:pt x="1" y="11119"/>
                    <a:pt x="204" y="12284"/>
                    <a:pt x="876" y="13114"/>
                  </a:cubicBezTo>
                  <a:cubicBezTo>
                    <a:pt x="2252" y="12195"/>
                    <a:pt x="3829" y="11537"/>
                    <a:pt x="5319" y="10836"/>
                  </a:cubicBezTo>
                  <a:cubicBezTo>
                    <a:pt x="6934" y="10076"/>
                    <a:pt x="8578" y="9197"/>
                    <a:pt x="10288" y="8657"/>
                  </a:cubicBezTo>
                  <a:cubicBezTo>
                    <a:pt x="9726" y="7858"/>
                    <a:pt x="9212" y="7051"/>
                    <a:pt x="8743" y="6372"/>
                  </a:cubicBezTo>
                  <a:cubicBezTo>
                    <a:pt x="7358" y="4374"/>
                    <a:pt x="6008" y="2252"/>
                    <a:pt x="5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2018920" y="4108267"/>
              <a:ext cx="136925" cy="179631"/>
            </a:xfrm>
            <a:custGeom>
              <a:avLst/>
              <a:gdLst/>
              <a:ahLst/>
              <a:cxnLst/>
              <a:rect l="l" t="t" r="r" b="b"/>
              <a:pathLst>
                <a:path w="4463" h="5855" extrusionOk="0">
                  <a:moveTo>
                    <a:pt x="4462" y="0"/>
                  </a:moveTo>
                  <a:lnTo>
                    <a:pt x="4462" y="0"/>
                  </a:lnTo>
                  <a:cubicBezTo>
                    <a:pt x="3409" y="876"/>
                    <a:pt x="2146" y="1522"/>
                    <a:pt x="787" y="1910"/>
                  </a:cubicBezTo>
                  <a:cubicBezTo>
                    <a:pt x="524" y="1984"/>
                    <a:pt x="263" y="2046"/>
                    <a:pt x="0" y="2101"/>
                  </a:cubicBezTo>
                  <a:cubicBezTo>
                    <a:pt x="682" y="3307"/>
                    <a:pt x="1385" y="4560"/>
                    <a:pt x="1814" y="5855"/>
                  </a:cubicBezTo>
                  <a:cubicBezTo>
                    <a:pt x="2000" y="5637"/>
                    <a:pt x="2158" y="5386"/>
                    <a:pt x="2278" y="5106"/>
                  </a:cubicBezTo>
                  <a:lnTo>
                    <a:pt x="4462" y="0"/>
                  </a:ln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1398355" y="4012975"/>
              <a:ext cx="649342" cy="307383"/>
            </a:xfrm>
            <a:custGeom>
              <a:avLst/>
              <a:gdLst/>
              <a:ahLst/>
              <a:cxnLst/>
              <a:rect l="l" t="t" r="r" b="b"/>
              <a:pathLst>
                <a:path w="21165" h="10019" extrusionOk="0">
                  <a:moveTo>
                    <a:pt x="3558" y="1"/>
                  </a:moveTo>
                  <a:cubicBezTo>
                    <a:pt x="2376" y="606"/>
                    <a:pt x="1214" y="1274"/>
                    <a:pt x="1" y="1807"/>
                  </a:cubicBezTo>
                  <a:cubicBezTo>
                    <a:pt x="77" y="1848"/>
                    <a:pt x="154" y="1886"/>
                    <a:pt x="235" y="1922"/>
                  </a:cubicBezTo>
                  <a:lnTo>
                    <a:pt x="18595" y="9779"/>
                  </a:lnTo>
                  <a:cubicBezTo>
                    <a:pt x="18974" y="9942"/>
                    <a:pt x="19369" y="10018"/>
                    <a:pt x="19758" y="10018"/>
                  </a:cubicBezTo>
                  <a:cubicBezTo>
                    <a:pt x="20251" y="10018"/>
                    <a:pt x="20734" y="9895"/>
                    <a:pt x="21165" y="9667"/>
                  </a:cubicBezTo>
                  <a:cubicBezTo>
                    <a:pt x="20277" y="8367"/>
                    <a:pt x="19629" y="6848"/>
                    <a:pt x="18928" y="5415"/>
                  </a:cubicBezTo>
                  <a:cubicBezTo>
                    <a:pt x="18450" y="5466"/>
                    <a:pt x="17973" y="5489"/>
                    <a:pt x="17497" y="5489"/>
                  </a:cubicBezTo>
                  <a:cubicBezTo>
                    <a:pt x="15258" y="5489"/>
                    <a:pt x="13037" y="4970"/>
                    <a:pt x="10844" y="4286"/>
                  </a:cubicBezTo>
                  <a:cubicBezTo>
                    <a:pt x="8073" y="3425"/>
                    <a:pt x="5456" y="2104"/>
                    <a:pt x="3558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1343745" y="3809505"/>
              <a:ext cx="141558" cy="235868"/>
            </a:xfrm>
            <a:custGeom>
              <a:avLst/>
              <a:gdLst/>
              <a:ahLst/>
              <a:cxnLst/>
              <a:rect l="l" t="t" r="r" b="b"/>
              <a:pathLst>
                <a:path w="4614" h="7688" extrusionOk="0">
                  <a:moveTo>
                    <a:pt x="2436" y="1"/>
                  </a:moveTo>
                  <a:lnTo>
                    <a:pt x="450" y="4645"/>
                  </a:lnTo>
                  <a:cubicBezTo>
                    <a:pt x="1" y="5693"/>
                    <a:pt x="204" y="6858"/>
                    <a:pt x="876" y="7688"/>
                  </a:cubicBezTo>
                  <a:cubicBezTo>
                    <a:pt x="2034" y="6915"/>
                    <a:pt x="3338" y="6324"/>
                    <a:pt x="4613" y="5738"/>
                  </a:cubicBezTo>
                  <a:cubicBezTo>
                    <a:pt x="4243" y="5231"/>
                    <a:pt x="3908" y="4693"/>
                    <a:pt x="3621" y="4104"/>
                  </a:cubicBezTo>
                  <a:cubicBezTo>
                    <a:pt x="2996" y="2829"/>
                    <a:pt x="2542" y="1429"/>
                    <a:pt x="2436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1301775" y="3582596"/>
              <a:ext cx="953074" cy="774271"/>
            </a:xfrm>
            <a:custGeom>
              <a:avLst/>
              <a:gdLst/>
              <a:ahLst/>
              <a:cxnLst/>
              <a:rect l="l" t="t" r="r" b="b"/>
              <a:pathLst>
                <a:path w="31065" h="25237" extrusionOk="0">
                  <a:moveTo>
                    <a:pt x="8434" y="1194"/>
                  </a:moveTo>
                  <a:cubicBezTo>
                    <a:pt x="8823" y="1194"/>
                    <a:pt x="9217" y="1270"/>
                    <a:pt x="9597" y="1432"/>
                  </a:cubicBezTo>
                  <a:lnTo>
                    <a:pt x="27954" y="9289"/>
                  </a:lnTo>
                  <a:cubicBezTo>
                    <a:pt x="28153" y="9375"/>
                    <a:pt x="28335" y="9486"/>
                    <a:pt x="28507" y="9608"/>
                  </a:cubicBezTo>
                  <a:cubicBezTo>
                    <a:pt x="26440" y="10277"/>
                    <a:pt x="24375" y="10952"/>
                    <a:pt x="22308" y="11624"/>
                  </a:cubicBezTo>
                  <a:cubicBezTo>
                    <a:pt x="20772" y="12125"/>
                    <a:pt x="18746" y="13155"/>
                    <a:pt x="16956" y="13155"/>
                  </a:cubicBezTo>
                  <a:cubicBezTo>
                    <a:pt x="16147" y="13155"/>
                    <a:pt x="15386" y="12945"/>
                    <a:pt x="14740" y="12380"/>
                  </a:cubicBezTo>
                  <a:cubicBezTo>
                    <a:pt x="11463" y="9519"/>
                    <a:pt x="9460" y="5146"/>
                    <a:pt x="7235" y="1444"/>
                  </a:cubicBezTo>
                  <a:cubicBezTo>
                    <a:pt x="7611" y="1281"/>
                    <a:pt x="8019" y="1194"/>
                    <a:pt x="8434" y="1194"/>
                  </a:cubicBezTo>
                  <a:close/>
                  <a:moveTo>
                    <a:pt x="6424" y="1968"/>
                  </a:moveTo>
                  <a:cubicBezTo>
                    <a:pt x="7376" y="4222"/>
                    <a:pt x="8726" y="6342"/>
                    <a:pt x="10111" y="8340"/>
                  </a:cubicBezTo>
                  <a:cubicBezTo>
                    <a:pt x="10582" y="9021"/>
                    <a:pt x="11094" y="9828"/>
                    <a:pt x="11656" y="10627"/>
                  </a:cubicBezTo>
                  <a:cubicBezTo>
                    <a:pt x="9946" y="11167"/>
                    <a:pt x="8302" y="12046"/>
                    <a:pt x="6687" y="12804"/>
                  </a:cubicBezTo>
                  <a:cubicBezTo>
                    <a:pt x="5197" y="13507"/>
                    <a:pt x="3619" y="14165"/>
                    <a:pt x="2244" y="15083"/>
                  </a:cubicBezTo>
                  <a:lnTo>
                    <a:pt x="2244" y="15083"/>
                  </a:lnTo>
                  <a:cubicBezTo>
                    <a:pt x="1572" y="14253"/>
                    <a:pt x="1369" y="13088"/>
                    <a:pt x="1818" y="12041"/>
                  </a:cubicBezTo>
                  <a:lnTo>
                    <a:pt x="5685" y="2999"/>
                  </a:lnTo>
                  <a:cubicBezTo>
                    <a:pt x="5859" y="2593"/>
                    <a:pt x="6115" y="2248"/>
                    <a:pt x="6424" y="1968"/>
                  </a:cubicBezTo>
                  <a:close/>
                  <a:moveTo>
                    <a:pt x="29344" y="10521"/>
                  </a:moveTo>
                  <a:cubicBezTo>
                    <a:pt x="29419" y="10651"/>
                    <a:pt x="29488" y="10782"/>
                    <a:pt x="29545" y="10921"/>
                  </a:cubicBezTo>
                  <a:cubicBezTo>
                    <a:pt x="29842" y="11663"/>
                    <a:pt x="29832" y="12471"/>
                    <a:pt x="29521" y="13199"/>
                  </a:cubicBezTo>
                  <a:lnTo>
                    <a:pt x="25653" y="22240"/>
                  </a:lnTo>
                  <a:cubicBezTo>
                    <a:pt x="25533" y="22517"/>
                    <a:pt x="25378" y="22771"/>
                    <a:pt x="25189" y="22989"/>
                  </a:cubicBezTo>
                  <a:cubicBezTo>
                    <a:pt x="24643" y="21345"/>
                    <a:pt x="23657" y="19766"/>
                    <a:pt x="22837" y="18271"/>
                  </a:cubicBezTo>
                  <a:cubicBezTo>
                    <a:pt x="21968" y="16689"/>
                    <a:pt x="21148" y="14962"/>
                    <a:pt x="19954" y="13591"/>
                  </a:cubicBezTo>
                  <a:cubicBezTo>
                    <a:pt x="20124" y="13534"/>
                    <a:pt x="20291" y="13476"/>
                    <a:pt x="20459" y="13424"/>
                  </a:cubicBezTo>
                  <a:cubicBezTo>
                    <a:pt x="23397" y="12467"/>
                    <a:pt x="26335" y="11519"/>
                    <a:pt x="29268" y="10555"/>
                  </a:cubicBezTo>
                  <a:cubicBezTo>
                    <a:pt x="29297" y="10545"/>
                    <a:pt x="29320" y="10533"/>
                    <a:pt x="29344" y="10521"/>
                  </a:cubicBezTo>
                  <a:close/>
                  <a:moveTo>
                    <a:pt x="12228" y="11407"/>
                  </a:moveTo>
                  <a:cubicBezTo>
                    <a:pt x="13006" y="12428"/>
                    <a:pt x="13872" y="13361"/>
                    <a:pt x="14843" y="13912"/>
                  </a:cubicBezTo>
                  <a:cubicBezTo>
                    <a:pt x="15427" y="14243"/>
                    <a:pt x="16033" y="14369"/>
                    <a:pt x="16647" y="14369"/>
                  </a:cubicBezTo>
                  <a:cubicBezTo>
                    <a:pt x="17487" y="14369"/>
                    <a:pt x="18342" y="14132"/>
                    <a:pt x="19171" y="13857"/>
                  </a:cubicBezTo>
                  <a:cubicBezTo>
                    <a:pt x="19770" y="15527"/>
                    <a:pt x="20825" y="17048"/>
                    <a:pt x="21655" y="18611"/>
                  </a:cubicBezTo>
                  <a:cubicBezTo>
                    <a:pt x="22533" y="20269"/>
                    <a:pt x="23251" y="22139"/>
                    <a:pt x="24313" y="23695"/>
                  </a:cubicBezTo>
                  <a:cubicBezTo>
                    <a:pt x="23884" y="23923"/>
                    <a:pt x="23402" y="24045"/>
                    <a:pt x="22910" y="24045"/>
                  </a:cubicBezTo>
                  <a:cubicBezTo>
                    <a:pt x="22520" y="24045"/>
                    <a:pt x="22124" y="23968"/>
                    <a:pt x="21743" y="23805"/>
                  </a:cubicBezTo>
                  <a:lnTo>
                    <a:pt x="21743" y="23807"/>
                  </a:lnTo>
                  <a:lnTo>
                    <a:pt x="3383" y="15950"/>
                  </a:lnTo>
                  <a:cubicBezTo>
                    <a:pt x="3302" y="15914"/>
                    <a:pt x="3225" y="15876"/>
                    <a:pt x="3149" y="15835"/>
                  </a:cubicBezTo>
                  <a:cubicBezTo>
                    <a:pt x="4517" y="15232"/>
                    <a:pt x="5824" y="14455"/>
                    <a:pt x="7161" y="13797"/>
                  </a:cubicBezTo>
                  <a:cubicBezTo>
                    <a:pt x="8829" y="12979"/>
                    <a:pt x="10611" y="12325"/>
                    <a:pt x="12228" y="11407"/>
                  </a:cubicBezTo>
                  <a:close/>
                  <a:moveTo>
                    <a:pt x="8432" y="1"/>
                  </a:moveTo>
                  <a:cubicBezTo>
                    <a:pt x="6811" y="1"/>
                    <a:pt x="5268" y="950"/>
                    <a:pt x="4591" y="2531"/>
                  </a:cubicBezTo>
                  <a:lnTo>
                    <a:pt x="723" y="11572"/>
                  </a:lnTo>
                  <a:cubicBezTo>
                    <a:pt x="0" y="13263"/>
                    <a:pt x="483" y="15173"/>
                    <a:pt x="1790" y="16330"/>
                  </a:cubicBezTo>
                  <a:cubicBezTo>
                    <a:pt x="2115" y="16620"/>
                    <a:pt x="2493" y="16864"/>
                    <a:pt x="2914" y="17043"/>
                  </a:cubicBezTo>
                  <a:lnTo>
                    <a:pt x="21274" y="24900"/>
                  </a:lnTo>
                  <a:cubicBezTo>
                    <a:pt x="21808" y="25129"/>
                    <a:pt x="22363" y="25237"/>
                    <a:pt x="22910" y="25237"/>
                  </a:cubicBezTo>
                  <a:cubicBezTo>
                    <a:pt x="24529" y="25237"/>
                    <a:pt x="26072" y="24288"/>
                    <a:pt x="26748" y="22709"/>
                  </a:cubicBezTo>
                  <a:lnTo>
                    <a:pt x="30617" y="13668"/>
                  </a:lnTo>
                  <a:cubicBezTo>
                    <a:pt x="31053" y="12646"/>
                    <a:pt x="31065" y="11514"/>
                    <a:pt x="30651" y="10478"/>
                  </a:cubicBezTo>
                  <a:cubicBezTo>
                    <a:pt x="30234" y="9442"/>
                    <a:pt x="29445" y="8631"/>
                    <a:pt x="28423" y="8194"/>
                  </a:cubicBezTo>
                  <a:lnTo>
                    <a:pt x="10065" y="337"/>
                  </a:lnTo>
                  <a:cubicBezTo>
                    <a:pt x="9532" y="109"/>
                    <a:pt x="8978" y="1"/>
                    <a:pt x="8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" name="Google Shape;234;p13"/>
          <p:cNvSpPr/>
          <p:nvPr/>
        </p:nvSpPr>
        <p:spPr>
          <a:xfrm rot="-2700000">
            <a:off x="8568014" y="314425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3"/>
          <p:cNvSpPr/>
          <p:nvPr/>
        </p:nvSpPr>
        <p:spPr>
          <a:xfrm rot="-2700000">
            <a:off x="541476" y="1111612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accent2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4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 rot="10800000"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 txBox="1">
            <a:spLocks noGrp="1"/>
          </p:cNvSpPr>
          <p:nvPr>
            <p:ph type="subTitle" idx="1"/>
          </p:nvPr>
        </p:nvSpPr>
        <p:spPr>
          <a:xfrm>
            <a:off x="1133700" y="1143763"/>
            <a:ext cx="6876600" cy="23169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" name="Google Shape;239;p14"/>
          <p:cNvSpPr txBox="1">
            <a:spLocks noGrp="1"/>
          </p:cNvSpPr>
          <p:nvPr>
            <p:ph type="subTitle" idx="2"/>
          </p:nvPr>
        </p:nvSpPr>
        <p:spPr>
          <a:xfrm>
            <a:off x="1133700" y="3460638"/>
            <a:ext cx="6876600" cy="5391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0" name="Google Shape;240;p14"/>
          <p:cNvSpPr/>
          <p:nvPr/>
        </p:nvSpPr>
        <p:spPr>
          <a:xfrm flipH="1">
            <a:off x="-475553" y="3256975"/>
            <a:ext cx="3070478" cy="2406796"/>
          </a:xfrm>
          <a:custGeom>
            <a:avLst/>
            <a:gdLst/>
            <a:ahLst/>
            <a:cxnLst/>
            <a:rect l="l" t="t" r="r" b="b"/>
            <a:pathLst>
              <a:path w="137937" h="108122" extrusionOk="0">
                <a:moveTo>
                  <a:pt x="5102" y="108122"/>
                </a:moveTo>
                <a:cubicBezTo>
                  <a:pt x="-3799" y="93285"/>
                  <a:pt x="-945" y="66899"/>
                  <a:pt x="13134" y="56841"/>
                </a:cubicBezTo>
                <a:cubicBezTo>
                  <a:pt x="28207" y="46073"/>
                  <a:pt x="50379" y="54131"/>
                  <a:pt x="68122" y="48809"/>
                </a:cubicBezTo>
                <a:cubicBezTo>
                  <a:pt x="81234" y="44876"/>
                  <a:pt x="85646" y="27174"/>
                  <a:pt x="97160" y="19771"/>
                </a:cubicBezTo>
                <a:cubicBezTo>
                  <a:pt x="103126" y="15935"/>
                  <a:pt x="109432" y="12224"/>
                  <a:pt x="116313" y="10503"/>
                </a:cubicBezTo>
                <a:cubicBezTo>
                  <a:pt x="122273" y="9012"/>
                  <a:pt x="129118" y="9587"/>
                  <a:pt x="134230" y="6179"/>
                </a:cubicBezTo>
                <a:cubicBezTo>
                  <a:pt x="136229" y="4847"/>
                  <a:pt x="136240" y="1700"/>
                  <a:pt x="137937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241" name="Google Shape;241;p14"/>
          <p:cNvGrpSpPr/>
          <p:nvPr/>
        </p:nvGrpSpPr>
        <p:grpSpPr>
          <a:xfrm rot="-219012">
            <a:off x="-189704" y="368848"/>
            <a:ext cx="1046938" cy="824570"/>
            <a:chOff x="1652325" y="2018350"/>
            <a:chExt cx="1020725" cy="803925"/>
          </a:xfrm>
        </p:grpSpPr>
        <p:sp>
          <p:nvSpPr>
            <p:cNvPr id="242" name="Google Shape;242;p14"/>
            <p:cNvSpPr/>
            <p:nvPr/>
          </p:nvSpPr>
          <p:spPr>
            <a:xfrm>
              <a:off x="2448950" y="2530725"/>
              <a:ext cx="41675" cy="29500"/>
            </a:xfrm>
            <a:custGeom>
              <a:avLst/>
              <a:gdLst/>
              <a:ahLst/>
              <a:cxnLst/>
              <a:rect l="l" t="t" r="r" b="b"/>
              <a:pathLst>
                <a:path w="1667" h="1180" extrusionOk="0">
                  <a:moveTo>
                    <a:pt x="869" y="0"/>
                  </a:moveTo>
                  <a:cubicBezTo>
                    <a:pt x="766" y="0"/>
                    <a:pt x="659" y="17"/>
                    <a:pt x="554" y="44"/>
                  </a:cubicBezTo>
                  <a:cubicBezTo>
                    <a:pt x="346" y="175"/>
                    <a:pt x="164" y="338"/>
                    <a:pt x="102" y="577"/>
                  </a:cubicBezTo>
                  <a:cubicBezTo>
                    <a:pt x="0" y="960"/>
                    <a:pt x="225" y="1179"/>
                    <a:pt x="528" y="1179"/>
                  </a:cubicBezTo>
                  <a:cubicBezTo>
                    <a:pt x="617" y="1179"/>
                    <a:pt x="714" y="1160"/>
                    <a:pt x="810" y="1120"/>
                  </a:cubicBezTo>
                  <a:cubicBezTo>
                    <a:pt x="1162" y="979"/>
                    <a:pt x="1667" y="558"/>
                    <a:pt x="1313" y="175"/>
                  </a:cubicBezTo>
                  <a:cubicBezTo>
                    <a:pt x="1195" y="46"/>
                    <a:pt x="1038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2150300" y="2551475"/>
              <a:ext cx="41625" cy="29500"/>
            </a:xfrm>
            <a:custGeom>
              <a:avLst/>
              <a:gdLst/>
              <a:ahLst/>
              <a:cxnLst/>
              <a:rect l="l" t="t" r="r" b="b"/>
              <a:pathLst>
                <a:path w="1665" h="1180" extrusionOk="0">
                  <a:moveTo>
                    <a:pt x="869" y="0"/>
                  </a:moveTo>
                  <a:cubicBezTo>
                    <a:pt x="765" y="0"/>
                    <a:pt x="657" y="18"/>
                    <a:pt x="552" y="44"/>
                  </a:cubicBezTo>
                  <a:cubicBezTo>
                    <a:pt x="344" y="176"/>
                    <a:pt x="164" y="338"/>
                    <a:pt x="100" y="578"/>
                  </a:cubicBezTo>
                  <a:cubicBezTo>
                    <a:pt x="0" y="960"/>
                    <a:pt x="225" y="1180"/>
                    <a:pt x="528" y="1180"/>
                  </a:cubicBezTo>
                  <a:cubicBezTo>
                    <a:pt x="618" y="1180"/>
                    <a:pt x="714" y="1160"/>
                    <a:pt x="810" y="1121"/>
                  </a:cubicBezTo>
                  <a:lnTo>
                    <a:pt x="810" y="1123"/>
                  </a:lnTo>
                  <a:cubicBezTo>
                    <a:pt x="1160" y="979"/>
                    <a:pt x="1664" y="558"/>
                    <a:pt x="1313" y="176"/>
                  </a:cubicBezTo>
                  <a:cubicBezTo>
                    <a:pt x="1196" y="47"/>
                    <a:pt x="1038" y="0"/>
                    <a:pt x="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1956725" y="2254800"/>
              <a:ext cx="688350" cy="486325"/>
            </a:xfrm>
            <a:custGeom>
              <a:avLst/>
              <a:gdLst/>
              <a:ahLst/>
              <a:cxnLst/>
              <a:rect l="l" t="t" r="r" b="b"/>
              <a:pathLst>
                <a:path w="27534" h="19453" extrusionOk="0">
                  <a:moveTo>
                    <a:pt x="17257" y="2654"/>
                  </a:moveTo>
                  <a:cubicBezTo>
                    <a:pt x="17560" y="2654"/>
                    <a:pt x="17862" y="2663"/>
                    <a:pt x="18164" y="2683"/>
                  </a:cubicBezTo>
                  <a:cubicBezTo>
                    <a:pt x="18535" y="2709"/>
                    <a:pt x="18580" y="3351"/>
                    <a:pt x="18217" y="3427"/>
                  </a:cubicBezTo>
                  <a:cubicBezTo>
                    <a:pt x="16626" y="3762"/>
                    <a:pt x="14965" y="3765"/>
                    <a:pt x="13346" y="3875"/>
                  </a:cubicBezTo>
                  <a:cubicBezTo>
                    <a:pt x="11797" y="3981"/>
                    <a:pt x="10241" y="4123"/>
                    <a:pt x="8688" y="4123"/>
                  </a:cubicBezTo>
                  <a:cubicBezTo>
                    <a:pt x="8417" y="4123"/>
                    <a:pt x="8147" y="4119"/>
                    <a:pt x="7876" y="4109"/>
                  </a:cubicBezTo>
                  <a:cubicBezTo>
                    <a:pt x="7443" y="4092"/>
                    <a:pt x="7405" y="3516"/>
                    <a:pt x="7831" y="3439"/>
                  </a:cubicBezTo>
                  <a:cubicBezTo>
                    <a:pt x="9628" y="3123"/>
                    <a:pt x="11460" y="3042"/>
                    <a:pt x="13279" y="2915"/>
                  </a:cubicBezTo>
                  <a:cubicBezTo>
                    <a:pt x="14597" y="2822"/>
                    <a:pt x="15932" y="2654"/>
                    <a:pt x="17257" y="2654"/>
                  </a:cubicBezTo>
                  <a:close/>
                  <a:moveTo>
                    <a:pt x="4990" y="3593"/>
                  </a:moveTo>
                  <a:cubicBezTo>
                    <a:pt x="5160" y="3593"/>
                    <a:pt x="5331" y="3605"/>
                    <a:pt x="5505" y="3633"/>
                  </a:cubicBezTo>
                  <a:cubicBezTo>
                    <a:pt x="5855" y="3688"/>
                    <a:pt x="5891" y="4224"/>
                    <a:pt x="5553" y="4327"/>
                  </a:cubicBezTo>
                  <a:cubicBezTo>
                    <a:pt x="5205" y="4433"/>
                    <a:pt x="4861" y="4474"/>
                    <a:pt x="4512" y="4474"/>
                  </a:cubicBezTo>
                  <a:cubicBezTo>
                    <a:pt x="4347" y="4474"/>
                    <a:pt x="4181" y="4465"/>
                    <a:pt x="4012" y="4449"/>
                  </a:cubicBezTo>
                  <a:cubicBezTo>
                    <a:pt x="3651" y="4413"/>
                    <a:pt x="3610" y="3810"/>
                    <a:pt x="3962" y="3726"/>
                  </a:cubicBezTo>
                  <a:cubicBezTo>
                    <a:pt x="4308" y="3644"/>
                    <a:pt x="4646" y="3593"/>
                    <a:pt x="4990" y="3593"/>
                  </a:cubicBezTo>
                  <a:close/>
                  <a:moveTo>
                    <a:pt x="20622" y="10124"/>
                  </a:moveTo>
                  <a:cubicBezTo>
                    <a:pt x="21090" y="10124"/>
                    <a:pt x="21550" y="10334"/>
                    <a:pt x="21849" y="10791"/>
                  </a:cubicBezTo>
                  <a:cubicBezTo>
                    <a:pt x="22435" y="11689"/>
                    <a:pt x="21717" y="12629"/>
                    <a:pt x="20884" y="13007"/>
                  </a:cubicBezTo>
                  <a:cubicBezTo>
                    <a:pt x="20666" y="13106"/>
                    <a:pt x="20436" y="13154"/>
                    <a:pt x="20211" y="13154"/>
                  </a:cubicBezTo>
                  <a:cubicBezTo>
                    <a:pt x="19515" y="13154"/>
                    <a:pt x="18876" y="12693"/>
                    <a:pt x="18827" y="11887"/>
                  </a:cubicBezTo>
                  <a:cubicBezTo>
                    <a:pt x="18779" y="11126"/>
                    <a:pt x="19313" y="10435"/>
                    <a:pt x="20011" y="10243"/>
                  </a:cubicBezTo>
                  <a:cubicBezTo>
                    <a:pt x="20208" y="10165"/>
                    <a:pt x="20416" y="10124"/>
                    <a:pt x="20622" y="10124"/>
                  </a:cubicBezTo>
                  <a:close/>
                  <a:moveTo>
                    <a:pt x="14156" y="10573"/>
                  </a:moveTo>
                  <a:cubicBezTo>
                    <a:pt x="14625" y="10573"/>
                    <a:pt x="15085" y="10783"/>
                    <a:pt x="15386" y="11241"/>
                  </a:cubicBezTo>
                  <a:cubicBezTo>
                    <a:pt x="15973" y="12138"/>
                    <a:pt x="15252" y="13079"/>
                    <a:pt x="14422" y="13457"/>
                  </a:cubicBezTo>
                  <a:cubicBezTo>
                    <a:pt x="14203" y="13555"/>
                    <a:pt x="13973" y="13603"/>
                    <a:pt x="13749" y="13603"/>
                  </a:cubicBezTo>
                  <a:cubicBezTo>
                    <a:pt x="13052" y="13603"/>
                    <a:pt x="12413" y="13143"/>
                    <a:pt x="12362" y="12337"/>
                  </a:cubicBezTo>
                  <a:cubicBezTo>
                    <a:pt x="12317" y="11576"/>
                    <a:pt x="12848" y="10882"/>
                    <a:pt x="13547" y="10691"/>
                  </a:cubicBezTo>
                  <a:cubicBezTo>
                    <a:pt x="13743" y="10614"/>
                    <a:pt x="13950" y="10573"/>
                    <a:pt x="14156" y="10573"/>
                  </a:cubicBezTo>
                  <a:close/>
                  <a:moveTo>
                    <a:pt x="8675" y="10955"/>
                  </a:moveTo>
                  <a:cubicBezTo>
                    <a:pt x="9144" y="10955"/>
                    <a:pt x="9604" y="11165"/>
                    <a:pt x="9903" y="11622"/>
                  </a:cubicBezTo>
                  <a:cubicBezTo>
                    <a:pt x="10489" y="12519"/>
                    <a:pt x="9769" y="13461"/>
                    <a:pt x="8939" y="13837"/>
                  </a:cubicBezTo>
                  <a:cubicBezTo>
                    <a:pt x="8720" y="13937"/>
                    <a:pt x="8489" y="13984"/>
                    <a:pt x="8265" y="13984"/>
                  </a:cubicBezTo>
                  <a:cubicBezTo>
                    <a:pt x="7567" y="13984"/>
                    <a:pt x="6929" y="13523"/>
                    <a:pt x="6879" y="12717"/>
                  </a:cubicBezTo>
                  <a:cubicBezTo>
                    <a:pt x="6833" y="11956"/>
                    <a:pt x="7364" y="11265"/>
                    <a:pt x="8063" y="11074"/>
                  </a:cubicBezTo>
                  <a:cubicBezTo>
                    <a:pt x="8260" y="10995"/>
                    <a:pt x="8469" y="10955"/>
                    <a:pt x="8675" y="10955"/>
                  </a:cubicBezTo>
                  <a:close/>
                  <a:moveTo>
                    <a:pt x="23939" y="0"/>
                  </a:moveTo>
                  <a:cubicBezTo>
                    <a:pt x="23884" y="0"/>
                    <a:pt x="23828" y="2"/>
                    <a:pt x="23772" y="6"/>
                  </a:cubicBezTo>
                  <a:lnTo>
                    <a:pt x="2718" y="1470"/>
                  </a:lnTo>
                  <a:cubicBezTo>
                    <a:pt x="1232" y="1573"/>
                    <a:pt x="0" y="3037"/>
                    <a:pt x="103" y="4523"/>
                  </a:cubicBezTo>
                  <a:lnTo>
                    <a:pt x="859" y="15383"/>
                  </a:lnTo>
                  <a:cubicBezTo>
                    <a:pt x="958" y="16810"/>
                    <a:pt x="2271" y="17994"/>
                    <a:pt x="3691" y="17994"/>
                  </a:cubicBezTo>
                  <a:cubicBezTo>
                    <a:pt x="3749" y="17994"/>
                    <a:pt x="3808" y="17992"/>
                    <a:pt x="3866" y="17988"/>
                  </a:cubicBezTo>
                  <a:lnTo>
                    <a:pt x="17930" y="17009"/>
                  </a:lnTo>
                  <a:lnTo>
                    <a:pt x="19006" y="16935"/>
                  </a:lnTo>
                  <a:lnTo>
                    <a:pt x="19896" y="17954"/>
                  </a:lnTo>
                  <a:cubicBezTo>
                    <a:pt x="20303" y="18450"/>
                    <a:pt x="20703" y="18950"/>
                    <a:pt x="21097" y="19452"/>
                  </a:cubicBezTo>
                  <a:cubicBezTo>
                    <a:pt x="21064" y="18926"/>
                    <a:pt x="21040" y="18402"/>
                    <a:pt x="21018" y="17878"/>
                  </a:cubicBezTo>
                  <a:lnTo>
                    <a:pt x="20923" y="16801"/>
                  </a:lnTo>
                  <a:lnTo>
                    <a:pt x="21880" y="16734"/>
                  </a:lnTo>
                  <a:lnTo>
                    <a:pt x="24921" y="16524"/>
                  </a:lnTo>
                  <a:cubicBezTo>
                    <a:pt x="26406" y="16421"/>
                    <a:pt x="27533" y="15021"/>
                    <a:pt x="27430" y="13536"/>
                  </a:cubicBezTo>
                  <a:lnTo>
                    <a:pt x="26677" y="2676"/>
                  </a:lnTo>
                  <a:cubicBezTo>
                    <a:pt x="26575" y="1246"/>
                    <a:pt x="25355" y="0"/>
                    <a:pt x="239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1847425" y="2390400"/>
              <a:ext cx="28925" cy="22450"/>
            </a:xfrm>
            <a:custGeom>
              <a:avLst/>
              <a:gdLst/>
              <a:ahLst/>
              <a:cxnLst/>
              <a:rect l="l" t="t" r="r" b="b"/>
              <a:pathLst>
                <a:path w="1157" h="898" extrusionOk="0">
                  <a:moveTo>
                    <a:pt x="679" y="0"/>
                  </a:moveTo>
                  <a:cubicBezTo>
                    <a:pt x="614" y="0"/>
                    <a:pt x="550" y="6"/>
                    <a:pt x="491" y="15"/>
                  </a:cubicBezTo>
                  <a:cubicBezTo>
                    <a:pt x="488" y="16"/>
                    <a:pt x="485" y="16"/>
                    <a:pt x="482" y="16"/>
                  </a:cubicBezTo>
                  <a:cubicBezTo>
                    <a:pt x="470" y="16"/>
                    <a:pt x="460" y="13"/>
                    <a:pt x="448" y="13"/>
                  </a:cubicBezTo>
                  <a:cubicBezTo>
                    <a:pt x="2" y="129"/>
                    <a:pt x="1" y="898"/>
                    <a:pt x="569" y="898"/>
                  </a:cubicBezTo>
                  <a:cubicBezTo>
                    <a:pt x="585" y="898"/>
                    <a:pt x="601" y="897"/>
                    <a:pt x="618" y="896"/>
                  </a:cubicBezTo>
                  <a:cubicBezTo>
                    <a:pt x="908" y="874"/>
                    <a:pt x="1157" y="623"/>
                    <a:pt x="1133" y="319"/>
                  </a:cubicBezTo>
                  <a:cubicBezTo>
                    <a:pt x="1112" y="67"/>
                    <a:pt x="894" y="0"/>
                    <a:pt x="6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1680325" y="2045325"/>
              <a:ext cx="712025" cy="480775"/>
            </a:xfrm>
            <a:custGeom>
              <a:avLst/>
              <a:gdLst/>
              <a:ahLst/>
              <a:cxnLst/>
              <a:rect l="l" t="t" r="r" b="b"/>
              <a:pathLst>
                <a:path w="28481" h="19231" extrusionOk="0">
                  <a:moveTo>
                    <a:pt x="17057" y="2200"/>
                  </a:moveTo>
                  <a:cubicBezTo>
                    <a:pt x="17174" y="2200"/>
                    <a:pt x="17291" y="2201"/>
                    <a:pt x="17408" y="2203"/>
                  </a:cubicBezTo>
                  <a:cubicBezTo>
                    <a:pt x="17868" y="2212"/>
                    <a:pt x="17911" y="2841"/>
                    <a:pt x="17456" y="2913"/>
                  </a:cubicBezTo>
                  <a:cubicBezTo>
                    <a:pt x="15729" y="3188"/>
                    <a:pt x="13963" y="3217"/>
                    <a:pt x="12219" y="3346"/>
                  </a:cubicBezTo>
                  <a:cubicBezTo>
                    <a:pt x="10972" y="3439"/>
                    <a:pt x="9721" y="3599"/>
                    <a:pt x="8471" y="3599"/>
                  </a:cubicBezTo>
                  <a:cubicBezTo>
                    <a:pt x="8174" y="3599"/>
                    <a:pt x="7877" y="3590"/>
                    <a:pt x="7580" y="3569"/>
                  </a:cubicBezTo>
                  <a:cubicBezTo>
                    <a:pt x="7254" y="3547"/>
                    <a:pt x="7216" y="2987"/>
                    <a:pt x="7534" y="2920"/>
                  </a:cubicBezTo>
                  <a:cubicBezTo>
                    <a:pt x="9051" y="2597"/>
                    <a:pt x="10616" y="2600"/>
                    <a:pt x="12161" y="2499"/>
                  </a:cubicBezTo>
                  <a:cubicBezTo>
                    <a:pt x="13789" y="2392"/>
                    <a:pt x="15423" y="2200"/>
                    <a:pt x="17057" y="2200"/>
                  </a:cubicBezTo>
                  <a:close/>
                  <a:moveTo>
                    <a:pt x="4779" y="3056"/>
                  </a:moveTo>
                  <a:cubicBezTo>
                    <a:pt x="4972" y="3056"/>
                    <a:pt x="5162" y="3070"/>
                    <a:pt x="5343" y="3097"/>
                  </a:cubicBezTo>
                  <a:cubicBezTo>
                    <a:pt x="5690" y="3150"/>
                    <a:pt x="5726" y="3686"/>
                    <a:pt x="5391" y="3787"/>
                  </a:cubicBezTo>
                  <a:cubicBezTo>
                    <a:pt x="5021" y="3897"/>
                    <a:pt x="4604" y="3949"/>
                    <a:pt x="4196" y="3949"/>
                  </a:cubicBezTo>
                  <a:cubicBezTo>
                    <a:pt x="3957" y="3949"/>
                    <a:pt x="3721" y="3931"/>
                    <a:pt x="3498" y="3897"/>
                  </a:cubicBezTo>
                  <a:cubicBezTo>
                    <a:pt x="3175" y="3846"/>
                    <a:pt x="3139" y="3346"/>
                    <a:pt x="3453" y="3251"/>
                  </a:cubicBezTo>
                  <a:cubicBezTo>
                    <a:pt x="3863" y="3128"/>
                    <a:pt x="4329" y="3056"/>
                    <a:pt x="4779" y="3056"/>
                  </a:cubicBezTo>
                  <a:close/>
                  <a:moveTo>
                    <a:pt x="7493" y="12956"/>
                  </a:moveTo>
                  <a:cubicBezTo>
                    <a:pt x="8026" y="12956"/>
                    <a:pt x="8544" y="13425"/>
                    <a:pt x="8649" y="13967"/>
                  </a:cubicBezTo>
                  <a:cubicBezTo>
                    <a:pt x="8798" y="14744"/>
                    <a:pt x="8192" y="15491"/>
                    <a:pt x="7410" y="15553"/>
                  </a:cubicBezTo>
                  <a:cubicBezTo>
                    <a:pt x="7372" y="15556"/>
                    <a:pt x="7335" y="15558"/>
                    <a:pt x="7298" y="15558"/>
                  </a:cubicBezTo>
                  <a:cubicBezTo>
                    <a:pt x="6572" y="15558"/>
                    <a:pt x="5954" y="14969"/>
                    <a:pt x="5977" y="14223"/>
                  </a:cubicBezTo>
                  <a:cubicBezTo>
                    <a:pt x="5996" y="13639"/>
                    <a:pt x="6446" y="13177"/>
                    <a:pt x="6984" y="13117"/>
                  </a:cubicBezTo>
                  <a:cubicBezTo>
                    <a:pt x="7146" y="13005"/>
                    <a:pt x="7321" y="12956"/>
                    <a:pt x="7493" y="12956"/>
                  </a:cubicBezTo>
                  <a:close/>
                  <a:moveTo>
                    <a:pt x="25744" y="1"/>
                  </a:moveTo>
                  <a:cubicBezTo>
                    <a:pt x="25692" y="1"/>
                    <a:pt x="25640" y="3"/>
                    <a:pt x="25588" y="6"/>
                  </a:cubicBezTo>
                  <a:lnTo>
                    <a:pt x="2237" y="1631"/>
                  </a:lnTo>
                  <a:cubicBezTo>
                    <a:pt x="950" y="1719"/>
                    <a:pt x="0" y="2882"/>
                    <a:pt x="91" y="4169"/>
                  </a:cubicBezTo>
                  <a:lnTo>
                    <a:pt x="979" y="16962"/>
                  </a:lnTo>
                  <a:cubicBezTo>
                    <a:pt x="1064" y="18199"/>
                    <a:pt x="2088" y="19230"/>
                    <a:pt x="3310" y="19230"/>
                  </a:cubicBezTo>
                  <a:cubicBezTo>
                    <a:pt x="3360" y="19230"/>
                    <a:pt x="3410" y="19229"/>
                    <a:pt x="3460" y="19225"/>
                  </a:cubicBezTo>
                  <a:lnTo>
                    <a:pt x="3458" y="19225"/>
                  </a:lnTo>
                  <a:lnTo>
                    <a:pt x="10482" y="18737"/>
                  </a:lnTo>
                  <a:lnTo>
                    <a:pt x="10082" y="12976"/>
                  </a:lnTo>
                  <a:cubicBezTo>
                    <a:pt x="9939" y="10897"/>
                    <a:pt x="11621" y="8916"/>
                    <a:pt x="13700" y="8772"/>
                  </a:cubicBezTo>
                  <a:lnTo>
                    <a:pt x="28481" y="7744"/>
                  </a:lnTo>
                  <a:lnTo>
                    <a:pt x="28098" y="2224"/>
                  </a:lnTo>
                  <a:cubicBezTo>
                    <a:pt x="28013" y="989"/>
                    <a:pt x="26966" y="1"/>
                    <a:pt x="257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1689350" y="2248000"/>
              <a:ext cx="253025" cy="278100"/>
            </a:xfrm>
            <a:custGeom>
              <a:avLst/>
              <a:gdLst/>
              <a:ahLst/>
              <a:cxnLst/>
              <a:rect l="l" t="t" r="r" b="b"/>
              <a:pathLst>
                <a:path w="10121" h="11124" extrusionOk="0">
                  <a:moveTo>
                    <a:pt x="1" y="0"/>
                  </a:moveTo>
                  <a:lnTo>
                    <a:pt x="618" y="8855"/>
                  </a:lnTo>
                  <a:cubicBezTo>
                    <a:pt x="703" y="10092"/>
                    <a:pt x="1725" y="11123"/>
                    <a:pt x="2947" y="11123"/>
                  </a:cubicBezTo>
                  <a:cubicBezTo>
                    <a:pt x="2996" y="11123"/>
                    <a:pt x="3046" y="11122"/>
                    <a:pt x="3097" y="11118"/>
                  </a:cubicBezTo>
                  <a:lnTo>
                    <a:pt x="10121" y="10630"/>
                  </a:lnTo>
                  <a:lnTo>
                    <a:pt x="9872" y="7022"/>
                  </a:lnTo>
                  <a:cubicBezTo>
                    <a:pt x="9772" y="7039"/>
                    <a:pt x="9671" y="7056"/>
                    <a:pt x="9573" y="7073"/>
                  </a:cubicBezTo>
                  <a:cubicBezTo>
                    <a:pt x="8470" y="7264"/>
                    <a:pt x="7350" y="7494"/>
                    <a:pt x="6226" y="7508"/>
                  </a:cubicBezTo>
                  <a:cubicBezTo>
                    <a:pt x="6186" y="7509"/>
                    <a:pt x="6146" y="7509"/>
                    <a:pt x="6106" y="7509"/>
                  </a:cubicBezTo>
                  <a:cubicBezTo>
                    <a:pt x="4432" y="7509"/>
                    <a:pt x="2881" y="7108"/>
                    <a:pt x="1872" y="5666"/>
                  </a:cubicBezTo>
                  <a:cubicBezTo>
                    <a:pt x="833" y="4182"/>
                    <a:pt x="376" y="2371"/>
                    <a:pt x="103" y="606"/>
                  </a:cubicBezTo>
                  <a:cubicBezTo>
                    <a:pt x="72" y="407"/>
                    <a:pt x="39" y="204"/>
                    <a:pt x="1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2287375" y="2541950"/>
              <a:ext cx="41650" cy="29525"/>
            </a:xfrm>
            <a:custGeom>
              <a:avLst/>
              <a:gdLst/>
              <a:ahLst/>
              <a:cxnLst/>
              <a:rect l="l" t="t" r="r" b="b"/>
              <a:pathLst>
                <a:path w="1666" h="1181" extrusionOk="0">
                  <a:moveTo>
                    <a:pt x="871" y="1"/>
                  </a:moveTo>
                  <a:cubicBezTo>
                    <a:pt x="767" y="1"/>
                    <a:pt x="658" y="18"/>
                    <a:pt x="553" y="45"/>
                  </a:cubicBezTo>
                  <a:cubicBezTo>
                    <a:pt x="344" y="176"/>
                    <a:pt x="163" y="339"/>
                    <a:pt x="100" y="576"/>
                  </a:cubicBezTo>
                  <a:cubicBezTo>
                    <a:pt x="1" y="960"/>
                    <a:pt x="225" y="1180"/>
                    <a:pt x="528" y="1180"/>
                  </a:cubicBezTo>
                  <a:cubicBezTo>
                    <a:pt x="618" y="1180"/>
                    <a:pt x="714" y="1161"/>
                    <a:pt x="811" y="1121"/>
                  </a:cubicBezTo>
                  <a:cubicBezTo>
                    <a:pt x="1160" y="980"/>
                    <a:pt x="1665" y="559"/>
                    <a:pt x="1313" y="174"/>
                  </a:cubicBezTo>
                  <a:cubicBezTo>
                    <a:pt x="1197" y="47"/>
                    <a:pt x="1039" y="1"/>
                    <a:pt x="8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1970050" y="2522825"/>
              <a:ext cx="675025" cy="218225"/>
            </a:xfrm>
            <a:custGeom>
              <a:avLst/>
              <a:gdLst/>
              <a:ahLst/>
              <a:cxnLst/>
              <a:rect l="l" t="t" r="r" b="b"/>
              <a:pathLst>
                <a:path w="27001" h="8729" extrusionOk="0">
                  <a:moveTo>
                    <a:pt x="1" y="1"/>
                  </a:moveTo>
                  <a:lnTo>
                    <a:pt x="324" y="4662"/>
                  </a:lnTo>
                  <a:cubicBezTo>
                    <a:pt x="425" y="6085"/>
                    <a:pt x="1736" y="7271"/>
                    <a:pt x="3155" y="7271"/>
                  </a:cubicBezTo>
                  <a:cubicBezTo>
                    <a:pt x="3214" y="7271"/>
                    <a:pt x="3274" y="7269"/>
                    <a:pt x="3333" y="7265"/>
                  </a:cubicBezTo>
                  <a:lnTo>
                    <a:pt x="18473" y="6214"/>
                  </a:lnTo>
                  <a:lnTo>
                    <a:pt x="19363" y="7233"/>
                  </a:lnTo>
                  <a:cubicBezTo>
                    <a:pt x="19770" y="7729"/>
                    <a:pt x="20170" y="8226"/>
                    <a:pt x="20564" y="8729"/>
                  </a:cubicBezTo>
                  <a:cubicBezTo>
                    <a:pt x="20531" y="8205"/>
                    <a:pt x="20507" y="7681"/>
                    <a:pt x="20485" y="7157"/>
                  </a:cubicBezTo>
                  <a:lnTo>
                    <a:pt x="20390" y="6080"/>
                  </a:lnTo>
                  <a:lnTo>
                    <a:pt x="24388" y="5803"/>
                  </a:lnTo>
                  <a:cubicBezTo>
                    <a:pt x="25873" y="5700"/>
                    <a:pt x="27000" y="4300"/>
                    <a:pt x="26897" y="2815"/>
                  </a:cubicBezTo>
                  <a:lnTo>
                    <a:pt x="26861" y="2305"/>
                  </a:lnTo>
                  <a:cubicBezTo>
                    <a:pt x="26601" y="2422"/>
                    <a:pt x="26314" y="2520"/>
                    <a:pt x="25998" y="2611"/>
                  </a:cubicBezTo>
                  <a:cubicBezTo>
                    <a:pt x="24383" y="3073"/>
                    <a:pt x="22722" y="3293"/>
                    <a:pt x="21057" y="3475"/>
                  </a:cubicBezTo>
                  <a:cubicBezTo>
                    <a:pt x="17586" y="3854"/>
                    <a:pt x="14093" y="4583"/>
                    <a:pt x="10587" y="4583"/>
                  </a:cubicBezTo>
                  <a:cubicBezTo>
                    <a:pt x="10179" y="4583"/>
                    <a:pt x="9771" y="4573"/>
                    <a:pt x="9363" y="4551"/>
                  </a:cubicBezTo>
                  <a:cubicBezTo>
                    <a:pt x="6793" y="4415"/>
                    <a:pt x="3362" y="4185"/>
                    <a:pt x="1439" y="2216"/>
                  </a:cubicBezTo>
                  <a:cubicBezTo>
                    <a:pt x="814" y="1578"/>
                    <a:pt x="350" y="822"/>
                    <a:pt x="1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1652325" y="2018350"/>
              <a:ext cx="1020725" cy="803925"/>
            </a:xfrm>
            <a:custGeom>
              <a:avLst/>
              <a:gdLst/>
              <a:ahLst/>
              <a:cxnLst/>
              <a:rect l="l" t="t" r="r" b="b"/>
              <a:pathLst>
                <a:path w="40829" h="32157" extrusionOk="0">
                  <a:moveTo>
                    <a:pt x="26864" y="1080"/>
                  </a:moveTo>
                  <a:cubicBezTo>
                    <a:pt x="28086" y="1080"/>
                    <a:pt x="29131" y="2068"/>
                    <a:pt x="29218" y="3303"/>
                  </a:cubicBezTo>
                  <a:lnTo>
                    <a:pt x="29601" y="8823"/>
                  </a:lnTo>
                  <a:lnTo>
                    <a:pt x="14820" y="9851"/>
                  </a:lnTo>
                  <a:cubicBezTo>
                    <a:pt x="12741" y="9995"/>
                    <a:pt x="11056" y="11976"/>
                    <a:pt x="11202" y="14055"/>
                  </a:cubicBezTo>
                  <a:lnTo>
                    <a:pt x="11602" y="19816"/>
                  </a:lnTo>
                  <a:lnTo>
                    <a:pt x="4578" y="20304"/>
                  </a:lnTo>
                  <a:cubicBezTo>
                    <a:pt x="4527" y="20308"/>
                    <a:pt x="4477" y="20309"/>
                    <a:pt x="4428" y="20309"/>
                  </a:cubicBezTo>
                  <a:cubicBezTo>
                    <a:pt x="3206" y="20309"/>
                    <a:pt x="2184" y="19278"/>
                    <a:pt x="2099" y="18041"/>
                  </a:cubicBezTo>
                  <a:lnTo>
                    <a:pt x="1209" y="5248"/>
                  </a:lnTo>
                  <a:cubicBezTo>
                    <a:pt x="1120" y="3961"/>
                    <a:pt x="2068" y="2798"/>
                    <a:pt x="3355" y="2707"/>
                  </a:cubicBezTo>
                  <a:lnTo>
                    <a:pt x="26708" y="1085"/>
                  </a:lnTo>
                  <a:cubicBezTo>
                    <a:pt x="26760" y="1082"/>
                    <a:pt x="26812" y="1080"/>
                    <a:pt x="26864" y="1080"/>
                  </a:cubicBezTo>
                  <a:close/>
                  <a:moveTo>
                    <a:pt x="36115" y="9458"/>
                  </a:moveTo>
                  <a:cubicBezTo>
                    <a:pt x="37531" y="9458"/>
                    <a:pt x="38751" y="10704"/>
                    <a:pt x="38853" y="12134"/>
                  </a:cubicBezTo>
                  <a:lnTo>
                    <a:pt x="39606" y="22994"/>
                  </a:lnTo>
                  <a:cubicBezTo>
                    <a:pt x="39709" y="24479"/>
                    <a:pt x="38582" y="25879"/>
                    <a:pt x="37097" y="25982"/>
                  </a:cubicBezTo>
                  <a:lnTo>
                    <a:pt x="34056" y="26192"/>
                  </a:lnTo>
                  <a:lnTo>
                    <a:pt x="33099" y="26259"/>
                  </a:lnTo>
                  <a:lnTo>
                    <a:pt x="33194" y="27336"/>
                  </a:lnTo>
                  <a:cubicBezTo>
                    <a:pt x="33216" y="27860"/>
                    <a:pt x="33240" y="28384"/>
                    <a:pt x="33273" y="28910"/>
                  </a:cubicBezTo>
                  <a:cubicBezTo>
                    <a:pt x="32879" y="28405"/>
                    <a:pt x="32479" y="27908"/>
                    <a:pt x="32072" y="27412"/>
                  </a:cubicBezTo>
                  <a:lnTo>
                    <a:pt x="31182" y="26393"/>
                  </a:lnTo>
                  <a:lnTo>
                    <a:pt x="30106" y="26467"/>
                  </a:lnTo>
                  <a:lnTo>
                    <a:pt x="16042" y="27444"/>
                  </a:lnTo>
                  <a:cubicBezTo>
                    <a:pt x="15983" y="27448"/>
                    <a:pt x="15923" y="27450"/>
                    <a:pt x="15864" y="27450"/>
                  </a:cubicBezTo>
                  <a:cubicBezTo>
                    <a:pt x="14445" y="27450"/>
                    <a:pt x="13134" y="26264"/>
                    <a:pt x="13035" y="24841"/>
                  </a:cubicBezTo>
                  <a:lnTo>
                    <a:pt x="12279" y="13981"/>
                  </a:lnTo>
                  <a:cubicBezTo>
                    <a:pt x="12176" y="12495"/>
                    <a:pt x="13408" y="11031"/>
                    <a:pt x="14894" y="10928"/>
                  </a:cubicBezTo>
                  <a:lnTo>
                    <a:pt x="35948" y="9464"/>
                  </a:lnTo>
                  <a:cubicBezTo>
                    <a:pt x="36004" y="9460"/>
                    <a:pt x="36060" y="9458"/>
                    <a:pt x="36115" y="9458"/>
                  </a:cubicBezTo>
                  <a:close/>
                  <a:moveTo>
                    <a:pt x="26863" y="1"/>
                  </a:moveTo>
                  <a:cubicBezTo>
                    <a:pt x="26786" y="1"/>
                    <a:pt x="26709" y="3"/>
                    <a:pt x="26632" y="9"/>
                  </a:cubicBezTo>
                  <a:lnTo>
                    <a:pt x="3281" y="1631"/>
                  </a:lnTo>
                  <a:cubicBezTo>
                    <a:pt x="1400" y="1762"/>
                    <a:pt x="1" y="3442"/>
                    <a:pt x="132" y="5322"/>
                  </a:cubicBezTo>
                  <a:lnTo>
                    <a:pt x="1020" y="18115"/>
                  </a:lnTo>
                  <a:cubicBezTo>
                    <a:pt x="1146" y="19919"/>
                    <a:pt x="2642" y="21389"/>
                    <a:pt x="4424" y="21389"/>
                  </a:cubicBezTo>
                  <a:cubicBezTo>
                    <a:pt x="4500" y="21389"/>
                    <a:pt x="4575" y="21386"/>
                    <a:pt x="4652" y="21381"/>
                  </a:cubicBezTo>
                  <a:lnTo>
                    <a:pt x="11678" y="20893"/>
                  </a:lnTo>
                  <a:lnTo>
                    <a:pt x="11956" y="24915"/>
                  </a:lnTo>
                  <a:cubicBezTo>
                    <a:pt x="12096" y="26910"/>
                    <a:pt x="13885" y="28531"/>
                    <a:pt x="15867" y="28531"/>
                  </a:cubicBezTo>
                  <a:cubicBezTo>
                    <a:pt x="15950" y="28531"/>
                    <a:pt x="16033" y="28528"/>
                    <a:pt x="16117" y="28523"/>
                  </a:cubicBezTo>
                  <a:lnTo>
                    <a:pt x="30728" y="27506"/>
                  </a:lnTo>
                  <a:cubicBezTo>
                    <a:pt x="31594" y="28721"/>
                    <a:pt x="32505" y="29850"/>
                    <a:pt x="33441" y="30934"/>
                  </a:cubicBezTo>
                  <a:lnTo>
                    <a:pt x="34520" y="32157"/>
                  </a:lnTo>
                  <a:lnTo>
                    <a:pt x="34520" y="32157"/>
                  </a:lnTo>
                  <a:lnTo>
                    <a:pt x="34467" y="30482"/>
                  </a:lnTo>
                  <a:cubicBezTo>
                    <a:pt x="34417" y="29410"/>
                    <a:pt x="34336" y="28331"/>
                    <a:pt x="34228" y="27264"/>
                  </a:cubicBezTo>
                  <a:lnTo>
                    <a:pt x="37171" y="27058"/>
                  </a:lnTo>
                  <a:cubicBezTo>
                    <a:pt x="39250" y="26915"/>
                    <a:pt x="40829" y="24998"/>
                    <a:pt x="40683" y="22919"/>
                  </a:cubicBezTo>
                  <a:lnTo>
                    <a:pt x="39929" y="12057"/>
                  </a:lnTo>
                  <a:cubicBezTo>
                    <a:pt x="39789" y="10061"/>
                    <a:pt x="38093" y="8379"/>
                    <a:pt x="36115" y="8379"/>
                  </a:cubicBezTo>
                  <a:cubicBezTo>
                    <a:pt x="36035" y="8379"/>
                    <a:pt x="35955" y="8382"/>
                    <a:pt x="35874" y="8387"/>
                  </a:cubicBezTo>
                  <a:lnTo>
                    <a:pt x="30677" y="8749"/>
                  </a:lnTo>
                  <a:lnTo>
                    <a:pt x="30295" y="3227"/>
                  </a:lnTo>
                  <a:cubicBezTo>
                    <a:pt x="30168" y="1423"/>
                    <a:pt x="28648" y="1"/>
                    <a:pt x="268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2127550" y="2528650"/>
              <a:ext cx="91400" cy="75775"/>
            </a:xfrm>
            <a:custGeom>
              <a:avLst/>
              <a:gdLst/>
              <a:ahLst/>
              <a:cxnLst/>
              <a:rect l="l" t="t" r="r" b="b"/>
              <a:pathLst>
                <a:path w="3656" h="3031" extrusionOk="0">
                  <a:moveTo>
                    <a:pt x="1779" y="913"/>
                  </a:moveTo>
                  <a:cubicBezTo>
                    <a:pt x="1948" y="913"/>
                    <a:pt x="2106" y="960"/>
                    <a:pt x="2223" y="1089"/>
                  </a:cubicBezTo>
                  <a:cubicBezTo>
                    <a:pt x="2574" y="1471"/>
                    <a:pt x="2070" y="1892"/>
                    <a:pt x="1720" y="2036"/>
                  </a:cubicBezTo>
                  <a:cubicBezTo>
                    <a:pt x="1624" y="2075"/>
                    <a:pt x="1528" y="2094"/>
                    <a:pt x="1440" y="2094"/>
                  </a:cubicBezTo>
                  <a:cubicBezTo>
                    <a:pt x="1135" y="2094"/>
                    <a:pt x="910" y="1874"/>
                    <a:pt x="1010" y="1491"/>
                  </a:cubicBezTo>
                  <a:cubicBezTo>
                    <a:pt x="1074" y="1251"/>
                    <a:pt x="1254" y="1089"/>
                    <a:pt x="1462" y="957"/>
                  </a:cubicBezTo>
                  <a:cubicBezTo>
                    <a:pt x="1567" y="931"/>
                    <a:pt x="1675" y="913"/>
                    <a:pt x="1779" y="913"/>
                  </a:cubicBezTo>
                  <a:close/>
                  <a:moveTo>
                    <a:pt x="1842" y="1"/>
                  </a:moveTo>
                  <a:cubicBezTo>
                    <a:pt x="1636" y="1"/>
                    <a:pt x="1427" y="41"/>
                    <a:pt x="1230" y="120"/>
                  </a:cubicBezTo>
                  <a:cubicBezTo>
                    <a:pt x="531" y="309"/>
                    <a:pt x="0" y="1002"/>
                    <a:pt x="46" y="1763"/>
                  </a:cubicBezTo>
                  <a:cubicBezTo>
                    <a:pt x="94" y="2569"/>
                    <a:pt x="733" y="3030"/>
                    <a:pt x="1431" y="3030"/>
                  </a:cubicBezTo>
                  <a:cubicBezTo>
                    <a:pt x="1656" y="3030"/>
                    <a:pt x="1887" y="2983"/>
                    <a:pt x="2106" y="2883"/>
                  </a:cubicBezTo>
                  <a:cubicBezTo>
                    <a:pt x="2936" y="2505"/>
                    <a:pt x="3656" y="1565"/>
                    <a:pt x="3070" y="668"/>
                  </a:cubicBezTo>
                  <a:cubicBezTo>
                    <a:pt x="2771" y="211"/>
                    <a:pt x="2311" y="1"/>
                    <a:pt x="18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2264625" y="2519125"/>
              <a:ext cx="91425" cy="75775"/>
            </a:xfrm>
            <a:custGeom>
              <a:avLst/>
              <a:gdLst/>
              <a:ahLst/>
              <a:cxnLst/>
              <a:rect l="l" t="t" r="r" b="b"/>
              <a:pathLst>
                <a:path w="3657" h="3031" extrusionOk="0">
                  <a:moveTo>
                    <a:pt x="1781" y="914"/>
                  </a:moveTo>
                  <a:cubicBezTo>
                    <a:pt x="1949" y="914"/>
                    <a:pt x="2107" y="960"/>
                    <a:pt x="2223" y="1087"/>
                  </a:cubicBezTo>
                  <a:cubicBezTo>
                    <a:pt x="2575" y="1472"/>
                    <a:pt x="2070" y="1893"/>
                    <a:pt x="1721" y="2034"/>
                  </a:cubicBezTo>
                  <a:cubicBezTo>
                    <a:pt x="1624" y="2074"/>
                    <a:pt x="1528" y="2093"/>
                    <a:pt x="1438" y="2093"/>
                  </a:cubicBezTo>
                  <a:cubicBezTo>
                    <a:pt x="1135" y="2093"/>
                    <a:pt x="911" y="1873"/>
                    <a:pt x="1010" y="1489"/>
                  </a:cubicBezTo>
                  <a:cubicBezTo>
                    <a:pt x="1073" y="1252"/>
                    <a:pt x="1254" y="1089"/>
                    <a:pt x="1463" y="958"/>
                  </a:cubicBezTo>
                  <a:cubicBezTo>
                    <a:pt x="1568" y="931"/>
                    <a:pt x="1677" y="914"/>
                    <a:pt x="1781" y="914"/>
                  </a:cubicBezTo>
                  <a:close/>
                  <a:moveTo>
                    <a:pt x="1840" y="0"/>
                  </a:moveTo>
                  <a:cubicBezTo>
                    <a:pt x="1634" y="0"/>
                    <a:pt x="1427" y="41"/>
                    <a:pt x="1231" y="118"/>
                  </a:cubicBezTo>
                  <a:cubicBezTo>
                    <a:pt x="532" y="309"/>
                    <a:pt x="1" y="1003"/>
                    <a:pt x="46" y="1764"/>
                  </a:cubicBezTo>
                  <a:cubicBezTo>
                    <a:pt x="97" y="2570"/>
                    <a:pt x="736" y="3030"/>
                    <a:pt x="1433" y="3030"/>
                  </a:cubicBezTo>
                  <a:cubicBezTo>
                    <a:pt x="1657" y="3030"/>
                    <a:pt x="1887" y="2982"/>
                    <a:pt x="2106" y="2884"/>
                  </a:cubicBezTo>
                  <a:cubicBezTo>
                    <a:pt x="2936" y="2506"/>
                    <a:pt x="3657" y="1565"/>
                    <a:pt x="3070" y="668"/>
                  </a:cubicBezTo>
                  <a:cubicBezTo>
                    <a:pt x="2769" y="210"/>
                    <a:pt x="2309" y="0"/>
                    <a:pt x="18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2426175" y="2507900"/>
              <a:ext cx="91425" cy="75775"/>
            </a:xfrm>
            <a:custGeom>
              <a:avLst/>
              <a:gdLst/>
              <a:ahLst/>
              <a:cxnLst/>
              <a:rect l="l" t="t" r="r" b="b"/>
              <a:pathLst>
                <a:path w="3657" h="3031" extrusionOk="0">
                  <a:moveTo>
                    <a:pt x="1780" y="913"/>
                  </a:moveTo>
                  <a:cubicBezTo>
                    <a:pt x="1949" y="913"/>
                    <a:pt x="2106" y="959"/>
                    <a:pt x="2224" y="1088"/>
                  </a:cubicBezTo>
                  <a:cubicBezTo>
                    <a:pt x="2578" y="1471"/>
                    <a:pt x="2073" y="1892"/>
                    <a:pt x="1721" y="2033"/>
                  </a:cubicBezTo>
                  <a:cubicBezTo>
                    <a:pt x="1625" y="2073"/>
                    <a:pt x="1528" y="2092"/>
                    <a:pt x="1439" y="2092"/>
                  </a:cubicBezTo>
                  <a:cubicBezTo>
                    <a:pt x="1136" y="2092"/>
                    <a:pt x="911" y="1873"/>
                    <a:pt x="1013" y="1490"/>
                  </a:cubicBezTo>
                  <a:cubicBezTo>
                    <a:pt x="1075" y="1251"/>
                    <a:pt x="1257" y="1088"/>
                    <a:pt x="1465" y="957"/>
                  </a:cubicBezTo>
                  <a:cubicBezTo>
                    <a:pt x="1570" y="930"/>
                    <a:pt x="1677" y="913"/>
                    <a:pt x="1780" y="913"/>
                  </a:cubicBezTo>
                  <a:close/>
                  <a:moveTo>
                    <a:pt x="1843" y="0"/>
                  </a:moveTo>
                  <a:cubicBezTo>
                    <a:pt x="1637" y="0"/>
                    <a:pt x="1428" y="41"/>
                    <a:pt x="1231" y="119"/>
                  </a:cubicBezTo>
                  <a:cubicBezTo>
                    <a:pt x="535" y="311"/>
                    <a:pt x="1" y="1002"/>
                    <a:pt x="49" y="1763"/>
                  </a:cubicBezTo>
                  <a:cubicBezTo>
                    <a:pt x="98" y="2569"/>
                    <a:pt x="737" y="3030"/>
                    <a:pt x="1433" y="3030"/>
                  </a:cubicBezTo>
                  <a:cubicBezTo>
                    <a:pt x="1658" y="3030"/>
                    <a:pt x="1888" y="2982"/>
                    <a:pt x="2106" y="2883"/>
                  </a:cubicBezTo>
                  <a:cubicBezTo>
                    <a:pt x="2939" y="2505"/>
                    <a:pt x="3657" y="1565"/>
                    <a:pt x="3071" y="667"/>
                  </a:cubicBezTo>
                  <a:cubicBezTo>
                    <a:pt x="2772" y="210"/>
                    <a:pt x="2312" y="0"/>
                    <a:pt x="1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2046925" y="2344600"/>
              <a:ext cx="57075" cy="22075"/>
            </a:xfrm>
            <a:custGeom>
              <a:avLst/>
              <a:gdLst/>
              <a:ahLst/>
              <a:cxnLst/>
              <a:rect l="l" t="t" r="r" b="b"/>
              <a:pathLst>
                <a:path w="2283" h="883" extrusionOk="0">
                  <a:moveTo>
                    <a:pt x="1382" y="1"/>
                  </a:moveTo>
                  <a:cubicBezTo>
                    <a:pt x="1038" y="1"/>
                    <a:pt x="700" y="52"/>
                    <a:pt x="354" y="134"/>
                  </a:cubicBezTo>
                  <a:cubicBezTo>
                    <a:pt x="0" y="218"/>
                    <a:pt x="43" y="823"/>
                    <a:pt x="404" y="857"/>
                  </a:cubicBezTo>
                  <a:cubicBezTo>
                    <a:pt x="573" y="873"/>
                    <a:pt x="739" y="882"/>
                    <a:pt x="904" y="882"/>
                  </a:cubicBezTo>
                  <a:cubicBezTo>
                    <a:pt x="1253" y="882"/>
                    <a:pt x="1597" y="841"/>
                    <a:pt x="1945" y="735"/>
                  </a:cubicBezTo>
                  <a:cubicBezTo>
                    <a:pt x="2283" y="632"/>
                    <a:pt x="2247" y="96"/>
                    <a:pt x="1897" y="41"/>
                  </a:cubicBezTo>
                  <a:cubicBezTo>
                    <a:pt x="1723" y="13"/>
                    <a:pt x="1552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2141825" y="2321125"/>
              <a:ext cx="279425" cy="36750"/>
            </a:xfrm>
            <a:custGeom>
              <a:avLst/>
              <a:gdLst/>
              <a:ahLst/>
              <a:cxnLst/>
              <a:rect l="l" t="t" r="r" b="b"/>
              <a:pathLst>
                <a:path w="11177" h="1470" extrusionOk="0">
                  <a:moveTo>
                    <a:pt x="9853" y="1"/>
                  </a:moveTo>
                  <a:cubicBezTo>
                    <a:pt x="8528" y="1"/>
                    <a:pt x="7193" y="169"/>
                    <a:pt x="5875" y="262"/>
                  </a:cubicBezTo>
                  <a:cubicBezTo>
                    <a:pt x="4056" y="389"/>
                    <a:pt x="2224" y="470"/>
                    <a:pt x="427" y="786"/>
                  </a:cubicBezTo>
                  <a:cubicBezTo>
                    <a:pt x="1" y="860"/>
                    <a:pt x="39" y="1439"/>
                    <a:pt x="475" y="1456"/>
                  </a:cubicBezTo>
                  <a:cubicBezTo>
                    <a:pt x="745" y="1466"/>
                    <a:pt x="1015" y="1470"/>
                    <a:pt x="1286" y="1470"/>
                  </a:cubicBezTo>
                  <a:cubicBezTo>
                    <a:pt x="2839" y="1470"/>
                    <a:pt x="4393" y="1328"/>
                    <a:pt x="5942" y="1222"/>
                  </a:cubicBezTo>
                  <a:cubicBezTo>
                    <a:pt x="7561" y="1109"/>
                    <a:pt x="9222" y="1109"/>
                    <a:pt x="10813" y="774"/>
                  </a:cubicBezTo>
                  <a:cubicBezTo>
                    <a:pt x="11176" y="698"/>
                    <a:pt x="11131" y="56"/>
                    <a:pt x="10760" y="30"/>
                  </a:cubicBezTo>
                  <a:cubicBezTo>
                    <a:pt x="10458" y="10"/>
                    <a:pt x="10156" y="1"/>
                    <a:pt x="98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1829175" y="2369225"/>
              <a:ext cx="71100" cy="65050"/>
            </a:xfrm>
            <a:custGeom>
              <a:avLst/>
              <a:gdLst/>
              <a:ahLst/>
              <a:cxnLst/>
              <a:rect l="l" t="t" r="r" b="b"/>
              <a:pathLst>
                <a:path w="2844" h="2602" extrusionOk="0">
                  <a:moveTo>
                    <a:pt x="1408" y="847"/>
                  </a:moveTo>
                  <a:cubicBezTo>
                    <a:pt x="1623" y="847"/>
                    <a:pt x="1842" y="914"/>
                    <a:pt x="1860" y="1166"/>
                  </a:cubicBezTo>
                  <a:cubicBezTo>
                    <a:pt x="1887" y="1470"/>
                    <a:pt x="1638" y="1721"/>
                    <a:pt x="1348" y="1743"/>
                  </a:cubicBezTo>
                  <a:cubicBezTo>
                    <a:pt x="1331" y="1744"/>
                    <a:pt x="1315" y="1745"/>
                    <a:pt x="1299" y="1745"/>
                  </a:cubicBezTo>
                  <a:cubicBezTo>
                    <a:pt x="731" y="1745"/>
                    <a:pt x="732" y="976"/>
                    <a:pt x="1178" y="860"/>
                  </a:cubicBezTo>
                  <a:cubicBezTo>
                    <a:pt x="1190" y="860"/>
                    <a:pt x="1200" y="863"/>
                    <a:pt x="1212" y="863"/>
                  </a:cubicBezTo>
                  <a:cubicBezTo>
                    <a:pt x="1215" y="863"/>
                    <a:pt x="1218" y="863"/>
                    <a:pt x="1221" y="862"/>
                  </a:cubicBezTo>
                  <a:cubicBezTo>
                    <a:pt x="1280" y="853"/>
                    <a:pt x="1344" y="847"/>
                    <a:pt x="1408" y="847"/>
                  </a:cubicBezTo>
                  <a:close/>
                  <a:moveTo>
                    <a:pt x="1539" y="0"/>
                  </a:moveTo>
                  <a:cubicBezTo>
                    <a:pt x="1367" y="0"/>
                    <a:pt x="1192" y="49"/>
                    <a:pt x="1030" y="161"/>
                  </a:cubicBezTo>
                  <a:cubicBezTo>
                    <a:pt x="492" y="221"/>
                    <a:pt x="42" y="680"/>
                    <a:pt x="23" y="1267"/>
                  </a:cubicBezTo>
                  <a:cubicBezTo>
                    <a:pt x="0" y="2014"/>
                    <a:pt x="620" y="2601"/>
                    <a:pt x="1347" y="2601"/>
                  </a:cubicBezTo>
                  <a:cubicBezTo>
                    <a:pt x="1383" y="2601"/>
                    <a:pt x="1419" y="2600"/>
                    <a:pt x="1456" y="2597"/>
                  </a:cubicBezTo>
                  <a:cubicBezTo>
                    <a:pt x="2238" y="2532"/>
                    <a:pt x="2844" y="1788"/>
                    <a:pt x="2695" y="1008"/>
                  </a:cubicBezTo>
                  <a:cubicBezTo>
                    <a:pt x="2590" y="468"/>
                    <a:pt x="2072" y="0"/>
                    <a:pt x="1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758800" y="2121700"/>
              <a:ext cx="64675" cy="22350"/>
            </a:xfrm>
            <a:custGeom>
              <a:avLst/>
              <a:gdLst/>
              <a:ahLst/>
              <a:cxnLst/>
              <a:rect l="l" t="t" r="r" b="b"/>
              <a:pathLst>
                <a:path w="2587" h="894" extrusionOk="0">
                  <a:moveTo>
                    <a:pt x="1635" y="1"/>
                  </a:moveTo>
                  <a:cubicBezTo>
                    <a:pt x="1187" y="1"/>
                    <a:pt x="723" y="72"/>
                    <a:pt x="316" y="196"/>
                  </a:cubicBezTo>
                  <a:cubicBezTo>
                    <a:pt x="0" y="291"/>
                    <a:pt x="36" y="791"/>
                    <a:pt x="359" y="842"/>
                  </a:cubicBezTo>
                  <a:cubicBezTo>
                    <a:pt x="582" y="876"/>
                    <a:pt x="818" y="894"/>
                    <a:pt x="1057" y="894"/>
                  </a:cubicBezTo>
                  <a:cubicBezTo>
                    <a:pt x="1465" y="894"/>
                    <a:pt x="1882" y="842"/>
                    <a:pt x="2252" y="732"/>
                  </a:cubicBezTo>
                  <a:cubicBezTo>
                    <a:pt x="2587" y="631"/>
                    <a:pt x="2551" y="95"/>
                    <a:pt x="2204" y="42"/>
                  </a:cubicBezTo>
                  <a:cubicBezTo>
                    <a:pt x="2021" y="14"/>
                    <a:pt x="1829" y="1"/>
                    <a:pt x="1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1860725" y="2100300"/>
              <a:ext cx="267375" cy="35000"/>
            </a:xfrm>
            <a:custGeom>
              <a:avLst/>
              <a:gdLst/>
              <a:ahLst/>
              <a:cxnLst/>
              <a:rect l="l" t="t" r="r" b="b"/>
              <a:pathLst>
                <a:path w="10695" h="1400" extrusionOk="0">
                  <a:moveTo>
                    <a:pt x="9841" y="1"/>
                  </a:moveTo>
                  <a:cubicBezTo>
                    <a:pt x="8207" y="1"/>
                    <a:pt x="6573" y="193"/>
                    <a:pt x="4945" y="300"/>
                  </a:cubicBezTo>
                  <a:cubicBezTo>
                    <a:pt x="3400" y="401"/>
                    <a:pt x="1835" y="398"/>
                    <a:pt x="318" y="721"/>
                  </a:cubicBezTo>
                  <a:cubicBezTo>
                    <a:pt x="0" y="788"/>
                    <a:pt x="38" y="1348"/>
                    <a:pt x="364" y="1370"/>
                  </a:cubicBezTo>
                  <a:cubicBezTo>
                    <a:pt x="661" y="1391"/>
                    <a:pt x="958" y="1400"/>
                    <a:pt x="1255" y="1400"/>
                  </a:cubicBezTo>
                  <a:cubicBezTo>
                    <a:pt x="2505" y="1400"/>
                    <a:pt x="3756" y="1240"/>
                    <a:pt x="5003" y="1147"/>
                  </a:cubicBezTo>
                  <a:cubicBezTo>
                    <a:pt x="6747" y="1018"/>
                    <a:pt x="8513" y="989"/>
                    <a:pt x="10240" y="714"/>
                  </a:cubicBezTo>
                  <a:cubicBezTo>
                    <a:pt x="10695" y="642"/>
                    <a:pt x="10652" y="13"/>
                    <a:pt x="10192" y="4"/>
                  </a:cubicBezTo>
                  <a:cubicBezTo>
                    <a:pt x="10075" y="2"/>
                    <a:pt x="9958" y="1"/>
                    <a:pt x="9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9" name="Google Shape;259;p14"/>
          <p:cNvSpPr/>
          <p:nvPr/>
        </p:nvSpPr>
        <p:spPr>
          <a:xfrm rot="-2700000">
            <a:off x="1456701" y="5647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" name="Google Shape;260;p14"/>
          <p:cNvGrpSpPr/>
          <p:nvPr/>
        </p:nvGrpSpPr>
        <p:grpSpPr>
          <a:xfrm rot="-3599880">
            <a:off x="407096" y="1710437"/>
            <a:ext cx="312659" cy="276737"/>
            <a:chOff x="5383800" y="4852900"/>
            <a:chExt cx="297675" cy="263475"/>
          </a:xfrm>
        </p:grpSpPr>
        <p:sp>
          <p:nvSpPr>
            <p:cNvPr id="261" name="Google Shape;261;p14"/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3" name="Google Shape;263;p14"/>
          <p:cNvSpPr/>
          <p:nvPr/>
        </p:nvSpPr>
        <p:spPr>
          <a:xfrm>
            <a:off x="7517638" y="-203912"/>
            <a:ext cx="2131417" cy="2512959"/>
          </a:xfrm>
          <a:custGeom>
            <a:avLst/>
            <a:gdLst/>
            <a:ahLst/>
            <a:cxnLst/>
            <a:rect l="l" t="t" r="r" b="b"/>
            <a:pathLst>
              <a:path w="100090" h="118007" extrusionOk="0">
                <a:moveTo>
                  <a:pt x="100090" y="118007"/>
                </a:moveTo>
                <a:cubicBezTo>
                  <a:pt x="96757" y="99681"/>
                  <a:pt x="95318" y="78657"/>
                  <a:pt x="82790" y="64873"/>
                </a:cubicBezTo>
                <a:cubicBezTo>
                  <a:pt x="71971" y="52970"/>
                  <a:pt x="47940" y="64344"/>
                  <a:pt x="35835" y="53752"/>
                </a:cubicBezTo>
                <a:cubicBezTo>
                  <a:pt x="25610" y="44805"/>
                  <a:pt x="30994" y="26825"/>
                  <a:pt x="25949" y="14210"/>
                </a:cubicBezTo>
                <a:cubicBezTo>
                  <a:pt x="22287" y="5054"/>
                  <a:pt x="9862" y="0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264" name="Google Shape;264;p14"/>
          <p:cNvGrpSpPr/>
          <p:nvPr/>
        </p:nvGrpSpPr>
        <p:grpSpPr>
          <a:xfrm rot="1800044">
            <a:off x="7129253" y="4187115"/>
            <a:ext cx="799182" cy="1107926"/>
            <a:chOff x="1790775" y="334100"/>
            <a:chExt cx="799200" cy="1107950"/>
          </a:xfrm>
        </p:grpSpPr>
        <p:sp>
          <p:nvSpPr>
            <p:cNvPr id="265" name="Google Shape;265;p14"/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14"/>
          <p:cNvSpPr/>
          <p:nvPr/>
        </p:nvSpPr>
        <p:spPr>
          <a:xfrm rot="-2700000">
            <a:off x="8511426" y="4499262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8" name="Google Shape;278;p14"/>
          <p:cNvGrpSpPr/>
          <p:nvPr/>
        </p:nvGrpSpPr>
        <p:grpSpPr>
          <a:xfrm>
            <a:off x="8075668" y="3225722"/>
            <a:ext cx="915925" cy="866715"/>
            <a:chOff x="5277350" y="3451725"/>
            <a:chExt cx="431450" cy="408250"/>
          </a:xfrm>
        </p:grpSpPr>
        <p:sp>
          <p:nvSpPr>
            <p:cNvPr id="279" name="Google Shape;279;p14"/>
            <p:cNvSpPr/>
            <p:nvPr/>
          </p:nvSpPr>
          <p:spPr>
            <a:xfrm>
              <a:off x="5300550" y="3474925"/>
              <a:ext cx="332650" cy="361850"/>
            </a:xfrm>
            <a:custGeom>
              <a:avLst/>
              <a:gdLst/>
              <a:ahLst/>
              <a:cxnLst/>
              <a:rect l="l" t="t" r="r" b="b"/>
              <a:pathLst>
                <a:path w="13306" h="14474" extrusionOk="0">
                  <a:moveTo>
                    <a:pt x="7236" y="1"/>
                  </a:moveTo>
                  <a:cubicBezTo>
                    <a:pt x="3245" y="1"/>
                    <a:pt x="1" y="3247"/>
                    <a:pt x="1" y="7238"/>
                  </a:cubicBezTo>
                  <a:cubicBezTo>
                    <a:pt x="1" y="11226"/>
                    <a:pt x="3245" y="14473"/>
                    <a:pt x="7236" y="14473"/>
                  </a:cubicBezTo>
                  <a:cubicBezTo>
                    <a:pt x="9776" y="14473"/>
                    <a:pt x="12013" y="13157"/>
                    <a:pt x="13305" y="11171"/>
                  </a:cubicBezTo>
                  <a:cubicBezTo>
                    <a:pt x="13004" y="11033"/>
                    <a:pt x="12703" y="10894"/>
                    <a:pt x="12401" y="10758"/>
                  </a:cubicBezTo>
                  <a:cubicBezTo>
                    <a:pt x="10549" y="9908"/>
                    <a:pt x="8688" y="9047"/>
                    <a:pt x="6865" y="8121"/>
                  </a:cubicBezTo>
                  <a:lnTo>
                    <a:pt x="6300" y="7829"/>
                  </a:lnTo>
                  <a:lnTo>
                    <a:pt x="6654" y="7245"/>
                  </a:lnTo>
                  <a:cubicBezTo>
                    <a:pt x="7956" y="5099"/>
                    <a:pt x="9272" y="2965"/>
                    <a:pt x="10568" y="817"/>
                  </a:cubicBezTo>
                  <a:cubicBezTo>
                    <a:pt x="9571" y="298"/>
                    <a:pt x="8437" y="1"/>
                    <a:pt x="72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5300550" y="3636550"/>
              <a:ext cx="332650" cy="200225"/>
            </a:xfrm>
            <a:custGeom>
              <a:avLst/>
              <a:gdLst/>
              <a:ahLst/>
              <a:cxnLst/>
              <a:rect l="l" t="t" r="r" b="b"/>
              <a:pathLst>
                <a:path w="13306" h="8009" extrusionOk="0">
                  <a:moveTo>
                    <a:pt x="41" y="0"/>
                  </a:moveTo>
                  <a:cubicBezTo>
                    <a:pt x="15" y="254"/>
                    <a:pt x="1" y="512"/>
                    <a:pt x="1" y="773"/>
                  </a:cubicBezTo>
                  <a:cubicBezTo>
                    <a:pt x="1" y="4761"/>
                    <a:pt x="3245" y="8008"/>
                    <a:pt x="7236" y="8008"/>
                  </a:cubicBezTo>
                  <a:cubicBezTo>
                    <a:pt x="9776" y="8008"/>
                    <a:pt x="12013" y="6692"/>
                    <a:pt x="13305" y="4704"/>
                  </a:cubicBezTo>
                  <a:cubicBezTo>
                    <a:pt x="13107" y="4616"/>
                    <a:pt x="12908" y="4525"/>
                    <a:pt x="12710" y="4434"/>
                  </a:cubicBezTo>
                  <a:cubicBezTo>
                    <a:pt x="11978" y="5305"/>
                    <a:pt x="10126" y="5391"/>
                    <a:pt x="9164" y="5479"/>
                  </a:cubicBezTo>
                  <a:cubicBezTo>
                    <a:pt x="8903" y="5503"/>
                    <a:pt x="8637" y="5515"/>
                    <a:pt x="8369" y="5515"/>
                  </a:cubicBezTo>
                  <a:cubicBezTo>
                    <a:pt x="6488" y="5515"/>
                    <a:pt x="4468" y="4939"/>
                    <a:pt x="2927" y="3941"/>
                  </a:cubicBezTo>
                  <a:cubicBezTo>
                    <a:pt x="1527" y="3034"/>
                    <a:pt x="383" y="1637"/>
                    <a:pt x="41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5533825" y="3520875"/>
              <a:ext cx="151775" cy="175500"/>
            </a:xfrm>
            <a:custGeom>
              <a:avLst/>
              <a:gdLst/>
              <a:ahLst/>
              <a:cxnLst/>
              <a:rect l="l" t="t" r="r" b="b"/>
              <a:pathLst>
                <a:path w="6071" h="7020" extrusionOk="0">
                  <a:moveTo>
                    <a:pt x="3642" y="0"/>
                  </a:moveTo>
                  <a:cubicBezTo>
                    <a:pt x="2422" y="1658"/>
                    <a:pt x="1213" y="3326"/>
                    <a:pt x="0" y="4991"/>
                  </a:cubicBezTo>
                  <a:cubicBezTo>
                    <a:pt x="1965" y="5644"/>
                    <a:pt x="3931" y="6312"/>
                    <a:pt x="5884" y="7020"/>
                  </a:cubicBezTo>
                  <a:cubicBezTo>
                    <a:pt x="6003" y="6498"/>
                    <a:pt x="6070" y="5958"/>
                    <a:pt x="6070" y="5400"/>
                  </a:cubicBezTo>
                  <a:cubicBezTo>
                    <a:pt x="6070" y="3254"/>
                    <a:pt x="5130" y="1326"/>
                    <a:pt x="36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5506600" y="3491500"/>
              <a:ext cx="202200" cy="230675"/>
            </a:xfrm>
            <a:custGeom>
              <a:avLst/>
              <a:gdLst/>
              <a:ahLst/>
              <a:cxnLst/>
              <a:rect l="l" t="t" r="r" b="b"/>
              <a:pathLst>
                <a:path w="8088" h="9227" extrusionOk="0">
                  <a:moveTo>
                    <a:pt x="4731" y="1175"/>
                  </a:moveTo>
                  <a:cubicBezTo>
                    <a:pt x="6219" y="2501"/>
                    <a:pt x="7159" y="4429"/>
                    <a:pt x="7159" y="6575"/>
                  </a:cubicBezTo>
                  <a:cubicBezTo>
                    <a:pt x="7159" y="7130"/>
                    <a:pt x="7092" y="7673"/>
                    <a:pt x="6973" y="8195"/>
                  </a:cubicBezTo>
                  <a:cubicBezTo>
                    <a:pt x="5020" y="7484"/>
                    <a:pt x="3051" y="6819"/>
                    <a:pt x="1089" y="6166"/>
                  </a:cubicBezTo>
                  <a:cubicBezTo>
                    <a:pt x="2300" y="4501"/>
                    <a:pt x="3511" y="2833"/>
                    <a:pt x="4731" y="1175"/>
                  </a:cubicBezTo>
                  <a:close/>
                  <a:moveTo>
                    <a:pt x="4755" y="1"/>
                  </a:moveTo>
                  <a:lnTo>
                    <a:pt x="4166" y="721"/>
                  </a:lnTo>
                  <a:cubicBezTo>
                    <a:pt x="2822" y="2393"/>
                    <a:pt x="1520" y="4128"/>
                    <a:pt x="310" y="5905"/>
                  </a:cubicBezTo>
                  <a:lnTo>
                    <a:pt x="1" y="6357"/>
                  </a:lnTo>
                  <a:lnTo>
                    <a:pt x="750" y="6630"/>
                  </a:lnTo>
                  <a:cubicBezTo>
                    <a:pt x="2759" y="7374"/>
                    <a:pt x="4764" y="8145"/>
                    <a:pt x="6772" y="8898"/>
                  </a:cubicBezTo>
                  <a:lnTo>
                    <a:pt x="7643" y="9226"/>
                  </a:lnTo>
                  <a:lnTo>
                    <a:pt x="7853" y="8518"/>
                  </a:lnTo>
                  <a:cubicBezTo>
                    <a:pt x="8004" y="7893"/>
                    <a:pt x="8088" y="7245"/>
                    <a:pt x="8088" y="6575"/>
                  </a:cubicBezTo>
                  <a:cubicBezTo>
                    <a:pt x="8088" y="4123"/>
                    <a:pt x="6999" y="1922"/>
                    <a:pt x="5284" y="426"/>
                  </a:cubicBezTo>
                  <a:lnTo>
                    <a:pt x="5284" y="424"/>
                  </a:lnTo>
                  <a:lnTo>
                    <a:pt x="4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5277350" y="3451725"/>
              <a:ext cx="386175" cy="408250"/>
            </a:xfrm>
            <a:custGeom>
              <a:avLst/>
              <a:gdLst/>
              <a:ahLst/>
              <a:cxnLst/>
              <a:rect l="l" t="t" r="r" b="b"/>
              <a:pathLst>
                <a:path w="15447" h="16330" extrusionOk="0">
                  <a:moveTo>
                    <a:pt x="8164" y="929"/>
                  </a:moveTo>
                  <a:cubicBezTo>
                    <a:pt x="9365" y="929"/>
                    <a:pt x="10499" y="1226"/>
                    <a:pt x="11496" y="1745"/>
                  </a:cubicBezTo>
                  <a:cubicBezTo>
                    <a:pt x="10200" y="3893"/>
                    <a:pt x="8884" y="6027"/>
                    <a:pt x="7582" y="8173"/>
                  </a:cubicBezTo>
                  <a:lnTo>
                    <a:pt x="7228" y="8757"/>
                  </a:lnTo>
                  <a:lnTo>
                    <a:pt x="7793" y="9049"/>
                  </a:lnTo>
                  <a:cubicBezTo>
                    <a:pt x="9616" y="9975"/>
                    <a:pt x="11477" y="10836"/>
                    <a:pt x="13329" y="11686"/>
                  </a:cubicBezTo>
                  <a:cubicBezTo>
                    <a:pt x="13631" y="11822"/>
                    <a:pt x="13932" y="11961"/>
                    <a:pt x="14233" y="12097"/>
                  </a:cubicBezTo>
                  <a:cubicBezTo>
                    <a:pt x="12941" y="14085"/>
                    <a:pt x="10704" y="15401"/>
                    <a:pt x="8164" y="15401"/>
                  </a:cubicBezTo>
                  <a:cubicBezTo>
                    <a:pt x="4173" y="15401"/>
                    <a:pt x="929" y="12154"/>
                    <a:pt x="929" y="8166"/>
                  </a:cubicBezTo>
                  <a:cubicBezTo>
                    <a:pt x="929" y="4175"/>
                    <a:pt x="4173" y="929"/>
                    <a:pt x="8164" y="929"/>
                  </a:cubicBezTo>
                  <a:close/>
                  <a:moveTo>
                    <a:pt x="8164" y="1"/>
                  </a:moveTo>
                  <a:cubicBezTo>
                    <a:pt x="3661" y="1"/>
                    <a:pt x="0" y="3663"/>
                    <a:pt x="0" y="8166"/>
                  </a:cubicBezTo>
                  <a:cubicBezTo>
                    <a:pt x="0" y="12666"/>
                    <a:pt x="3661" y="16329"/>
                    <a:pt x="8164" y="16329"/>
                  </a:cubicBezTo>
                  <a:cubicBezTo>
                    <a:pt x="11080" y="16329"/>
                    <a:pt x="13642" y="14791"/>
                    <a:pt x="15088" y="12487"/>
                  </a:cubicBezTo>
                  <a:lnTo>
                    <a:pt x="15446" y="11851"/>
                  </a:lnTo>
                  <a:lnTo>
                    <a:pt x="14592" y="11480"/>
                  </a:lnTo>
                  <a:cubicBezTo>
                    <a:pt x="14200" y="11305"/>
                    <a:pt x="13805" y="11130"/>
                    <a:pt x="13415" y="10953"/>
                  </a:cubicBezTo>
                  <a:cubicBezTo>
                    <a:pt x="11652" y="10152"/>
                    <a:pt x="9913" y="9300"/>
                    <a:pt x="8171" y="8456"/>
                  </a:cubicBezTo>
                  <a:cubicBezTo>
                    <a:pt x="9496" y="6348"/>
                    <a:pt x="10764" y="4195"/>
                    <a:pt x="12001" y="2034"/>
                  </a:cubicBezTo>
                  <a:lnTo>
                    <a:pt x="12463" y="1228"/>
                  </a:lnTo>
                  <a:lnTo>
                    <a:pt x="11975" y="948"/>
                  </a:lnTo>
                  <a:cubicBezTo>
                    <a:pt x="10836" y="345"/>
                    <a:pt x="9539" y="1"/>
                    <a:pt x="8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accent2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6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92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0" y="3807622"/>
            <a:ext cx="1407024" cy="1488198"/>
          </a:xfrm>
          <a:custGeom>
            <a:avLst/>
            <a:gdLst/>
            <a:ahLst/>
            <a:cxnLst/>
            <a:rect l="l" t="t" r="r" b="b"/>
            <a:pathLst>
              <a:path w="64255" h="67962" extrusionOk="0">
                <a:moveTo>
                  <a:pt x="64255" y="67962"/>
                </a:moveTo>
                <a:cubicBezTo>
                  <a:pt x="64255" y="57475"/>
                  <a:pt x="63130" y="42997"/>
                  <a:pt x="53751" y="38306"/>
                </a:cubicBezTo>
                <a:cubicBezTo>
                  <a:pt x="45576" y="34217"/>
                  <a:pt x="34790" y="36580"/>
                  <a:pt x="27184" y="31510"/>
                </a:cubicBezTo>
                <a:cubicBezTo>
                  <a:pt x="21941" y="28015"/>
                  <a:pt x="24367" y="19212"/>
                  <a:pt x="23477" y="12974"/>
                </a:cubicBezTo>
                <a:cubicBezTo>
                  <a:pt x="22214" y="4123"/>
                  <a:pt x="8941" y="0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297" name="Google Shape;297;p16"/>
          <p:cNvGrpSpPr/>
          <p:nvPr/>
        </p:nvGrpSpPr>
        <p:grpSpPr>
          <a:xfrm flipH="1">
            <a:off x="8205906" y="956501"/>
            <a:ext cx="455521" cy="411817"/>
            <a:chOff x="6648725" y="1944825"/>
            <a:chExt cx="401800" cy="363250"/>
          </a:xfrm>
        </p:grpSpPr>
        <p:sp>
          <p:nvSpPr>
            <p:cNvPr id="298" name="Google Shape;298;p16"/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2" name="Google Shape;302;p16"/>
          <p:cNvSpPr/>
          <p:nvPr/>
        </p:nvSpPr>
        <p:spPr>
          <a:xfrm rot="-2700000">
            <a:off x="8726864" y="463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" name="Google Shape;303;p16"/>
          <p:cNvGrpSpPr/>
          <p:nvPr/>
        </p:nvGrpSpPr>
        <p:grpSpPr>
          <a:xfrm rot="-2700000">
            <a:off x="7185961" y="-236562"/>
            <a:ext cx="1097959" cy="891975"/>
            <a:chOff x="1301775" y="3582596"/>
            <a:chExt cx="953074" cy="774271"/>
          </a:xfrm>
        </p:grpSpPr>
        <p:sp>
          <p:nvSpPr>
            <p:cNvPr id="304" name="Google Shape;304;p16"/>
            <p:cNvSpPr/>
            <p:nvPr/>
          </p:nvSpPr>
          <p:spPr>
            <a:xfrm>
              <a:off x="1913933" y="3905380"/>
              <a:ext cx="303333" cy="382518"/>
            </a:xfrm>
            <a:custGeom>
              <a:avLst/>
              <a:gdLst/>
              <a:ahLst/>
              <a:cxnLst/>
              <a:rect l="l" t="t" r="r" b="b"/>
              <a:pathLst>
                <a:path w="9887" h="12468" extrusionOk="0">
                  <a:moveTo>
                    <a:pt x="9391" y="0"/>
                  </a:moveTo>
                  <a:cubicBezTo>
                    <a:pt x="9367" y="12"/>
                    <a:pt x="9344" y="24"/>
                    <a:pt x="9315" y="34"/>
                  </a:cubicBezTo>
                  <a:cubicBezTo>
                    <a:pt x="6382" y="998"/>
                    <a:pt x="3441" y="1946"/>
                    <a:pt x="503" y="2903"/>
                  </a:cubicBezTo>
                  <a:cubicBezTo>
                    <a:pt x="338" y="2955"/>
                    <a:pt x="171" y="3013"/>
                    <a:pt x="1" y="3070"/>
                  </a:cubicBezTo>
                  <a:cubicBezTo>
                    <a:pt x="1195" y="4441"/>
                    <a:pt x="2015" y="6168"/>
                    <a:pt x="2884" y="7750"/>
                  </a:cubicBezTo>
                  <a:cubicBezTo>
                    <a:pt x="3704" y="9245"/>
                    <a:pt x="4690" y="10824"/>
                    <a:pt x="5236" y="12468"/>
                  </a:cubicBezTo>
                  <a:cubicBezTo>
                    <a:pt x="5422" y="12250"/>
                    <a:pt x="5580" y="11996"/>
                    <a:pt x="5700" y="11719"/>
                  </a:cubicBezTo>
                  <a:lnTo>
                    <a:pt x="9568" y="2678"/>
                  </a:lnTo>
                  <a:cubicBezTo>
                    <a:pt x="9879" y="1950"/>
                    <a:pt x="9887" y="1142"/>
                    <a:pt x="9590" y="400"/>
                  </a:cubicBezTo>
                  <a:cubicBezTo>
                    <a:pt x="9535" y="261"/>
                    <a:pt x="9466" y="127"/>
                    <a:pt x="9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1398355" y="3932532"/>
              <a:ext cx="649342" cy="387826"/>
            </a:xfrm>
            <a:custGeom>
              <a:avLst/>
              <a:gdLst/>
              <a:ahLst/>
              <a:cxnLst/>
              <a:rect l="l" t="t" r="r" b="b"/>
              <a:pathLst>
                <a:path w="21165" h="12641" extrusionOk="0">
                  <a:moveTo>
                    <a:pt x="9080" y="1"/>
                  </a:moveTo>
                  <a:cubicBezTo>
                    <a:pt x="7463" y="919"/>
                    <a:pt x="5681" y="1573"/>
                    <a:pt x="4013" y="2391"/>
                  </a:cubicBezTo>
                  <a:cubicBezTo>
                    <a:pt x="2676" y="3049"/>
                    <a:pt x="1369" y="3826"/>
                    <a:pt x="1" y="4429"/>
                  </a:cubicBezTo>
                  <a:cubicBezTo>
                    <a:pt x="77" y="4470"/>
                    <a:pt x="154" y="4508"/>
                    <a:pt x="235" y="4544"/>
                  </a:cubicBezTo>
                  <a:lnTo>
                    <a:pt x="18595" y="12401"/>
                  </a:lnTo>
                  <a:cubicBezTo>
                    <a:pt x="18975" y="12564"/>
                    <a:pt x="19370" y="12640"/>
                    <a:pt x="19759" y="12640"/>
                  </a:cubicBezTo>
                  <a:cubicBezTo>
                    <a:pt x="20252" y="12640"/>
                    <a:pt x="20734" y="12517"/>
                    <a:pt x="21165" y="12289"/>
                  </a:cubicBezTo>
                  <a:cubicBezTo>
                    <a:pt x="20103" y="10733"/>
                    <a:pt x="19385" y="8863"/>
                    <a:pt x="18507" y="7205"/>
                  </a:cubicBezTo>
                  <a:cubicBezTo>
                    <a:pt x="17677" y="5642"/>
                    <a:pt x="16622" y="4121"/>
                    <a:pt x="16023" y="2451"/>
                  </a:cubicBezTo>
                  <a:cubicBezTo>
                    <a:pt x="15194" y="2726"/>
                    <a:pt x="14339" y="2963"/>
                    <a:pt x="13499" y="2963"/>
                  </a:cubicBezTo>
                  <a:cubicBezTo>
                    <a:pt x="12885" y="2963"/>
                    <a:pt x="12279" y="2837"/>
                    <a:pt x="11695" y="2506"/>
                  </a:cubicBezTo>
                  <a:cubicBezTo>
                    <a:pt x="10724" y="1955"/>
                    <a:pt x="9858" y="1022"/>
                    <a:pt x="90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1523745" y="3619228"/>
              <a:ext cx="652625" cy="366994"/>
            </a:xfrm>
            <a:custGeom>
              <a:avLst/>
              <a:gdLst/>
              <a:ahLst/>
              <a:cxnLst/>
              <a:rect l="l" t="t" r="r" b="b"/>
              <a:pathLst>
                <a:path w="21272" h="11962" extrusionOk="0">
                  <a:moveTo>
                    <a:pt x="1199" y="0"/>
                  </a:moveTo>
                  <a:cubicBezTo>
                    <a:pt x="784" y="0"/>
                    <a:pt x="376" y="87"/>
                    <a:pt x="0" y="250"/>
                  </a:cubicBezTo>
                  <a:cubicBezTo>
                    <a:pt x="2225" y="3952"/>
                    <a:pt x="4228" y="8325"/>
                    <a:pt x="7505" y="11186"/>
                  </a:cubicBezTo>
                  <a:cubicBezTo>
                    <a:pt x="8152" y="11751"/>
                    <a:pt x="8913" y="11961"/>
                    <a:pt x="9722" y="11961"/>
                  </a:cubicBezTo>
                  <a:cubicBezTo>
                    <a:pt x="11512" y="11961"/>
                    <a:pt x="13537" y="10931"/>
                    <a:pt x="15073" y="10430"/>
                  </a:cubicBezTo>
                  <a:cubicBezTo>
                    <a:pt x="17140" y="9758"/>
                    <a:pt x="19205" y="9083"/>
                    <a:pt x="21272" y="8414"/>
                  </a:cubicBezTo>
                  <a:cubicBezTo>
                    <a:pt x="21100" y="8292"/>
                    <a:pt x="20920" y="8179"/>
                    <a:pt x="20722" y="8095"/>
                  </a:cubicBezTo>
                  <a:lnTo>
                    <a:pt x="2362" y="238"/>
                  </a:lnTo>
                  <a:cubicBezTo>
                    <a:pt x="1982" y="76"/>
                    <a:pt x="1588" y="0"/>
                    <a:pt x="11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1343745" y="3643035"/>
              <a:ext cx="315667" cy="402338"/>
            </a:xfrm>
            <a:custGeom>
              <a:avLst/>
              <a:gdLst/>
              <a:ahLst/>
              <a:cxnLst/>
              <a:rect l="l" t="t" r="r" b="b"/>
              <a:pathLst>
                <a:path w="10289" h="13114" extrusionOk="0">
                  <a:moveTo>
                    <a:pt x="5056" y="1"/>
                  </a:moveTo>
                  <a:cubicBezTo>
                    <a:pt x="4747" y="278"/>
                    <a:pt x="4491" y="623"/>
                    <a:pt x="4317" y="1029"/>
                  </a:cubicBezTo>
                  <a:lnTo>
                    <a:pt x="450" y="10071"/>
                  </a:lnTo>
                  <a:cubicBezTo>
                    <a:pt x="1" y="11119"/>
                    <a:pt x="204" y="12284"/>
                    <a:pt x="876" y="13114"/>
                  </a:cubicBezTo>
                  <a:cubicBezTo>
                    <a:pt x="2252" y="12195"/>
                    <a:pt x="3829" y="11537"/>
                    <a:pt x="5319" y="10836"/>
                  </a:cubicBezTo>
                  <a:cubicBezTo>
                    <a:pt x="6934" y="10076"/>
                    <a:pt x="8578" y="9197"/>
                    <a:pt x="10288" y="8657"/>
                  </a:cubicBezTo>
                  <a:cubicBezTo>
                    <a:pt x="9726" y="7858"/>
                    <a:pt x="9212" y="7051"/>
                    <a:pt x="8743" y="6372"/>
                  </a:cubicBezTo>
                  <a:cubicBezTo>
                    <a:pt x="7358" y="4374"/>
                    <a:pt x="6008" y="2252"/>
                    <a:pt x="50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2018920" y="4108267"/>
              <a:ext cx="136925" cy="179631"/>
            </a:xfrm>
            <a:custGeom>
              <a:avLst/>
              <a:gdLst/>
              <a:ahLst/>
              <a:cxnLst/>
              <a:rect l="l" t="t" r="r" b="b"/>
              <a:pathLst>
                <a:path w="4463" h="5855" extrusionOk="0">
                  <a:moveTo>
                    <a:pt x="4462" y="0"/>
                  </a:moveTo>
                  <a:lnTo>
                    <a:pt x="4462" y="0"/>
                  </a:lnTo>
                  <a:cubicBezTo>
                    <a:pt x="3409" y="876"/>
                    <a:pt x="2146" y="1522"/>
                    <a:pt x="787" y="1910"/>
                  </a:cubicBezTo>
                  <a:cubicBezTo>
                    <a:pt x="524" y="1984"/>
                    <a:pt x="263" y="2046"/>
                    <a:pt x="0" y="2101"/>
                  </a:cubicBezTo>
                  <a:cubicBezTo>
                    <a:pt x="682" y="3307"/>
                    <a:pt x="1385" y="4560"/>
                    <a:pt x="1814" y="5855"/>
                  </a:cubicBezTo>
                  <a:cubicBezTo>
                    <a:pt x="2000" y="5637"/>
                    <a:pt x="2158" y="5386"/>
                    <a:pt x="2278" y="5106"/>
                  </a:cubicBezTo>
                  <a:lnTo>
                    <a:pt x="4462" y="0"/>
                  </a:ln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1398355" y="4012975"/>
              <a:ext cx="649342" cy="307383"/>
            </a:xfrm>
            <a:custGeom>
              <a:avLst/>
              <a:gdLst/>
              <a:ahLst/>
              <a:cxnLst/>
              <a:rect l="l" t="t" r="r" b="b"/>
              <a:pathLst>
                <a:path w="21165" h="10019" extrusionOk="0">
                  <a:moveTo>
                    <a:pt x="3558" y="1"/>
                  </a:moveTo>
                  <a:cubicBezTo>
                    <a:pt x="2376" y="606"/>
                    <a:pt x="1214" y="1274"/>
                    <a:pt x="1" y="1807"/>
                  </a:cubicBezTo>
                  <a:cubicBezTo>
                    <a:pt x="77" y="1848"/>
                    <a:pt x="154" y="1886"/>
                    <a:pt x="235" y="1922"/>
                  </a:cubicBezTo>
                  <a:lnTo>
                    <a:pt x="18595" y="9779"/>
                  </a:lnTo>
                  <a:cubicBezTo>
                    <a:pt x="18974" y="9942"/>
                    <a:pt x="19369" y="10018"/>
                    <a:pt x="19758" y="10018"/>
                  </a:cubicBezTo>
                  <a:cubicBezTo>
                    <a:pt x="20251" y="10018"/>
                    <a:pt x="20734" y="9895"/>
                    <a:pt x="21165" y="9667"/>
                  </a:cubicBezTo>
                  <a:cubicBezTo>
                    <a:pt x="20277" y="8367"/>
                    <a:pt x="19629" y="6848"/>
                    <a:pt x="18928" y="5415"/>
                  </a:cubicBezTo>
                  <a:cubicBezTo>
                    <a:pt x="18450" y="5466"/>
                    <a:pt x="17973" y="5489"/>
                    <a:pt x="17497" y="5489"/>
                  </a:cubicBezTo>
                  <a:cubicBezTo>
                    <a:pt x="15258" y="5489"/>
                    <a:pt x="13037" y="4970"/>
                    <a:pt x="10844" y="4286"/>
                  </a:cubicBezTo>
                  <a:cubicBezTo>
                    <a:pt x="8073" y="3425"/>
                    <a:pt x="5456" y="2104"/>
                    <a:pt x="3558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1343745" y="3809505"/>
              <a:ext cx="141558" cy="235868"/>
            </a:xfrm>
            <a:custGeom>
              <a:avLst/>
              <a:gdLst/>
              <a:ahLst/>
              <a:cxnLst/>
              <a:rect l="l" t="t" r="r" b="b"/>
              <a:pathLst>
                <a:path w="4614" h="7688" extrusionOk="0">
                  <a:moveTo>
                    <a:pt x="2436" y="1"/>
                  </a:moveTo>
                  <a:lnTo>
                    <a:pt x="450" y="4645"/>
                  </a:lnTo>
                  <a:cubicBezTo>
                    <a:pt x="1" y="5693"/>
                    <a:pt x="204" y="6858"/>
                    <a:pt x="876" y="7688"/>
                  </a:cubicBezTo>
                  <a:cubicBezTo>
                    <a:pt x="2034" y="6915"/>
                    <a:pt x="3338" y="6324"/>
                    <a:pt x="4613" y="5738"/>
                  </a:cubicBezTo>
                  <a:cubicBezTo>
                    <a:pt x="4243" y="5231"/>
                    <a:pt x="3908" y="4693"/>
                    <a:pt x="3621" y="4104"/>
                  </a:cubicBezTo>
                  <a:cubicBezTo>
                    <a:pt x="2996" y="2829"/>
                    <a:pt x="2542" y="1429"/>
                    <a:pt x="2436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1301775" y="3582596"/>
              <a:ext cx="953074" cy="774271"/>
            </a:xfrm>
            <a:custGeom>
              <a:avLst/>
              <a:gdLst/>
              <a:ahLst/>
              <a:cxnLst/>
              <a:rect l="l" t="t" r="r" b="b"/>
              <a:pathLst>
                <a:path w="31065" h="25237" extrusionOk="0">
                  <a:moveTo>
                    <a:pt x="8434" y="1194"/>
                  </a:moveTo>
                  <a:cubicBezTo>
                    <a:pt x="8823" y="1194"/>
                    <a:pt x="9217" y="1270"/>
                    <a:pt x="9597" y="1432"/>
                  </a:cubicBezTo>
                  <a:lnTo>
                    <a:pt x="27954" y="9289"/>
                  </a:lnTo>
                  <a:cubicBezTo>
                    <a:pt x="28153" y="9375"/>
                    <a:pt x="28335" y="9486"/>
                    <a:pt x="28507" y="9608"/>
                  </a:cubicBezTo>
                  <a:cubicBezTo>
                    <a:pt x="26440" y="10277"/>
                    <a:pt x="24375" y="10952"/>
                    <a:pt x="22308" y="11624"/>
                  </a:cubicBezTo>
                  <a:cubicBezTo>
                    <a:pt x="20772" y="12125"/>
                    <a:pt x="18746" y="13155"/>
                    <a:pt x="16956" y="13155"/>
                  </a:cubicBezTo>
                  <a:cubicBezTo>
                    <a:pt x="16147" y="13155"/>
                    <a:pt x="15386" y="12945"/>
                    <a:pt x="14740" y="12380"/>
                  </a:cubicBezTo>
                  <a:cubicBezTo>
                    <a:pt x="11463" y="9519"/>
                    <a:pt x="9460" y="5146"/>
                    <a:pt x="7235" y="1444"/>
                  </a:cubicBezTo>
                  <a:cubicBezTo>
                    <a:pt x="7611" y="1281"/>
                    <a:pt x="8019" y="1194"/>
                    <a:pt x="8434" y="1194"/>
                  </a:cubicBezTo>
                  <a:close/>
                  <a:moveTo>
                    <a:pt x="6424" y="1968"/>
                  </a:moveTo>
                  <a:cubicBezTo>
                    <a:pt x="7376" y="4222"/>
                    <a:pt x="8726" y="6342"/>
                    <a:pt x="10111" y="8340"/>
                  </a:cubicBezTo>
                  <a:cubicBezTo>
                    <a:pt x="10582" y="9021"/>
                    <a:pt x="11094" y="9828"/>
                    <a:pt x="11656" y="10627"/>
                  </a:cubicBezTo>
                  <a:cubicBezTo>
                    <a:pt x="9946" y="11167"/>
                    <a:pt x="8302" y="12046"/>
                    <a:pt x="6687" y="12804"/>
                  </a:cubicBezTo>
                  <a:cubicBezTo>
                    <a:pt x="5197" y="13507"/>
                    <a:pt x="3619" y="14165"/>
                    <a:pt x="2244" y="15083"/>
                  </a:cubicBezTo>
                  <a:lnTo>
                    <a:pt x="2244" y="15083"/>
                  </a:lnTo>
                  <a:cubicBezTo>
                    <a:pt x="1572" y="14253"/>
                    <a:pt x="1369" y="13088"/>
                    <a:pt x="1818" y="12041"/>
                  </a:cubicBezTo>
                  <a:lnTo>
                    <a:pt x="5685" y="2999"/>
                  </a:lnTo>
                  <a:cubicBezTo>
                    <a:pt x="5859" y="2593"/>
                    <a:pt x="6115" y="2248"/>
                    <a:pt x="6424" y="1968"/>
                  </a:cubicBezTo>
                  <a:close/>
                  <a:moveTo>
                    <a:pt x="29344" y="10521"/>
                  </a:moveTo>
                  <a:cubicBezTo>
                    <a:pt x="29419" y="10651"/>
                    <a:pt x="29488" y="10782"/>
                    <a:pt x="29545" y="10921"/>
                  </a:cubicBezTo>
                  <a:cubicBezTo>
                    <a:pt x="29842" y="11663"/>
                    <a:pt x="29832" y="12471"/>
                    <a:pt x="29521" y="13199"/>
                  </a:cubicBezTo>
                  <a:lnTo>
                    <a:pt x="25653" y="22240"/>
                  </a:lnTo>
                  <a:cubicBezTo>
                    <a:pt x="25533" y="22517"/>
                    <a:pt x="25378" y="22771"/>
                    <a:pt x="25189" y="22989"/>
                  </a:cubicBezTo>
                  <a:cubicBezTo>
                    <a:pt x="24643" y="21345"/>
                    <a:pt x="23657" y="19766"/>
                    <a:pt x="22837" y="18271"/>
                  </a:cubicBezTo>
                  <a:cubicBezTo>
                    <a:pt x="21968" y="16689"/>
                    <a:pt x="21148" y="14962"/>
                    <a:pt x="19954" y="13591"/>
                  </a:cubicBezTo>
                  <a:cubicBezTo>
                    <a:pt x="20124" y="13534"/>
                    <a:pt x="20291" y="13476"/>
                    <a:pt x="20459" y="13424"/>
                  </a:cubicBezTo>
                  <a:cubicBezTo>
                    <a:pt x="23397" y="12467"/>
                    <a:pt x="26335" y="11519"/>
                    <a:pt x="29268" y="10555"/>
                  </a:cubicBezTo>
                  <a:cubicBezTo>
                    <a:pt x="29297" y="10545"/>
                    <a:pt x="29320" y="10533"/>
                    <a:pt x="29344" y="10521"/>
                  </a:cubicBezTo>
                  <a:close/>
                  <a:moveTo>
                    <a:pt x="12228" y="11407"/>
                  </a:moveTo>
                  <a:cubicBezTo>
                    <a:pt x="13006" y="12428"/>
                    <a:pt x="13872" y="13361"/>
                    <a:pt x="14843" y="13912"/>
                  </a:cubicBezTo>
                  <a:cubicBezTo>
                    <a:pt x="15427" y="14243"/>
                    <a:pt x="16033" y="14369"/>
                    <a:pt x="16647" y="14369"/>
                  </a:cubicBezTo>
                  <a:cubicBezTo>
                    <a:pt x="17487" y="14369"/>
                    <a:pt x="18342" y="14132"/>
                    <a:pt x="19171" y="13857"/>
                  </a:cubicBezTo>
                  <a:cubicBezTo>
                    <a:pt x="19770" y="15527"/>
                    <a:pt x="20825" y="17048"/>
                    <a:pt x="21655" y="18611"/>
                  </a:cubicBezTo>
                  <a:cubicBezTo>
                    <a:pt x="22533" y="20269"/>
                    <a:pt x="23251" y="22139"/>
                    <a:pt x="24313" y="23695"/>
                  </a:cubicBezTo>
                  <a:cubicBezTo>
                    <a:pt x="23884" y="23923"/>
                    <a:pt x="23402" y="24045"/>
                    <a:pt x="22910" y="24045"/>
                  </a:cubicBezTo>
                  <a:cubicBezTo>
                    <a:pt x="22520" y="24045"/>
                    <a:pt x="22124" y="23968"/>
                    <a:pt x="21743" y="23805"/>
                  </a:cubicBezTo>
                  <a:lnTo>
                    <a:pt x="21743" y="23807"/>
                  </a:lnTo>
                  <a:lnTo>
                    <a:pt x="3383" y="15950"/>
                  </a:lnTo>
                  <a:cubicBezTo>
                    <a:pt x="3302" y="15914"/>
                    <a:pt x="3225" y="15876"/>
                    <a:pt x="3149" y="15835"/>
                  </a:cubicBezTo>
                  <a:cubicBezTo>
                    <a:pt x="4517" y="15232"/>
                    <a:pt x="5824" y="14455"/>
                    <a:pt x="7161" y="13797"/>
                  </a:cubicBezTo>
                  <a:cubicBezTo>
                    <a:pt x="8829" y="12979"/>
                    <a:pt x="10611" y="12325"/>
                    <a:pt x="12228" y="11407"/>
                  </a:cubicBezTo>
                  <a:close/>
                  <a:moveTo>
                    <a:pt x="8432" y="1"/>
                  </a:moveTo>
                  <a:cubicBezTo>
                    <a:pt x="6811" y="1"/>
                    <a:pt x="5268" y="950"/>
                    <a:pt x="4591" y="2531"/>
                  </a:cubicBezTo>
                  <a:lnTo>
                    <a:pt x="723" y="11572"/>
                  </a:lnTo>
                  <a:cubicBezTo>
                    <a:pt x="0" y="13263"/>
                    <a:pt x="483" y="15173"/>
                    <a:pt x="1790" y="16330"/>
                  </a:cubicBezTo>
                  <a:cubicBezTo>
                    <a:pt x="2115" y="16620"/>
                    <a:pt x="2493" y="16864"/>
                    <a:pt x="2914" y="17043"/>
                  </a:cubicBezTo>
                  <a:lnTo>
                    <a:pt x="21274" y="24900"/>
                  </a:lnTo>
                  <a:cubicBezTo>
                    <a:pt x="21808" y="25129"/>
                    <a:pt x="22363" y="25237"/>
                    <a:pt x="22910" y="25237"/>
                  </a:cubicBezTo>
                  <a:cubicBezTo>
                    <a:pt x="24529" y="25237"/>
                    <a:pt x="26072" y="24288"/>
                    <a:pt x="26748" y="22709"/>
                  </a:cubicBezTo>
                  <a:lnTo>
                    <a:pt x="30617" y="13668"/>
                  </a:lnTo>
                  <a:cubicBezTo>
                    <a:pt x="31053" y="12646"/>
                    <a:pt x="31065" y="11514"/>
                    <a:pt x="30651" y="10478"/>
                  </a:cubicBezTo>
                  <a:cubicBezTo>
                    <a:pt x="30234" y="9442"/>
                    <a:pt x="29445" y="8631"/>
                    <a:pt x="28423" y="8194"/>
                  </a:cubicBezTo>
                  <a:lnTo>
                    <a:pt x="10065" y="337"/>
                  </a:lnTo>
                  <a:cubicBezTo>
                    <a:pt x="9532" y="109"/>
                    <a:pt x="8978" y="1"/>
                    <a:pt x="8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18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8"/>
          <p:cNvSpPr/>
          <p:nvPr/>
        </p:nvSpPr>
        <p:spPr>
          <a:xfrm>
            <a:off x="6976999" y="3214320"/>
            <a:ext cx="2903811" cy="2759498"/>
          </a:xfrm>
          <a:custGeom>
            <a:avLst/>
            <a:gdLst/>
            <a:ahLst/>
            <a:cxnLst/>
            <a:rect l="l" t="t" r="r" b="b"/>
            <a:pathLst>
              <a:path w="127430" h="121097" extrusionOk="0">
                <a:moveTo>
                  <a:pt x="6334" y="121097"/>
                </a:moveTo>
                <a:cubicBezTo>
                  <a:pt x="2470" y="110467"/>
                  <a:pt x="156" y="99043"/>
                  <a:pt x="156" y="87733"/>
                </a:cubicBezTo>
                <a:cubicBezTo>
                  <a:pt x="156" y="81028"/>
                  <a:pt x="-468" y="73081"/>
                  <a:pt x="3863" y="67963"/>
                </a:cubicBezTo>
                <a:cubicBezTo>
                  <a:pt x="16117" y="53481"/>
                  <a:pt x="42593" y="59920"/>
                  <a:pt x="56997" y="47574"/>
                </a:cubicBezTo>
                <a:cubicBezTo>
                  <a:pt x="66669" y="39284"/>
                  <a:pt x="67228" y="21762"/>
                  <a:pt x="78621" y="16064"/>
                </a:cubicBezTo>
                <a:cubicBezTo>
                  <a:pt x="93940" y="8402"/>
                  <a:pt x="127430" y="17128"/>
                  <a:pt x="12743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71" name="Google Shape;371;p18"/>
          <p:cNvSpPr/>
          <p:nvPr/>
        </p:nvSpPr>
        <p:spPr>
          <a:xfrm>
            <a:off x="-547200" y="-262600"/>
            <a:ext cx="2754403" cy="2463323"/>
          </a:xfrm>
          <a:custGeom>
            <a:avLst/>
            <a:gdLst/>
            <a:ahLst/>
            <a:cxnLst/>
            <a:rect l="l" t="t" r="r" b="b"/>
            <a:pathLst>
              <a:path w="98100" h="87733" extrusionOk="0">
                <a:moveTo>
                  <a:pt x="481" y="87733"/>
                </a:moveTo>
                <a:cubicBezTo>
                  <a:pt x="481" y="82568"/>
                  <a:pt x="-1148" y="76585"/>
                  <a:pt x="1717" y="72287"/>
                </a:cubicBezTo>
                <a:cubicBezTo>
                  <a:pt x="4347" y="68342"/>
                  <a:pt x="9216" y="66376"/>
                  <a:pt x="13456" y="64255"/>
                </a:cubicBezTo>
                <a:cubicBezTo>
                  <a:pt x="24379" y="58792"/>
                  <a:pt x="39435" y="66831"/>
                  <a:pt x="49908" y="60548"/>
                </a:cubicBezTo>
                <a:cubicBezTo>
                  <a:pt x="54161" y="57997"/>
                  <a:pt x="57575" y="53863"/>
                  <a:pt x="59794" y="49427"/>
                </a:cubicBezTo>
                <a:cubicBezTo>
                  <a:pt x="62600" y="43816"/>
                  <a:pt x="61828" y="35355"/>
                  <a:pt x="67208" y="32128"/>
                </a:cubicBezTo>
                <a:cubicBezTo>
                  <a:pt x="73977" y="28067"/>
                  <a:pt x="83428" y="30217"/>
                  <a:pt x="90068" y="25949"/>
                </a:cubicBezTo>
                <a:cubicBezTo>
                  <a:pt x="97685" y="21053"/>
                  <a:pt x="98100" y="9055"/>
                  <a:pt x="9810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372" name="Google Shape;372;p18"/>
          <p:cNvGrpSpPr/>
          <p:nvPr/>
        </p:nvGrpSpPr>
        <p:grpSpPr>
          <a:xfrm rot="7199836">
            <a:off x="558781" y="3911856"/>
            <a:ext cx="312644" cy="276724"/>
            <a:chOff x="5383800" y="4852900"/>
            <a:chExt cx="297675" cy="263475"/>
          </a:xfrm>
        </p:grpSpPr>
        <p:sp>
          <p:nvSpPr>
            <p:cNvPr id="373" name="Google Shape;373;p18"/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" name="Google Shape;375;p18"/>
          <p:cNvSpPr/>
          <p:nvPr/>
        </p:nvSpPr>
        <p:spPr>
          <a:xfrm rot="-5400000">
            <a:off x="1276310" y="4464812"/>
            <a:ext cx="143700" cy="143700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" name="Google Shape;376;p18"/>
          <p:cNvGrpSpPr/>
          <p:nvPr/>
        </p:nvGrpSpPr>
        <p:grpSpPr>
          <a:xfrm flipH="1">
            <a:off x="8201143" y="639601"/>
            <a:ext cx="455521" cy="411817"/>
            <a:chOff x="6648725" y="1944825"/>
            <a:chExt cx="401800" cy="363250"/>
          </a:xfrm>
        </p:grpSpPr>
        <p:sp>
          <p:nvSpPr>
            <p:cNvPr id="377" name="Google Shape;377;p18"/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1" name="Google Shape;381;p18"/>
          <p:cNvSpPr/>
          <p:nvPr/>
        </p:nvSpPr>
        <p:spPr>
          <a:xfrm rot="-2700000">
            <a:off x="7826614" y="361375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accent2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9"/>
          <p:cNvPicPr preferRelativeResize="0"/>
          <p:nvPr/>
        </p:nvPicPr>
        <p:blipFill rotWithShape="1">
          <a:blip r:embed="rId2">
            <a:alphaModFix amt="50000"/>
          </a:blip>
          <a:srcRect t="7834" b="7834"/>
          <a:stretch/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9"/>
          <p:cNvSpPr/>
          <p:nvPr/>
        </p:nvSpPr>
        <p:spPr>
          <a:xfrm flipH="1">
            <a:off x="-475553" y="3256975"/>
            <a:ext cx="3070478" cy="2406796"/>
          </a:xfrm>
          <a:custGeom>
            <a:avLst/>
            <a:gdLst/>
            <a:ahLst/>
            <a:cxnLst/>
            <a:rect l="l" t="t" r="r" b="b"/>
            <a:pathLst>
              <a:path w="137937" h="108122" extrusionOk="0">
                <a:moveTo>
                  <a:pt x="5102" y="108122"/>
                </a:moveTo>
                <a:cubicBezTo>
                  <a:pt x="-3799" y="93285"/>
                  <a:pt x="-945" y="66899"/>
                  <a:pt x="13134" y="56841"/>
                </a:cubicBezTo>
                <a:cubicBezTo>
                  <a:pt x="28207" y="46073"/>
                  <a:pt x="50379" y="54131"/>
                  <a:pt x="68122" y="48809"/>
                </a:cubicBezTo>
                <a:cubicBezTo>
                  <a:pt x="81234" y="44876"/>
                  <a:pt x="85646" y="27174"/>
                  <a:pt x="97160" y="19771"/>
                </a:cubicBezTo>
                <a:cubicBezTo>
                  <a:pt x="103126" y="15935"/>
                  <a:pt x="109432" y="12224"/>
                  <a:pt x="116313" y="10503"/>
                </a:cubicBezTo>
                <a:cubicBezTo>
                  <a:pt x="122273" y="9012"/>
                  <a:pt x="129118" y="9587"/>
                  <a:pt x="134230" y="6179"/>
                </a:cubicBezTo>
                <a:cubicBezTo>
                  <a:pt x="136229" y="4847"/>
                  <a:pt x="136240" y="1700"/>
                  <a:pt x="137937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sp>
        <p:nvSpPr>
          <p:cNvPr id="385" name="Google Shape;385;p19"/>
          <p:cNvSpPr/>
          <p:nvPr/>
        </p:nvSpPr>
        <p:spPr>
          <a:xfrm>
            <a:off x="7517638" y="-203912"/>
            <a:ext cx="2131417" cy="2512959"/>
          </a:xfrm>
          <a:custGeom>
            <a:avLst/>
            <a:gdLst/>
            <a:ahLst/>
            <a:cxnLst/>
            <a:rect l="l" t="t" r="r" b="b"/>
            <a:pathLst>
              <a:path w="100090" h="118007" extrusionOk="0">
                <a:moveTo>
                  <a:pt x="100090" y="118007"/>
                </a:moveTo>
                <a:cubicBezTo>
                  <a:pt x="96757" y="99681"/>
                  <a:pt x="95318" y="78657"/>
                  <a:pt x="82790" y="64873"/>
                </a:cubicBezTo>
                <a:cubicBezTo>
                  <a:pt x="71971" y="52970"/>
                  <a:pt x="47940" y="64344"/>
                  <a:pt x="35835" y="53752"/>
                </a:cubicBezTo>
                <a:cubicBezTo>
                  <a:pt x="25610" y="44805"/>
                  <a:pt x="30994" y="26825"/>
                  <a:pt x="25949" y="14210"/>
                </a:cubicBezTo>
                <a:cubicBezTo>
                  <a:pt x="22287" y="5054"/>
                  <a:pt x="9862" y="0"/>
                  <a:pt x="0" y="0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sp>
      <p:grpSp>
        <p:nvGrpSpPr>
          <p:cNvPr id="386" name="Google Shape;386;p19"/>
          <p:cNvGrpSpPr/>
          <p:nvPr/>
        </p:nvGrpSpPr>
        <p:grpSpPr>
          <a:xfrm flipH="1">
            <a:off x="551643" y="798438"/>
            <a:ext cx="455521" cy="411817"/>
            <a:chOff x="6648725" y="1944825"/>
            <a:chExt cx="401800" cy="363250"/>
          </a:xfrm>
        </p:grpSpPr>
        <p:sp>
          <p:nvSpPr>
            <p:cNvPr id="387" name="Google Shape;387;p19"/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" name="Google Shape;391;p19"/>
          <p:cNvGrpSpPr/>
          <p:nvPr/>
        </p:nvGrpSpPr>
        <p:grpSpPr>
          <a:xfrm rot="-2700000">
            <a:off x="8272566" y="4004150"/>
            <a:ext cx="312659" cy="276737"/>
            <a:chOff x="5383800" y="4852900"/>
            <a:chExt cx="297675" cy="263475"/>
          </a:xfrm>
        </p:grpSpPr>
        <p:sp>
          <p:nvSpPr>
            <p:cNvPr id="392" name="Google Shape;392;p19"/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19"/>
          <p:cNvSpPr/>
          <p:nvPr/>
        </p:nvSpPr>
        <p:spPr>
          <a:xfrm rot="-5400000">
            <a:off x="1161435" y="463162"/>
            <a:ext cx="143700" cy="143700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9"/>
          <p:cNvSpPr/>
          <p:nvPr/>
        </p:nvSpPr>
        <p:spPr>
          <a:xfrm rot="-5400000">
            <a:off x="7748185" y="4536662"/>
            <a:ext cx="143700" cy="143700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SemiBold"/>
              <a:buNone/>
              <a:defRPr sz="3500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4200"/>
            <a:ext cx="77139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●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○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■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●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○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■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●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○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ubik"/>
              <a:buChar char="■"/>
              <a:defRPr sz="11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4" r:id="rId13"/>
    <p:sldLayoutId id="214748366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3"/>
          <p:cNvSpPr txBox="1">
            <a:spLocks noGrp="1"/>
          </p:cNvSpPr>
          <p:nvPr>
            <p:ph type="ctrTitle"/>
          </p:nvPr>
        </p:nvSpPr>
        <p:spPr>
          <a:xfrm>
            <a:off x="1795050" y="1290150"/>
            <a:ext cx="5553900" cy="21189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Subtle art of being an </a:t>
            </a:r>
            <a:r>
              <a:rPr lang="en" dirty="0">
                <a:solidFill>
                  <a:schemeClr val="accent1"/>
                </a:solidFill>
              </a:rPr>
              <a:t>Interviewee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07" name="Google Shape;407;p23"/>
          <p:cNvSpPr txBox="1">
            <a:spLocks noGrp="1"/>
          </p:cNvSpPr>
          <p:nvPr>
            <p:ph type="subTitle" idx="1"/>
          </p:nvPr>
        </p:nvSpPr>
        <p:spPr>
          <a:xfrm>
            <a:off x="5767123" y="4760579"/>
            <a:ext cx="55539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Arjun C C</a:t>
            </a:r>
            <a:endParaRPr dirty="0"/>
          </a:p>
        </p:txBody>
      </p:sp>
      <p:grpSp>
        <p:nvGrpSpPr>
          <p:cNvPr id="408" name="Google Shape;408;p23"/>
          <p:cNvGrpSpPr/>
          <p:nvPr/>
        </p:nvGrpSpPr>
        <p:grpSpPr>
          <a:xfrm>
            <a:off x="7773800" y="1307767"/>
            <a:ext cx="1294010" cy="892078"/>
            <a:chOff x="6108125" y="504100"/>
            <a:chExt cx="1238050" cy="853500"/>
          </a:xfrm>
        </p:grpSpPr>
        <p:sp>
          <p:nvSpPr>
            <p:cNvPr id="409" name="Google Shape;409;p23"/>
            <p:cNvSpPr/>
            <p:nvPr/>
          </p:nvSpPr>
          <p:spPr>
            <a:xfrm>
              <a:off x="6746175" y="621325"/>
              <a:ext cx="153500" cy="495875"/>
            </a:xfrm>
            <a:custGeom>
              <a:avLst/>
              <a:gdLst/>
              <a:ahLst/>
              <a:cxnLst/>
              <a:rect l="l" t="t" r="r" b="b"/>
              <a:pathLst>
                <a:path w="6140" h="19835" extrusionOk="0">
                  <a:moveTo>
                    <a:pt x="3757" y="1"/>
                  </a:moveTo>
                  <a:cubicBezTo>
                    <a:pt x="2496" y="123"/>
                    <a:pt x="1249" y="286"/>
                    <a:pt x="0" y="486"/>
                  </a:cubicBezTo>
                  <a:cubicBezTo>
                    <a:pt x="484" y="3434"/>
                    <a:pt x="668" y="6489"/>
                    <a:pt x="1046" y="9413"/>
                  </a:cubicBezTo>
                  <a:cubicBezTo>
                    <a:pt x="1491" y="12887"/>
                    <a:pt x="2039" y="16356"/>
                    <a:pt x="2469" y="19835"/>
                  </a:cubicBezTo>
                  <a:cubicBezTo>
                    <a:pt x="3211" y="19770"/>
                    <a:pt x="3950" y="19672"/>
                    <a:pt x="4683" y="19500"/>
                  </a:cubicBezTo>
                  <a:cubicBezTo>
                    <a:pt x="5183" y="19382"/>
                    <a:pt x="5661" y="19222"/>
                    <a:pt x="6140" y="19052"/>
                  </a:cubicBezTo>
                  <a:cubicBezTo>
                    <a:pt x="5864" y="15758"/>
                    <a:pt x="5707" y="12456"/>
                    <a:pt x="5281" y="9169"/>
                  </a:cubicBezTo>
                  <a:cubicBezTo>
                    <a:pt x="4886" y="6104"/>
                    <a:pt x="4211" y="3061"/>
                    <a:pt x="37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6356250" y="890900"/>
              <a:ext cx="112525" cy="300650"/>
            </a:xfrm>
            <a:custGeom>
              <a:avLst/>
              <a:gdLst/>
              <a:ahLst/>
              <a:cxnLst/>
              <a:rect l="l" t="t" r="r" b="b"/>
              <a:pathLst>
                <a:path w="4501" h="12026" extrusionOk="0">
                  <a:moveTo>
                    <a:pt x="2845" y="1"/>
                  </a:moveTo>
                  <a:cubicBezTo>
                    <a:pt x="1895" y="164"/>
                    <a:pt x="948" y="331"/>
                    <a:pt x="1" y="525"/>
                  </a:cubicBezTo>
                  <a:cubicBezTo>
                    <a:pt x="668" y="4338"/>
                    <a:pt x="1223" y="8181"/>
                    <a:pt x="1651" y="12026"/>
                  </a:cubicBezTo>
                  <a:cubicBezTo>
                    <a:pt x="2616" y="11868"/>
                    <a:pt x="3558" y="11640"/>
                    <a:pt x="4501" y="11392"/>
                  </a:cubicBezTo>
                  <a:cubicBezTo>
                    <a:pt x="3879" y="7614"/>
                    <a:pt x="3379" y="3795"/>
                    <a:pt x="28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6551650" y="762550"/>
              <a:ext cx="116900" cy="385150"/>
            </a:xfrm>
            <a:custGeom>
              <a:avLst/>
              <a:gdLst/>
              <a:ahLst/>
              <a:cxnLst/>
              <a:rect l="l" t="t" r="r" b="b"/>
              <a:pathLst>
                <a:path w="4676" h="15406" extrusionOk="0">
                  <a:moveTo>
                    <a:pt x="2999" y="1"/>
                  </a:moveTo>
                  <a:cubicBezTo>
                    <a:pt x="1999" y="22"/>
                    <a:pt x="1003" y="82"/>
                    <a:pt x="1" y="185"/>
                  </a:cubicBezTo>
                  <a:cubicBezTo>
                    <a:pt x="202" y="2630"/>
                    <a:pt x="336" y="5089"/>
                    <a:pt x="621" y="7525"/>
                  </a:cubicBezTo>
                  <a:cubicBezTo>
                    <a:pt x="929" y="10135"/>
                    <a:pt x="1515" y="12774"/>
                    <a:pt x="1862" y="15406"/>
                  </a:cubicBezTo>
                  <a:cubicBezTo>
                    <a:pt x="2616" y="15358"/>
                    <a:pt x="3367" y="15291"/>
                    <a:pt x="4116" y="15169"/>
                  </a:cubicBezTo>
                  <a:cubicBezTo>
                    <a:pt x="4305" y="15138"/>
                    <a:pt x="4489" y="15092"/>
                    <a:pt x="4676" y="15052"/>
                  </a:cubicBezTo>
                  <a:cubicBezTo>
                    <a:pt x="4394" y="12652"/>
                    <a:pt x="4310" y="10197"/>
                    <a:pt x="4025" y="7831"/>
                  </a:cubicBezTo>
                  <a:cubicBezTo>
                    <a:pt x="3714" y="5219"/>
                    <a:pt x="3310" y="2613"/>
                    <a:pt x="29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6790500" y="975075"/>
              <a:ext cx="109175" cy="142125"/>
            </a:xfrm>
            <a:custGeom>
              <a:avLst/>
              <a:gdLst/>
              <a:ahLst/>
              <a:cxnLst/>
              <a:rect l="l" t="t" r="r" b="b"/>
              <a:pathLst>
                <a:path w="4367" h="5685" extrusionOk="0">
                  <a:moveTo>
                    <a:pt x="3998" y="0"/>
                  </a:moveTo>
                  <a:cubicBezTo>
                    <a:pt x="2675" y="254"/>
                    <a:pt x="1342" y="428"/>
                    <a:pt x="0" y="543"/>
                  </a:cubicBezTo>
                  <a:cubicBezTo>
                    <a:pt x="244" y="2256"/>
                    <a:pt x="484" y="3969"/>
                    <a:pt x="696" y="5685"/>
                  </a:cubicBezTo>
                  <a:cubicBezTo>
                    <a:pt x="1438" y="5620"/>
                    <a:pt x="2177" y="5522"/>
                    <a:pt x="2910" y="5350"/>
                  </a:cubicBezTo>
                  <a:cubicBezTo>
                    <a:pt x="3410" y="5232"/>
                    <a:pt x="3888" y="5072"/>
                    <a:pt x="4367" y="4902"/>
                  </a:cubicBezTo>
                  <a:cubicBezTo>
                    <a:pt x="4230" y="3268"/>
                    <a:pt x="4123" y="1634"/>
                    <a:pt x="3998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6365650" y="960225"/>
              <a:ext cx="103125" cy="231325"/>
            </a:xfrm>
            <a:custGeom>
              <a:avLst/>
              <a:gdLst/>
              <a:ahLst/>
              <a:cxnLst/>
              <a:rect l="l" t="t" r="r" b="b"/>
              <a:pathLst>
                <a:path w="4125" h="9253" extrusionOk="0">
                  <a:moveTo>
                    <a:pt x="0" y="1"/>
                  </a:moveTo>
                  <a:lnTo>
                    <a:pt x="0" y="1"/>
                  </a:lnTo>
                  <a:cubicBezTo>
                    <a:pt x="503" y="3075"/>
                    <a:pt x="931" y="6164"/>
                    <a:pt x="1275" y="9253"/>
                  </a:cubicBezTo>
                  <a:cubicBezTo>
                    <a:pt x="2240" y="9095"/>
                    <a:pt x="3182" y="8867"/>
                    <a:pt x="4125" y="8619"/>
                  </a:cubicBezTo>
                  <a:cubicBezTo>
                    <a:pt x="3694" y="6006"/>
                    <a:pt x="3323" y="3374"/>
                    <a:pt x="2960" y="745"/>
                  </a:cubicBezTo>
                  <a:cubicBezTo>
                    <a:pt x="1964" y="527"/>
                    <a:pt x="984" y="266"/>
                    <a:pt x="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6572900" y="992300"/>
              <a:ext cx="95650" cy="155400"/>
            </a:xfrm>
            <a:custGeom>
              <a:avLst/>
              <a:gdLst/>
              <a:ahLst/>
              <a:cxnLst/>
              <a:rect l="l" t="t" r="r" b="b"/>
              <a:pathLst>
                <a:path w="3826" h="6216" extrusionOk="0">
                  <a:moveTo>
                    <a:pt x="0" y="0"/>
                  </a:moveTo>
                  <a:lnTo>
                    <a:pt x="0" y="0"/>
                  </a:lnTo>
                  <a:cubicBezTo>
                    <a:pt x="318" y="2065"/>
                    <a:pt x="740" y="4142"/>
                    <a:pt x="1012" y="6216"/>
                  </a:cubicBezTo>
                  <a:cubicBezTo>
                    <a:pt x="1766" y="6166"/>
                    <a:pt x="2520" y="6101"/>
                    <a:pt x="3266" y="5979"/>
                  </a:cubicBezTo>
                  <a:cubicBezTo>
                    <a:pt x="3455" y="5948"/>
                    <a:pt x="3639" y="5902"/>
                    <a:pt x="3826" y="5862"/>
                  </a:cubicBezTo>
                  <a:cubicBezTo>
                    <a:pt x="3599" y="3933"/>
                    <a:pt x="3496" y="1969"/>
                    <a:pt x="3319" y="41"/>
                  </a:cubicBezTo>
                  <a:cubicBezTo>
                    <a:pt x="2960" y="41"/>
                    <a:pt x="2603" y="36"/>
                    <a:pt x="2247" y="31"/>
                  </a:cubicBezTo>
                  <a:cubicBezTo>
                    <a:pt x="1500" y="19"/>
                    <a:pt x="752" y="14"/>
                    <a:pt x="0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6990750" y="551400"/>
              <a:ext cx="153450" cy="495950"/>
            </a:xfrm>
            <a:custGeom>
              <a:avLst/>
              <a:gdLst/>
              <a:ahLst/>
              <a:cxnLst/>
              <a:rect l="l" t="t" r="r" b="b"/>
              <a:pathLst>
                <a:path w="6138" h="19838" extrusionOk="0">
                  <a:moveTo>
                    <a:pt x="3757" y="1"/>
                  </a:moveTo>
                  <a:lnTo>
                    <a:pt x="3757" y="3"/>
                  </a:lnTo>
                  <a:cubicBezTo>
                    <a:pt x="2496" y="125"/>
                    <a:pt x="1247" y="286"/>
                    <a:pt x="0" y="489"/>
                  </a:cubicBezTo>
                  <a:cubicBezTo>
                    <a:pt x="481" y="3437"/>
                    <a:pt x="668" y="6492"/>
                    <a:pt x="1043" y="9415"/>
                  </a:cubicBezTo>
                  <a:cubicBezTo>
                    <a:pt x="1491" y="12889"/>
                    <a:pt x="2036" y="16359"/>
                    <a:pt x="2467" y="19837"/>
                  </a:cubicBezTo>
                  <a:cubicBezTo>
                    <a:pt x="3211" y="19773"/>
                    <a:pt x="3950" y="19675"/>
                    <a:pt x="4683" y="19502"/>
                  </a:cubicBezTo>
                  <a:cubicBezTo>
                    <a:pt x="5180" y="19385"/>
                    <a:pt x="5661" y="19225"/>
                    <a:pt x="6137" y="19055"/>
                  </a:cubicBezTo>
                  <a:cubicBezTo>
                    <a:pt x="5864" y="15758"/>
                    <a:pt x="5704" y="12459"/>
                    <a:pt x="5281" y="9171"/>
                  </a:cubicBezTo>
                  <a:cubicBezTo>
                    <a:pt x="4883" y="6107"/>
                    <a:pt x="4209" y="3063"/>
                    <a:pt x="3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7036750" y="930925"/>
              <a:ext cx="107450" cy="116425"/>
            </a:xfrm>
            <a:custGeom>
              <a:avLst/>
              <a:gdLst/>
              <a:ahLst/>
              <a:cxnLst/>
              <a:rect l="l" t="t" r="r" b="b"/>
              <a:pathLst>
                <a:path w="4298" h="4657" extrusionOk="0">
                  <a:moveTo>
                    <a:pt x="0" y="0"/>
                  </a:moveTo>
                  <a:lnTo>
                    <a:pt x="0" y="0"/>
                  </a:lnTo>
                  <a:cubicBezTo>
                    <a:pt x="218" y="1553"/>
                    <a:pt x="436" y="3103"/>
                    <a:pt x="627" y="4656"/>
                  </a:cubicBezTo>
                  <a:cubicBezTo>
                    <a:pt x="1371" y="4589"/>
                    <a:pt x="2110" y="4494"/>
                    <a:pt x="2843" y="4321"/>
                  </a:cubicBezTo>
                  <a:cubicBezTo>
                    <a:pt x="3340" y="4202"/>
                    <a:pt x="3821" y="4044"/>
                    <a:pt x="4297" y="3874"/>
                  </a:cubicBezTo>
                  <a:cubicBezTo>
                    <a:pt x="4256" y="3376"/>
                    <a:pt x="4218" y="2879"/>
                    <a:pt x="4180" y="2381"/>
                  </a:cubicBezTo>
                  <a:cubicBezTo>
                    <a:pt x="2670" y="1898"/>
                    <a:pt x="1244" y="1063"/>
                    <a:pt x="0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6108125" y="504100"/>
              <a:ext cx="1238050" cy="853500"/>
            </a:xfrm>
            <a:custGeom>
              <a:avLst/>
              <a:gdLst/>
              <a:ahLst/>
              <a:cxnLst/>
              <a:rect l="l" t="t" r="r" b="b"/>
              <a:pathLst>
                <a:path w="49522" h="34140" extrusionOk="0">
                  <a:moveTo>
                    <a:pt x="1769" y="1"/>
                  </a:moveTo>
                  <a:lnTo>
                    <a:pt x="1114" y="1044"/>
                  </a:lnTo>
                  <a:cubicBezTo>
                    <a:pt x="824" y="1532"/>
                    <a:pt x="547" y="2027"/>
                    <a:pt x="262" y="2501"/>
                  </a:cubicBezTo>
                  <a:cubicBezTo>
                    <a:pt x="0" y="2938"/>
                    <a:pt x="366" y="3314"/>
                    <a:pt x="753" y="3314"/>
                  </a:cubicBezTo>
                  <a:cubicBezTo>
                    <a:pt x="925" y="3314"/>
                    <a:pt x="1101" y="3240"/>
                    <a:pt x="1229" y="3065"/>
                  </a:cubicBezTo>
                  <a:cubicBezTo>
                    <a:pt x="1394" y="2838"/>
                    <a:pt x="1566" y="2608"/>
                    <a:pt x="1738" y="2381"/>
                  </a:cubicBezTo>
                  <a:cubicBezTo>
                    <a:pt x="2009" y="7657"/>
                    <a:pt x="3260" y="13035"/>
                    <a:pt x="4100" y="18229"/>
                  </a:cubicBezTo>
                  <a:cubicBezTo>
                    <a:pt x="4896" y="23158"/>
                    <a:pt x="5569" y="28191"/>
                    <a:pt x="6653" y="33089"/>
                  </a:cubicBezTo>
                  <a:lnTo>
                    <a:pt x="6897" y="34139"/>
                  </a:lnTo>
                  <a:lnTo>
                    <a:pt x="8129" y="34022"/>
                  </a:lnTo>
                  <a:cubicBezTo>
                    <a:pt x="21381" y="32725"/>
                    <a:pt x="34499" y="29287"/>
                    <a:pt x="47301" y="25768"/>
                  </a:cubicBezTo>
                  <a:lnTo>
                    <a:pt x="47301" y="25768"/>
                  </a:lnTo>
                  <a:cubicBezTo>
                    <a:pt x="47007" y="26340"/>
                    <a:pt x="46715" y="26907"/>
                    <a:pt x="46414" y="27447"/>
                  </a:cubicBezTo>
                  <a:cubicBezTo>
                    <a:pt x="46177" y="27871"/>
                    <a:pt x="46538" y="28253"/>
                    <a:pt x="46907" y="28253"/>
                  </a:cubicBezTo>
                  <a:cubicBezTo>
                    <a:pt x="47071" y="28253"/>
                    <a:pt x="47237" y="28177"/>
                    <a:pt x="47352" y="27995"/>
                  </a:cubicBezTo>
                  <a:cubicBezTo>
                    <a:pt x="47787" y="27311"/>
                    <a:pt x="48270" y="26622"/>
                    <a:pt x="48744" y="25919"/>
                  </a:cubicBezTo>
                  <a:lnTo>
                    <a:pt x="49522" y="24710"/>
                  </a:lnTo>
                  <a:lnTo>
                    <a:pt x="48282" y="23957"/>
                  </a:lnTo>
                  <a:cubicBezTo>
                    <a:pt x="47593" y="23607"/>
                    <a:pt x="46871" y="23330"/>
                    <a:pt x="46184" y="23095"/>
                  </a:cubicBezTo>
                  <a:cubicBezTo>
                    <a:pt x="46130" y="23077"/>
                    <a:pt x="46077" y="23069"/>
                    <a:pt x="46027" y="23069"/>
                  </a:cubicBezTo>
                  <a:cubicBezTo>
                    <a:pt x="45541" y="23069"/>
                    <a:pt x="45258" y="23848"/>
                    <a:pt x="45765" y="24091"/>
                  </a:cubicBezTo>
                  <a:cubicBezTo>
                    <a:pt x="45988" y="24194"/>
                    <a:pt x="46198" y="24318"/>
                    <a:pt x="46414" y="24440"/>
                  </a:cubicBezTo>
                  <a:cubicBezTo>
                    <a:pt x="33643" y="27627"/>
                    <a:pt x="20965" y="30780"/>
                    <a:pt x="7976" y="32878"/>
                  </a:cubicBezTo>
                  <a:cubicBezTo>
                    <a:pt x="7315" y="28191"/>
                    <a:pt x="6339" y="23526"/>
                    <a:pt x="5574" y="18865"/>
                  </a:cubicBezTo>
                  <a:cubicBezTo>
                    <a:pt x="4664" y="13363"/>
                    <a:pt x="4251" y="7570"/>
                    <a:pt x="2932" y="2142"/>
                  </a:cubicBezTo>
                  <a:lnTo>
                    <a:pt x="2932" y="2142"/>
                  </a:lnTo>
                  <a:cubicBezTo>
                    <a:pt x="3344" y="2395"/>
                    <a:pt x="3758" y="2647"/>
                    <a:pt x="4181" y="2879"/>
                  </a:cubicBezTo>
                  <a:cubicBezTo>
                    <a:pt x="4268" y="2926"/>
                    <a:pt x="4354" y="2947"/>
                    <a:pt x="4435" y="2947"/>
                  </a:cubicBezTo>
                  <a:cubicBezTo>
                    <a:pt x="4831" y="2947"/>
                    <a:pt x="5103" y="2443"/>
                    <a:pt x="4791" y="2087"/>
                  </a:cubicBezTo>
                  <a:cubicBezTo>
                    <a:pt x="4274" y="1501"/>
                    <a:pt x="3657" y="1029"/>
                    <a:pt x="2990" y="632"/>
                  </a:cubicBezTo>
                  <a:lnTo>
                    <a:pt x="17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6323525" y="847675"/>
              <a:ext cx="181575" cy="381450"/>
            </a:xfrm>
            <a:custGeom>
              <a:avLst/>
              <a:gdLst/>
              <a:ahLst/>
              <a:cxnLst/>
              <a:rect l="l" t="t" r="r" b="b"/>
              <a:pathLst>
                <a:path w="7263" h="15258" extrusionOk="0">
                  <a:moveTo>
                    <a:pt x="4154" y="1730"/>
                  </a:moveTo>
                  <a:cubicBezTo>
                    <a:pt x="4688" y="5524"/>
                    <a:pt x="5188" y="9343"/>
                    <a:pt x="5810" y="13121"/>
                  </a:cubicBezTo>
                  <a:cubicBezTo>
                    <a:pt x="4867" y="13369"/>
                    <a:pt x="3925" y="13597"/>
                    <a:pt x="2960" y="13755"/>
                  </a:cubicBezTo>
                  <a:cubicBezTo>
                    <a:pt x="2532" y="9910"/>
                    <a:pt x="1977" y="6067"/>
                    <a:pt x="1310" y="2254"/>
                  </a:cubicBezTo>
                  <a:cubicBezTo>
                    <a:pt x="2257" y="2060"/>
                    <a:pt x="3204" y="1893"/>
                    <a:pt x="4154" y="1730"/>
                  </a:cubicBezTo>
                  <a:close/>
                  <a:moveTo>
                    <a:pt x="5090" y="0"/>
                  </a:moveTo>
                  <a:lnTo>
                    <a:pt x="3920" y="101"/>
                  </a:lnTo>
                  <a:cubicBezTo>
                    <a:pt x="2944" y="232"/>
                    <a:pt x="1972" y="474"/>
                    <a:pt x="1051" y="802"/>
                  </a:cubicBezTo>
                  <a:lnTo>
                    <a:pt x="1" y="1218"/>
                  </a:lnTo>
                  <a:lnTo>
                    <a:pt x="154" y="2505"/>
                  </a:lnTo>
                  <a:cubicBezTo>
                    <a:pt x="621" y="6319"/>
                    <a:pt x="1202" y="10128"/>
                    <a:pt x="1905" y="13901"/>
                  </a:cubicBezTo>
                  <a:lnTo>
                    <a:pt x="2161" y="15257"/>
                  </a:lnTo>
                  <a:lnTo>
                    <a:pt x="3121" y="15214"/>
                  </a:lnTo>
                  <a:cubicBezTo>
                    <a:pt x="4123" y="15142"/>
                    <a:pt x="5121" y="14977"/>
                    <a:pt x="6078" y="14683"/>
                  </a:cubicBezTo>
                  <a:lnTo>
                    <a:pt x="7262" y="14235"/>
                  </a:lnTo>
                  <a:lnTo>
                    <a:pt x="7186" y="12747"/>
                  </a:lnTo>
                  <a:cubicBezTo>
                    <a:pt x="6944" y="9001"/>
                    <a:pt x="6298" y="5163"/>
                    <a:pt x="5451" y="1503"/>
                  </a:cubicBezTo>
                  <a:lnTo>
                    <a:pt x="50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6515525" y="724825"/>
              <a:ext cx="194000" cy="458875"/>
            </a:xfrm>
            <a:custGeom>
              <a:avLst/>
              <a:gdLst/>
              <a:ahLst/>
              <a:cxnLst/>
              <a:rect l="l" t="t" r="r" b="b"/>
              <a:pathLst>
                <a:path w="7760" h="18355" extrusionOk="0">
                  <a:moveTo>
                    <a:pt x="4444" y="1510"/>
                  </a:moveTo>
                  <a:cubicBezTo>
                    <a:pt x="4757" y="4122"/>
                    <a:pt x="5159" y="6728"/>
                    <a:pt x="5473" y="9340"/>
                  </a:cubicBezTo>
                  <a:cubicBezTo>
                    <a:pt x="5755" y="11706"/>
                    <a:pt x="5839" y="14161"/>
                    <a:pt x="6121" y="16561"/>
                  </a:cubicBezTo>
                  <a:cubicBezTo>
                    <a:pt x="5934" y="16601"/>
                    <a:pt x="5750" y="16647"/>
                    <a:pt x="5561" y="16678"/>
                  </a:cubicBezTo>
                  <a:cubicBezTo>
                    <a:pt x="4812" y="16800"/>
                    <a:pt x="4061" y="16867"/>
                    <a:pt x="3307" y="16915"/>
                  </a:cubicBezTo>
                  <a:cubicBezTo>
                    <a:pt x="2960" y="14283"/>
                    <a:pt x="2374" y="11644"/>
                    <a:pt x="2066" y="9034"/>
                  </a:cubicBezTo>
                  <a:cubicBezTo>
                    <a:pt x="1781" y="6598"/>
                    <a:pt x="1647" y="4141"/>
                    <a:pt x="1448" y="1694"/>
                  </a:cubicBezTo>
                  <a:cubicBezTo>
                    <a:pt x="2448" y="1591"/>
                    <a:pt x="3444" y="1531"/>
                    <a:pt x="4444" y="1510"/>
                  </a:cubicBezTo>
                  <a:close/>
                  <a:moveTo>
                    <a:pt x="3929" y="0"/>
                  </a:moveTo>
                  <a:cubicBezTo>
                    <a:pt x="3054" y="0"/>
                    <a:pt x="2179" y="80"/>
                    <a:pt x="1314" y="234"/>
                  </a:cubicBezTo>
                  <a:lnTo>
                    <a:pt x="1" y="519"/>
                  </a:lnTo>
                  <a:lnTo>
                    <a:pt x="27" y="1868"/>
                  </a:lnTo>
                  <a:cubicBezTo>
                    <a:pt x="116" y="4436"/>
                    <a:pt x="410" y="7027"/>
                    <a:pt x="697" y="9529"/>
                  </a:cubicBezTo>
                  <a:lnTo>
                    <a:pt x="699" y="9529"/>
                  </a:lnTo>
                  <a:cubicBezTo>
                    <a:pt x="979" y="11960"/>
                    <a:pt x="1199" y="14549"/>
                    <a:pt x="1723" y="17008"/>
                  </a:cubicBezTo>
                  <a:lnTo>
                    <a:pt x="2023" y="18257"/>
                  </a:lnTo>
                  <a:lnTo>
                    <a:pt x="3470" y="18353"/>
                  </a:lnTo>
                  <a:cubicBezTo>
                    <a:pt x="3549" y="18354"/>
                    <a:pt x="3628" y="18355"/>
                    <a:pt x="3708" y="18355"/>
                  </a:cubicBezTo>
                  <a:cubicBezTo>
                    <a:pt x="4580" y="18355"/>
                    <a:pt x="5470" y="18271"/>
                    <a:pt x="6339" y="18106"/>
                  </a:cubicBezTo>
                  <a:lnTo>
                    <a:pt x="7760" y="17755"/>
                  </a:lnTo>
                  <a:lnTo>
                    <a:pt x="7717" y="16166"/>
                  </a:lnTo>
                  <a:cubicBezTo>
                    <a:pt x="7573" y="13534"/>
                    <a:pt x="7126" y="10855"/>
                    <a:pt x="6822" y="8319"/>
                  </a:cubicBezTo>
                  <a:cubicBezTo>
                    <a:pt x="6552" y="6043"/>
                    <a:pt x="6264" y="3758"/>
                    <a:pt x="5853" y="1500"/>
                  </a:cubicBezTo>
                  <a:lnTo>
                    <a:pt x="5575" y="88"/>
                  </a:lnTo>
                  <a:lnTo>
                    <a:pt x="4276" y="5"/>
                  </a:lnTo>
                  <a:cubicBezTo>
                    <a:pt x="4161" y="2"/>
                    <a:pt x="4045" y="0"/>
                    <a:pt x="3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6707300" y="586350"/>
              <a:ext cx="228075" cy="566550"/>
            </a:xfrm>
            <a:custGeom>
              <a:avLst/>
              <a:gdLst/>
              <a:ahLst/>
              <a:cxnLst/>
              <a:rect l="l" t="t" r="r" b="b"/>
              <a:pathLst>
                <a:path w="9123" h="22662" extrusionOk="0">
                  <a:moveTo>
                    <a:pt x="5312" y="1400"/>
                  </a:moveTo>
                  <a:cubicBezTo>
                    <a:pt x="5766" y="4460"/>
                    <a:pt x="6441" y="7503"/>
                    <a:pt x="6836" y="10568"/>
                  </a:cubicBezTo>
                  <a:cubicBezTo>
                    <a:pt x="7262" y="13855"/>
                    <a:pt x="7419" y="17154"/>
                    <a:pt x="7695" y="20451"/>
                  </a:cubicBezTo>
                  <a:cubicBezTo>
                    <a:pt x="7218" y="20621"/>
                    <a:pt x="6738" y="20781"/>
                    <a:pt x="6238" y="20899"/>
                  </a:cubicBezTo>
                  <a:cubicBezTo>
                    <a:pt x="5505" y="21071"/>
                    <a:pt x="4766" y="21169"/>
                    <a:pt x="4024" y="21234"/>
                  </a:cubicBezTo>
                  <a:cubicBezTo>
                    <a:pt x="3594" y="17755"/>
                    <a:pt x="3048" y="14286"/>
                    <a:pt x="2601" y="10812"/>
                  </a:cubicBezTo>
                  <a:cubicBezTo>
                    <a:pt x="2225" y="7888"/>
                    <a:pt x="2039" y="4833"/>
                    <a:pt x="1555" y="1885"/>
                  </a:cubicBezTo>
                  <a:cubicBezTo>
                    <a:pt x="2804" y="1682"/>
                    <a:pt x="4051" y="1522"/>
                    <a:pt x="5312" y="1400"/>
                  </a:cubicBezTo>
                  <a:close/>
                  <a:moveTo>
                    <a:pt x="5120" y="0"/>
                  </a:moveTo>
                  <a:cubicBezTo>
                    <a:pt x="3835" y="0"/>
                    <a:pt x="2551" y="165"/>
                    <a:pt x="1297" y="469"/>
                  </a:cubicBezTo>
                  <a:lnTo>
                    <a:pt x="0" y="842"/>
                  </a:lnTo>
                  <a:lnTo>
                    <a:pt x="67" y="2151"/>
                  </a:lnTo>
                  <a:cubicBezTo>
                    <a:pt x="285" y="5383"/>
                    <a:pt x="902" y="8671"/>
                    <a:pt x="1316" y="11819"/>
                  </a:cubicBezTo>
                  <a:lnTo>
                    <a:pt x="1319" y="11819"/>
                  </a:lnTo>
                  <a:cubicBezTo>
                    <a:pt x="1737" y="14984"/>
                    <a:pt x="2122" y="18174"/>
                    <a:pt x="2649" y="21329"/>
                  </a:cubicBezTo>
                  <a:lnTo>
                    <a:pt x="2874" y="22619"/>
                  </a:lnTo>
                  <a:lnTo>
                    <a:pt x="4194" y="22662"/>
                  </a:lnTo>
                  <a:cubicBezTo>
                    <a:pt x="5422" y="22631"/>
                    <a:pt x="6673" y="22416"/>
                    <a:pt x="7836" y="22014"/>
                  </a:cubicBezTo>
                  <a:lnTo>
                    <a:pt x="9123" y="21473"/>
                  </a:lnTo>
                  <a:lnTo>
                    <a:pt x="9104" y="19925"/>
                  </a:lnTo>
                  <a:cubicBezTo>
                    <a:pt x="9010" y="16628"/>
                    <a:pt x="8606" y="13310"/>
                    <a:pt x="8197" y="10065"/>
                  </a:cubicBezTo>
                  <a:cubicBezTo>
                    <a:pt x="7829" y="7168"/>
                    <a:pt x="7484" y="4154"/>
                    <a:pt x="6785" y="1275"/>
                  </a:cubicBezTo>
                  <a:lnTo>
                    <a:pt x="6460" y="53"/>
                  </a:lnTo>
                  <a:lnTo>
                    <a:pt x="51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6951800" y="516475"/>
              <a:ext cx="228100" cy="566575"/>
            </a:xfrm>
            <a:custGeom>
              <a:avLst/>
              <a:gdLst/>
              <a:ahLst/>
              <a:cxnLst/>
              <a:rect l="l" t="t" r="r" b="b"/>
              <a:pathLst>
                <a:path w="9124" h="22663" extrusionOk="0">
                  <a:moveTo>
                    <a:pt x="5315" y="1398"/>
                  </a:moveTo>
                  <a:cubicBezTo>
                    <a:pt x="5767" y="4460"/>
                    <a:pt x="6441" y="7504"/>
                    <a:pt x="6836" y="10568"/>
                  </a:cubicBezTo>
                  <a:cubicBezTo>
                    <a:pt x="7262" y="13856"/>
                    <a:pt x="7420" y="17155"/>
                    <a:pt x="7695" y="20452"/>
                  </a:cubicBezTo>
                  <a:cubicBezTo>
                    <a:pt x="7219" y="20622"/>
                    <a:pt x="6738" y="20782"/>
                    <a:pt x="6241" y="20899"/>
                  </a:cubicBezTo>
                  <a:cubicBezTo>
                    <a:pt x="5508" y="21072"/>
                    <a:pt x="4769" y="21167"/>
                    <a:pt x="4025" y="21234"/>
                  </a:cubicBezTo>
                  <a:cubicBezTo>
                    <a:pt x="3594" y="17756"/>
                    <a:pt x="3049" y="14286"/>
                    <a:pt x="2601" y="10812"/>
                  </a:cubicBezTo>
                  <a:cubicBezTo>
                    <a:pt x="2226" y="7889"/>
                    <a:pt x="2039" y="4834"/>
                    <a:pt x="1556" y="1886"/>
                  </a:cubicBezTo>
                  <a:cubicBezTo>
                    <a:pt x="2805" y="1683"/>
                    <a:pt x="4054" y="1522"/>
                    <a:pt x="5312" y="1400"/>
                  </a:cubicBezTo>
                  <a:lnTo>
                    <a:pt x="5315" y="1398"/>
                  </a:lnTo>
                  <a:close/>
                  <a:moveTo>
                    <a:pt x="5121" y="1"/>
                  </a:moveTo>
                  <a:cubicBezTo>
                    <a:pt x="3836" y="3"/>
                    <a:pt x="2551" y="166"/>
                    <a:pt x="1300" y="472"/>
                  </a:cubicBezTo>
                  <a:lnTo>
                    <a:pt x="1" y="843"/>
                  </a:lnTo>
                  <a:lnTo>
                    <a:pt x="70" y="2152"/>
                  </a:lnTo>
                  <a:cubicBezTo>
                    <a:pt x="288" y="5384"/>
                    <a:pt x="903" y="8671"/>
                    <a:pt x="1319" y="11817"/>
                  </a:cubicBezTo>
                  <a:lnTo>
                    <a:pt x="1319" y="11820"/>
                  </a:lnTo>
                  <a:cubicBezTo>
                    <a:pt x="1738" y="14985"/>
                    <a:pt x="2125" y="18174"/>
                    <a:pt x="2649" y="21330"/>
                  </a:cubicBezTo>
                  <a:lnTo>
                    <a:pt x="2874" y="22619"/>
                  </a:lnTo>
                  <a:lnTo>
                    <a:pt x="4195" y="22663"/>
                  </a:lnTo>
                  <a:cubicBezTo>
                    <a:pt x="5422" y="22631"/>
                    <a:pt x="6674" y="22416"/>
                    <a:pt x="7836" y="22014"/>
                  </a:cubicBezTo>
                  <a:lnTo>
                    <a:pt x="9123" y="21476"/>
                  </a:lnTo>
                  <a:lnTo>
                    <a:pt x="9104" y="19926"/>
                  </a:lnTo>
                  <a:cubicBezTo>
                    <a:pt x="9011" y="16631"/>
                    <a:pt x="8607" y="13310"/>
                    <a:pt x="8198" y="10066"/>
                  </a:cubicBezTo>
                  <a:cubicBezTo>
                    <a:pt x="7829" y="7169"/>
                    <a:pt x="7487" y="4154"/>
                    <a:pt x="6786" y="1276"/>
                  </a:cubicBezTo>
                  <a:lnTo>
                    <a:pt x="6461" y="53"/>
                  </a:lnTo>
                  <a:lnTo>
                    <a:pt x="51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3"/>
          <p:cNvGrpSpPr/>
          <p:nvPr/>
        </p:nvGrpSpPr>
        <p:grpSpPr>
          <a:xfrm>
            <a:off x="6790058" y="534992"/>
            <a:ext cx="312648" cy="276728"/>
            <a:chOff x="5383800" y="4852900"/>
            <a:chExt cx="297675" cy="263475"/>
          </a:xfrm>
        </p:grpSpPr>
        <p:sp>
          <p:nvSpPr>
            <p:cNvPr id="423" name="Google Shape;423;p23"/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5" name="Google Shape;425;p23"/>
          <p:cNvGrpSpPr/>
          <p:nvPr/>
        </p:nvGrpSpPr>
        <p:grpSpPr>
          <a:xfrm>
            <a:off x="1313212" y="3914873"/>
            <a:ext cx="1054476" cy="1152429"/>
            <a:chOff x="4783375" y="553650"/>
            <a:chExt cx="612000" cy="668850"/>
          </a:xfrm>
        </p:grpSpPr>
        <p:sp>
          <p:nvSpPr>
            <p:cNvPr id="426" name="Google Shape;426;p23"/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23"/>
          <p:cNvSpPr/>
          <p:nvPr/>
        </p:nvSpPr>
        <p:spPr>
          <a:xfrm rot="-2700000">
            <a:off x="1177601" y="3244112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41;p34">
            <a:extLst>
              <a:ext uri="{FF2B5EF4-FFF2-40B4-BE49-F238E27FC236}">
                <a16:creationId xmlns:a16="http://schemas.microsoft.com/office/drawing/2014/main" id="{4B69127D-1F2F-E1A2-2F31-C5C3D392087C}"/>
              </a:ext>
            </a:extLst>
          </p:cNvPr>
          <p:cNvSpPr txBox="1"/>
          <p:nvPr/>
        </p:nvSpPr>
        <p:spPr>
          <a:xfrm rot="20050721">
            <a:off x="1926796" y="2351771"/>
            <a:ext cx="2008037" cy="30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bg1">
                    <a:lumMod val="75000"/>
                  </a:schemeClr>
                </a:solidFill>
                <a:latin typeface="Rubik SemiBold"/>
                <a:ea typeface="Rubik SemiBold"/>
                <a:cs typeface="Rubik SemiBold"/>
                <a:sym typeface="Rubik SemiBold"/>
              </a:rPr>
              <a:t>Standout</a:t>
            </a:r>
            <a:endParaRPr sz="2000" dirty="0">
              <a:solidFill>
                <a:schemeClr val="bg1">
                  <a:lumMod val="75000"/>
                </a:schemeClr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" name="Google Shape;870;p41">
            <a:extLst>
              <a:ext uri="{FF2B5EF4-FFF2-40B4-BE49-F238E27FC236}">
                <a16:creationId xmlns:a16="http://schemas.microsoft.com/office/drawing/2014/main" id="{01E78EEC-CA53-A0AC-8020-C847E7C89DF0}"/>
              </a:ext>
            </a:extLst>
          </p:cNvPr>
          <p:cNvSpPr/>
          <p:nvPr/>
        </p:nvSpPr>
        <p:spPr>
          <a:xfrm rot="15775530">
            <a:off x="2481390" y="3121203"/>
            <a:ext cx="263614" cy="295096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70;p41">
            <a:extLst>
              <a:ext uri="{FF2B5EF4-FFF2-40B4-BE49-F238E27FC236}">
                <a16:creationId xmlns:a16="http://schemas.microsoft.com/office/drawing/2014/main" id="{AFD782B7-7D85-AB15-DC87-E32CF0ED710F}"/>
              </a:ext>
            </a:extLst>
          </p:cNvPr>
          <p:cNvSpPr/>
          <p:nvPr/>
        </p:nvSpPr>
        <p:spPr>
          <a:xfrm>
            <a:off x="7099335" y="4066736"/>
            <a:ext cx="183157" cy="131329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/>
          <p:cNvSpPr txBox="1">
            <a:spLocks noGrp="1"/>
          </p:cNvSpPr>
          <p:nvPr>
            <p:ph type="title"/>
          </p:nvPr>
        </p:nvSpPr>
        <p:spPr>
          <a:xfrm>
            <a:off x="1933932" y="2439946"/>
            <a:ext cx="4794300" cy="71971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</a:t>
            </a:r>
            <a:endParaRPr dirty="0"/>
          </a:p>
        </p:txBody>
      </p:sp>
      <p:sp>
        <p:nvSpPr>
          <p:cNvPr id="485" name="Google Shape;485;p26"/>
          <p:cNvSpPr txBox="1">
            <a:spLocks noGrp="1"/>
          </p:cNvSpPr>
          <p:nvPr>
            <p:ph type="title" idx="2"/>
          </p:nvPr>
        </p:nvSpPr>
        <p:spPr>
          <a:xfrm>
            <a:off x="5652141" y="1542750"/>
            <a:ext cx="1170737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6" name="Google Shape;486;p26"/>
          <p:cNvSpPr txBox="1">
            <a:spLocks noGrp="1"/>
          </p:cNvSpPr>
          <p:nvPr>
            <p:ph type="subTitle" idx="1"/>
          </p:nvPr>
        </p:nvSpPr>
        <p:spPr>
          <a:xfrm>
            <a:off x="1879011" y="3212996"/>
            <a:ext cx="47943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are going to learn </a:t>
            </a:r>
            <a:r>
              <a:rPr lang="en" dirty="0">
                <a:solidFill>
                  <a:srgbClr val="C00000"/>
                </a:solidFill>
              </a:rPr>
              <a:t>new ?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487" name="Google Shape;487;p26"/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/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/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/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/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/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/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/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/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/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/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/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/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/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/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/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/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85;p26">
            <a:extLst>
              <a:ext uri="{FF2B5EF4-FFF2-40B4-BE49-F238E27FC236}">
                <a16:creationId xmlns:a16="http://schemas.microsoft.com/office/drawing/2014/main" id="{F223279C-324E-5919-F590-0877349AEEFD}"/>
              </a:ext>
            </a:extLst>
          </p:cNvPr>
          <p:cNvSpPr txBox="1">
            <a:spLocks/>
          </p:cNvSpPr>
          <p:nvPr/>
        </p:nvSpPr>
        <p:spPr>
          <a:xfrm>
            <a:off x="4331082" y="1918310"/>
            <a:ext cx="1532169" cy="5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accen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r>
              <a:rPr lang="en" sz="2400" dirty="0"/>
              <a:t>Chaper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D66CC4C6-CE63-E93B-C2BB-D6BA70258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2">
            <a:extLst>
              <a:ext uri="{FF2B5EF4-FFF2-40B4-BE49-F238E27FC236}">
                <a16:creationId xmlns:a16="http://schemas.microsoft.com/office/drawing/2014/main" id="{7BC20208-3C33-6672-8664-38A1B26C1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3961875"/>
            <a:ext cx="7713900" cy="6468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Nothing</a:t>
            </a:r>
            <a:r>
              <a:rPr lang="en" dirty="0"/>
              <a:t> </a:t>
            </a:r>
            <a:r>
              <a:rPr lang="en" dirty="0">
                <a:solidFill>
                  <a:schemeClr val="accent1"/>
                </a:solidFill>
              </a:rPr>
              <a:t>:</a:t>
            </a:r>
            <a:r>
              <a:rPr lang="en" dirty="0"/>
              <a:t> The Things You already Know</a:t>
            </a:r>
            <a:endParaRPr dirty="0"/>
          </a:p>
        </p:txBody>
      </p:sp>
      <p:grpSp>
        <p:nvGrpSpPr>
          <p:cNvPr id="602" name="Google Shape;602;p32">
            <a:extLst>
              <a:ext uri="{FF2B5EF4-FFF2-40B4-BE49-F238E27FC236}">
                <a16:creationId xmlns:a16="http://schemas.microsoft.com/office/drawing/2014/main" id="{D811AB79-945E-6A77-F416-DA05564ABBE8}"/>
              </a:ext>
            </a:extLst>
          </p:cNvPr>
          <p:cNvGrpSpPr/>
          <p:nvPr/>
        </p:nvGrpSpPr>
        <p:grpSpPr>
          <a:xfrm>
            <a:off x="487344" y="4318667"/>
            <a:ext cx="455521" cy="411817"/>
            <a:chOff x="6648725" y="1944825"/>
            <a:chExt cx="401800" cy="363250"/>
          </a:xfrm>
        </p:grpSpPr>
        <p:sp>
          <p:nvSpPr>
            <p:cNvPr id="603" name="Google Shape;603;p32">
              <a:extLst>
                <a:ext uri="{FF2B5EF4-FFF2-40B4-BE49-F238E27FC236}">
                  <a16:creationId xmlns:a16="http://schemas.microsoft.com/office/drawing/2014/main" id="{7614867E-B21A-AEE7-1225-1F33BE8A02A5}"/>
                </a:ext>
              </a:extLst>
            </p:cNvPr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2">
              <a:extLst>
                <a:ext uri="{FF2B5EF4-FFF2-40B4-BE49-F238E27FC236}">
                  <a16:creationId xmlns:a16="http://schemas.microsoft.com/office/drawing/2014/main" id="{EAEF9FE5-B4FE-B26D-3DDE-97B9BFC214E3}"/>
                </a:ext>
              </a:extLst>
            </p:cNvPr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2">
              <a:extLst>
                <a:ext uri="{FF2B5EF4-FFF2-40B4-BE49-F238E27FC236}">
                  <a16:creationId xmlns:a16="http://schemas.microsoft.com/office/drawing/2014/main" id="{FE2CF6C4-AC65-9C11-55AB-1404AEC70295}"/>
                </a:ext>
              </a:extLst>
            </p:cNvPr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2">
              <a:extLst>
                <a:ext uri="{FF2B5EF4-FFF2-40B4-BE49-F238E27FC236}">
                  <a16:creationId xmlns:a16="http://schemas.microsoft.com/office/drawing/2014/main" id="{CB05199D-8FFA-EF39-7AF1-C38EDD2776C4}"/>
                </a:ext>
              </a:extLst>
            </p:cNvPr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32">
            <a:extLst>
              <a:ext uri="{FF2B5EF4-FFF2-40B4-BE49-F238E27FC236}">
                <a16:creationId xmlns:a16="http://schemas.microsoft.com/office/drawing/2014/main" id="{C0A90833-AB07-AA9E-FBF8-5D28ECA56565}"/>
              </a:ext>
            </a:extLst>
          </p:cNvPr>
          <p:cNvGrpSpPr/>
          <p:nvPr/>
        </p:nvGrpSpPr>
        <p:grpSpPr>
          <a:xfrm rot="-2700000">
            <a:off x="8272573" y="3835324"/>
            <a:ext cx="312659" cy="276737"/>
            <a:chOff x="5383800" y="4852900"/>
            <a:chExt cx="297675" cy="263475"/>
          </a:xfrm>
        </p:grpSpPr>
        <p:sp>
          <p:nvSpPr>
            <p:cNvPr id="608" name="Google Shape;608;p32">
              <a:extLst>
                <a:ext uri="{FF2B5EF4-FFF2-40B4-BE49-F238E27FC236}">
                  <a16:creationId xmlns:a16="http://schemas.microsoft.com/office/drawing/2014/main" id="{5D72B4F8-C0F8-D288-F4DC-94D7EE071F7F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2">
              <a:extLst>
                <a:ext uri="{FF2B5EF4-FFF2-40B4-BE49-F238E27FC236}">
                  <a16:creationId xmlns:a16="http://schemas.microsoft.com/office/drawing/2014/main" id="{15D689B2-5B83-34B4-3BFE-B1766B2DD9F0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B411B3F-7888-1E76-1DF3-D9B362EC07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5958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0A7E0EDB-71FF-E3C5-052F-8227D21A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48AF25DB-AAA5-7878-1690-3B572264F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932" y="2439946"/>
            <a:ext cx="4794300" cy="71971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Before 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C6C8143F-1548-7AF0-AE69-99FDACE7F0A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52141" y="1542750"/>
            <a:ext cx="1170737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6" name="Google Shape;486;p26">
            <a:extLst>
              <a:ext uri="{FF2B5EF4-FFF2-40B4-BE49-F238E27FC236}">
                <a16:creationId xmlns:a16="http://schemas.microsoft.com/office/drawing/2014/main" id="{31FF6F82-44A8-CF06-FA7D-C483AFBFCA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9011" y="3212996"/>
            <a:ext cx="47943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preparation to be started </a:t>
            </a:r>
            <a:r>
              <a:rPr lang="en" dirty="0">
                <a:solidFill>
                  <a:srgbClr val="C00000"/>
                </a:solidFill>
              </a:rPr>
              <a:t>way before !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6A84C0F8-4A8C-9FCB-7788-74670D4A3BEB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10EA1289-E639-2318-CB7E-5754D4522E72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9BFA301F-47CA-7282-5747-A678F37E943A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328D04CF-6894-A969-498C-1DB887F350CC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9D542258-3C6A-93AB-1087-DEB87DD08215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A402722D-572B-7707-3DAE-02B40BFD752B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A416EF18-7877-316C-B51E-53A744FB4E48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3D009785-36E0-50CA-EEA2-B07E3CFAF252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251B49CE-C272-4A1C-43FC-6F662B56B00F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19A6A9C7-928D-34C9-99FD-C3845BD997DF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62261202-5D58-6FF4-9B30-2A17A56AB6FE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B7E28610-D447-5E64-6696-2C9C37E49166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8049C634-AFE1-F307-9106-653897A95D75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94F50B7D-1549-F57E-F8D2-2E5D1A44C962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AF52CCF5-D08D-DA0E-9FC7-2FA743D967C5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79CFA1F8-F2FB-4070-51A4-8C9F47E0BE1A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2FB90047-FA04-0244-C854-226128F01F03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1F8BC27D-9C2E-EEBC-8615-AA9B7D760872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56AB7543-AD9D-2A37-E1AB-6E4C9732ED88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4CB81D9E-FB2D-9FAD-E6BE-C945EFC924D3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C047D6D3-53A9-D4F1-3D40-672BDBB303B9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85;p26">
            <a:extLst>
              <a:ext uri="{FF2B5EF4-FFF2-40B4-BE49-F238E27FC236}">
                <a16:creationId xmlns:a16="http://schemas.microsoft.com/office/drawing/2014/main" id="{7834AFAD-9B89-FBB6-F533-5C6D5B751F59}"/>
              </a:ext>
            </a:extLst>
          </p:cNvPr>
          <p:cNvSpPr txBox="1">
            <a:spLocks/>
          </p:cNvSpPr>
          <p:nvPr/>
        </p:nvSpPr>
        <p:spPr>
          <a:xfrm>
            <a:off x="4331082" y="1918310"/>
            <a:ext cx="1532169" cy="5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accen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r>
              <a:rPr lang="en" sz="2400" dirty="0"/>
              <a:t>Chaper</a:t>
            </a:r>
          </a:p>
        </p:txBody>
      </p:sp>
    </p:spTree>
    <p:extLst>
      <p:ext uri="{BB962C8B-B14F-4D97-AF65-F5344CB8AC3E}">
        <p14:creationId xmlns:p14="http://schemas.microsoft.com/office/powerpoint/2010/main" val="49140882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/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58" name="Google Shape;458;p25"/>
          <p:cNvSpPr txBox="1">
            <a:spLocks noGrp="1"/>
          </p:cNvSpPr>
          <p:nvPr>
            <p:ph type="subTitle" idx="1"/>
          </p:nvPr>
        </p:nvSpPr>
        <p:spPr>
          <a:xfrm>
            <a:off x="905103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Solve coding problems on platforms like </a:t>
            </a:r>
            <a:r>
              <a:rPr lang="en-US" b="1" dirty="0" err="1"/>
              <a:t>LeetCode</a:t>
            </a:r>
            <a:r>
              <a:rPr lang="en-US" dirty="0"/>
              <a:t>, </a:t>
            </a:r>
            <a:r>
              <a:rPr lang="en-US" b="1" dirty="0" err="1"/>
              <a:t>HackerRank</a:t>
            </a:r>
            <a:r>
              <a:rPr lang="en-US" dirty="0"/>
              <a:t>, or </a:t>
            </a:r>
            <a:r>
              <a:rPr lang="en-US" dirty="0" err="1"/>
              <a:t>Codeforces</a:t>
            </a:r>
            <a:r>
              <a:rPr lang="en-US" dirty="0"/>
              <a:t>. Practice whiteboard coding or using tools like </a:t>
            </a:r>
            <a:r>
              <a:rPr lang="en-US" dirty="0" err="1"/>
              <a:t>CoderPad</a:t>
            </a:r>
            <a:r>
              <a:rPr lang="en-US" dirty="0"/>
              <a:t> for live coding rounds.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9" name="Google Shape;459;p25"/>
          <p:cNvSpPr txBox="1">
            <a:spLocks noGrp="1"/>
          </p:cNvSpPr>
          <p:nvPr>
            <p:ph type="subTitle" idx="2"/>
          </p:nvPr>
        </p:nvSpPr>
        <p:spPr>
          <a:xfrm>
            <a:off x="905103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Learn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Coding</a:t>
            </a:r>
            <a:endParaRPr dirty="0"/>
          </a:p>
        </p:txBody>
      </p:sp>
      <p:sp>
        <p:nvSpPr>
          <p:cNvPr id="460" name="Google Shape;460;p25"/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Code Code and </a:t>
            </a:r>
            <a:r>
              <a:rPr lang="en" dirty="0">
                <a:solidFill>
                  <a:srgbClr val="C00000"/>
                </a:solidFill>
              </a:rPr>
              <a:t>Code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/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2" name="Google Shape;462;p25"/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Solve coding problems on platforms like </a:t>
            </a:r>
            <a:r>
              <a:rPr lang="en-US" b="1" dirty="0" err="1"/>
              <a:t>LeetCode</a:t>
            </a:r>
            <a:r>
              <a:rPr lang="en-US" dirty="0"/>
              <a:t>, </a:t>
            </a:r>
            <a:r>
              <a:rPr lang="en-US" b="1" dirty="0" err="1"/>
              <a:t>HackerRank</a:t>
            </a:r>
            <a:r>
              <a:rPr lang="en-US" dirty="0"/>
              <a:t>, or </a:t>
            </a:r>
            <a:r>
              <a:rPr lang="en-US" dirty="0" err="1"/>
              <a:t>Codeforces</a:t>
            </a:r>
            <a:r>
              <a:rPr lang="en-US" dirty="0"/>
              <a:t>. Practice whiteboard coding or using tools like </a:t>
            </a:r>
            <a:r>
              <a:rPr lang="en-US" dirty="0" err="1"/>
              <a:t>CoderPad</a:t>
            </a:r>
            <a:r>
              <a:rPr lang="en-US" dirty="0"/>
              <a:t> for live coding rounds.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463" name="Google Shape;463;p25"/>
          <p:cNvSpPr txBox="1">
            <a:spLocks noGrp="1"/>
          </p:cNvSpPr>
          <p:nvPr>
            <p:ph type="subTitle" idx="6"/>
          </p:nvPr>
        </p:nvSpPr>
        <p:spPr>
          <a:xfrm>
            <a:off x="3400490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Learn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Coding</a:t>
            </a:r>
            <a:endParaRPr dirty="0"/>
          </a:p>
        </p:txBody>
      </p:sp>
      <p:sp>
        <p:nvSpPr>
          <p:cNvPr id="464" name="Google Shape;464;p25"/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65" name="Google Shape;465;p25"/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Focus on foundational topics like Data Structures, Algorithms, and Object-Oriented Programming. Review other domain-specific subjects relevant to the job.</a:t>
            </a:r>
            <a:endParaRPr dirty="0"/>
          </a:p>
        </p:txBody>
      </p:sp>
      <p:sp>
        <p:nvSpPr>
          <p:cNvPr id="466" name="Google Shape;466;p25"/>
          <p:cNvSpPr txBox="1">
            <a:spLocks noGrp="1"/>
          </p:cNvSpPr>
          <p:nvPr>
            <p:ph type="subTitle" idx="9"/>
          </p:nvPr>
        </p:nvSpPr>
        <p:spPr>
          <a:xfrm>
            <a:off x="5895897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Brush Up</a:t>
            </a:r>
            <a:r>
              <a:rPr lang="en" dirty="0"/>
              <a:t> Coding</a:t>
            </a:r>
            <a:endParaRPr dirty="0"/>
          </a:p>
        </p:txBody>
      </p:sp>
      <p:grpSp>
        <p:nvGrpSpPr>
          <p:cNvPr id="467" name="Google Shape;467;p25"/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/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/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/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/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/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/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/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/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87D2C61D-1E31-4EAA-FB78-3E8764B0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CCFC02CF-3AF6-BBEE-5561-F6575CB03A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94C52F81-A365-F4A4-BEC7-15E255516F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5103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Practice articulating your thoughts clearly and concisely. Work on explaining your problem-solving approach step-by-step.</a:t>
            </a:r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BE7D7FFB-50E6-F28F-FCD3-F39BAC42AB9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5103" y="2111413"/>
            <a:ext cx="2600529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Communication Skills</a:t>
            </a:r>
            <a:endParaRPr dirty="0"/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7A2DD689-DFB6-150A-AC1C-1D0BC4EA3504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rgbClr val="C00000"/>
                </a:solidFill>
              </a:rPr>
              <a:t>Other </a:t>
            </a:r>
            <a:r>
              <a:rPr lang="en" dirty="0"/>
              <a:t>Things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C268799D-1A08-8784-7D9B-3D380B0CF92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1E633071-11BA-1151-F39D-BDF0E0C9959A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Research the job description and required skills. Align your preparation with the company's expectations.</a:t>
            </a:r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274A29A9-E12D-F92F-B9F7-5EC1F60CFC5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00490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Understand the Job Role</a:t>
            </a:r>
            <a:endParaRPr dirty="0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F3E87FE6-76E3-3B38-55C4-B6F38049B626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65" name="Google Shape;465;p25">
            <a:extLst>
              <a:ext uri="{FF2B5EF4-FFF2-40B4-BE49-F238E27FC236}">
                <a16:creationId xmlns:a16="http://schemas.microsoft.com/office/drawing/2014/main" id="{56AED9DE-B78F-045F-381B-04E0A1299F2A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Understand the company's products, services, and culture. Review common interview questions and experiences shared by others on Glassdoor or LinkedIn.</a:t>
            </a:r>
            <a:endParaRPr dirty="0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5E89B63F-1BFB-6FC0-DB63-6DEDEC668C2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895897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Research the Company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25CE79E5-7138-2C37-545B-74B7ED5435FD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FC94D3DF-5542-5C11-6C66-4D709A7FB596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CF8526BF-4930-06A3-102E-715BB10505A2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677749F5-BB0E-DC31-9801-C485BE087C88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C7BF88F6-0448-C0CF-68A8-2E7CFE0057F4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8E363DAC-AF2F-FF01-A6B1-337924EBE3D2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2FD9AB86-DEBC-DDAD-E5B6-DC1715834933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AB366DDC-FA54-B870-B899-CBE2159FF83C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5DA16877-F592-3EFC-A792-C29133B87F75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5B805322-00EE-9AA7-9B56-370B0F94464A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BD856D89-6837-2923-093F-57567D42E792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FC114BDE-F595-62F3-7402-387C2D6C3937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E4CE53BA-C1FC-893B-9E5C-0002EB6FC4EF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8868276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4FB0382B-BA17-791C-D897-31C16335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FBB1F111-4D5E-01F0-BF42-3653304AE3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932" y="2439946"/>
            <a:ext cx="4794300" cy="71971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You – 1 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8F85B571-3946-AEA8-A4E0-02249DDA534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52141" y="1542750"/>
            <a:ext cx="1170737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6" name="Google Shape;486;p26">
            <a:extLst>
              <a:ext uri="{FF2B5EF4-FFF2-40B4-BE49-F238E27FC236}">
                <a16:creationId xmlns:a16="http://schemas.microsoft.com/office/drawing/2014/main" id="{510300C1-E19A-3238-8F48-D2816DA4E6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9011" y="3212996"/>
            <a:ext cx="47943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you tell them about </a:t>
            </a:r>
            <a:r>
              <a:rPr lang="en" dirty="0">
                <a:solidFill>
                  <a:srgbClr val="C00000"/>
                </a:solidFill>
              </a:rPr>
              <a:t>You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264EA974-C9D7-E773-495E-7535358D5409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EA6B7219-0F62-F54B-CB9D-709A7D0E9AC2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E76B7DD9-9F8B-6765-4FE2-3B138DFBCB22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C2F9D930-5088-230A-F19A-EAA317300631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E924DD7E-2943-7A0A-A769-D49155A60323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671D308C-2D04-D2B2-C4FC-9B3730D27FBC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3A0B4C89-E4D3-886D-B386-973273C22FF1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EBF05EB9-FC29-D7F0-0551-348056DFE13D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C2A57E86-5425-7162-4B7D-5714FE85B8AD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F95F38B4-3557-8B34-BF0A-5C81909A3CF4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66E73271-6D09-A463-56B6-0DCEF481999C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1B962384-F831-E4CB-34A7-568DBF2032CD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81416FF8-AAB1-A1FD-6E92-19DAE455AA47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C546B773-52C1-6707-60F7-10F9943EE27F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6AD00F30-BA2F-DB60-A1A1-0052CA6606DB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31A1F50E-7B4A-E590-A5D0-D9E71CB3C1FB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37803BE5-E2F2-0214-804C-E28E10ECED4F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C3CD3EF9-E6D3-AD66-1B7B-6C9182821BAC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E4EBF200-9A23-ED70-99DA-A82B5EF7EC20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FC316B63-60F2-0E23-65E4-AB775F3B5753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D5F75497-6E0A-B767-2B23-288EA1D15457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85;p26">
            <a:extLst>
              <a:ext uri="{FF2B5EF4-FFF2-40B4-BE49-F238E27FC236}">
                <a16:creationId xmlns:a16="http://schemas.microsoft.com/office/drawing/2014/main" id="{22113044-CCF9-087D-574B-0CE2F72177D4}"/>
              </a:ext>
            </a:extLst>
          </p:cNvPr>
          <p:cNvSpPr txBox="1">
            <a:spLocks/>
          </p:cNvSpPr>
          <p:nvPr/>
        </p:nvSpPr>
        <p:spPr>
          <a:xfrm>
            <a:off x="4331082" y="1918310"/>
            <a:ext cx="1532169" cy="5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accen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r>
              <a:rPr lang="en" sz="2400" dirty="0"/>
              <a:t>Chaper</a:t>
            </a:r>
          </a:p>
        </p:txBody>
      </p:sp>
    </p:spTree>
    <p:extLst>
      <p:ext uri="{BB962C8B-B14F-4D97-AF65-F5344CB8AC3E}">
        <p14:creationId xmlns:p14="http://schemas.microsoft.com/office/powerpoint/2010/main" val="426958412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F38134B0-566B-8BD0-61B8-73738673A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2062F492-48F4-AAF3-E5F4-9D01C55FF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017413E8-97DD-6E3A-2BA0-628E0ABB64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5103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Stick to </a:t>
            </a:r>
            <a:r>
              <a:rPr lang="en-US" b="1" dirty="0"/>
              <a:t>one page</a:t>
            </a:r>
            <a:r>
              <a:rPr lang="en-US" dirty="0"/>
              <a:t> unless you have significant internships or projects.</a:t>
            </a:r>
            <a:endParaRPr dirty="0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BE8B3EAC-70E2-CB04-C206-55A90EA7D2C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5103" y="2111413"/>
            <a:ext cx="2032061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Keep It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Concise</a:t>
            </a:r>
            <a:endParaRPr dirty="0"/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C8B41A53-64E4-58CD-724D-9B1AD247D553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the Main Thing : </a:t>
            </a:r>
            <a:r>
              <a:rPr lang="en" dirty="0">
                <a:solidFill>
                  <a:srgbClr val="C00000"/>
                </a:solidFill>
              </a:rPr>
              <a:t>Resume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D263B08E-B988-BD84-AB80-9AC021BB5C57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35C43869-951A-3156-F668-CD5C7B3BC30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Keep the layout clean and easy to read.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Use consistent fonts, headings, and bullet points.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17B99436-4612-C404-3559-7FAE270773E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00489" y="2111413"/>
            <a:ext cx="2495363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Professional Formatting</a:t>
            </a:r>
            <a:endParaRPr dirty="0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84216E3F-A9FE-4E07-C975-DB3FECE426D0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65" name="Google Shape;465;p25">
            <a:extLst>
              <a:ext uri="{FF2B5EF4-FFF2-40B4-BE49-F238E27FC236}">
                <a16:creationId xmlns:a16="http://schemas.microsoft.com/office/drawing/2014/main" id="{7B5DF6E7-1DF1-A9B9-EF7D-AA670DE22449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00000"/>
                </a:solidFill>
              </a:rPr>
              <a:t>Check for typos, grammatical errors, and formatting inconsistencies.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BBA76B32-B39E-EC1A-EB9D-C750FAE850C7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895897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Proofread and Avoid Errors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C0853A88-6B86-5FCC-1377-8561E3A45A14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4E44A089-2979-5AA7-D2F8-808F5F19477C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AF3D71C1-96B0-E225-8E1D-648B35A4DE0F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A83916C8-3193-FA15-8C9A-E1114345387D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83234A9D-52B3-6E42-B983-D2ABEE8BC306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EF6C9D84-44D9-728D-BDDE-C8DE8EE4EB3C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442CB9AD-C80A-BF3B-C773-E223A060CADC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E6F417B6-3FF4-F4AB-C130-5BC7A28C4043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AC33A2F9-D390-9212-BD6D-5F06DE828433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982435C7-924D-1625-BF96-876B90D3CFDC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78650460-0CD4-6193-26B8-58110FB3201D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297466E0-2D18-EE74-0271-124530065373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B695AF93-8D77-F8CC-08CA-812CFA7A71F3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158870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69E978D2-77F8-62D8-0DA3-526FCC1E8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FADF6B8E-9057-8C11-3535-BF5290C98C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1931ED3A-8D87-5751-9602-C4D21F1DC5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5103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Showcase 2-3 key projects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Project </a:t>
            </a:r>
            <a:r>
              <a:rPr lang="en-US" dirty="0" err="1"/>
              <a:t>Title,Tools</a:t>
            </a:r>
            <a:r>
              <a:rPr lang="en-US" dirty="0"/>
              <a:t>/Technologies Used, Brief Description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Include any live links</a:t>
            </a:r>
            <a:endParaRPr lang="en-US" dirty="0">
              <a:solidFill>
                <a:srgbClr val="C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2A046704-B1E7-B7AD-BCA4-9800678978A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5103" y="2111413"/>
            <a:ext cx="2342958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Projects</a:t>
            </a:r>
            <a:endParaRPr dirty="0"/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D1BE84AD-F89C-F27B-67C0-AC618E394A7E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the Main Thing : </a:t>
            </a:r>
            <a:r>
              <a:rPr lang="en" dirty="0">
                <a:solidFill>
                  <a:srgbClr val="C00000"/>
                </a:solidFill>
              </a:rPr>
              <a:t>Resume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3E08AB50-2FA7-CAB1-AB18-EBFC253DEE0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F6F37230-13CC-4CE3-1529-B581DD5926A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List technical skills, programming languages, or tools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If specifics can be used go for it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7B78B9F2-9444-957D-9D20-9B26BC8601E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00489" y="2111413"/>
            <a:ext cx="2495363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Skills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Section</a:t>
            </a:r>
            <a:endParaRPr dirty="0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C5277335-026A-5064-D7A7-B802E8DA9C29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65" name="Google Shape;465;p25">
            <a:extLst>
              <a:ext uri="{FF2B5EF4-FFF2-40B4-BE49-F238E27FC236}">
                <a16:creationId xmlns:a16="http://schemas.microsoft.com/office/drawing/2014/main" id="{4CED4688-644B-4920-362F-3AD72BE2757A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IN" dirty="0"/>
              <a:t>Applicant Tracking Systems friendly resume.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078ED8C9-477E-D6E1-F329-5EC824B56632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895897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Friendly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1AEDE9A2-ADF1-7BB7-B338-0688DA3A85DC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BEF4DB28-E77F-69E0-1ACB-70D94C6ABD87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D7EEFA9D-8E70-D0A1-02E5-797667C997A7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753B5B24-D33B-5B90-AA45-54A2BFB5ECDB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58EAD7BD-7149-1AFC-10F4-0DD0998446E8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7200D23A-9296-2C6A-4D8B-E8E59E1A0ADD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4F274FB9-4B1A-827B-8582-144EF8ACFE5C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57A2ABF5-3353-96E2-458E-69BD66FCCCE8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7A3BECBA-0EC3-1FB4-E283-E4066BBBD232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C58AA7B7-6F5D-A0FF-25F4-A7238C917AF3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1185A524-F487-18EB-063D-58CBD4C332B6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3F434DB6-9A41-9BEE-F660-50749F6DC733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877EAA25-A5F8-65B0-D8F1-63F141A777BF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281663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72BFACE3-31E5-12AA-2507-9446A144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D3D62C4F-2E84-F0B1-8925-BF24601D83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ED54B83F-A0BC-0AE7-96D5-62A34EB834C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87529" y="2111413"/>
            <a:ext cx="2129042" cy="1590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Avoid Using Unprofessional Email Address</a:t>
            </a:r>
            <a:endParaRPr dirty="0"/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40EFC846-1673-AA26-BA94-9E583337D23D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00000"/>
                </a:solidFill>
              </a:rPr>
              <a:t>Resume : </a:t>
            </a:r>
            <a:r>
              <a:rPr lang="en" dirty="0"/>
              <a:t>Things to Avoid 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97A9F3ED-0F17-C0E0-2D7C-74BD176F0A8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07631552-988C-7DB9-12DD-4C4FA8B3F50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324308" y="2906413"/>
            <a:ext cx="2419182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 not list skills or experiences you cannot explain</a:t>
            </a:r>
            <a:endParaRPr dirty="0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B747643D-4C0B-9C58-CE2D-5F01080646C3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5945DF09-7C7A-9CD4-120A-84A81E48157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895877" y="1496625"/>
            <a:ext cx="2673159" cy="2883151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Avoid using terms like “hard-working,” “team player,” or “motivated” without specifics</a:t>
            </a:r>
            <a:endParaRPr lang="en-IN" dirty="0"/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67695D15-29F5-B1E9-C9B0-35ADBDB2D209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A93ADA68-381B-C04E-BF3E-FF7390ADE496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4F215861-D477-9488-FDBB-1DE910F67E5B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619788BF-976D-F437-4CBF-5C2D50B71C5C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830568BF-28E2-DFB7-4CB5-BA523E897025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B1F2F218-7DAE-E199-B65E-4465EA4A588D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D9FC16C2-4405-51F4-E629-E67226647BA9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A34FC0BA-8BAC-2630-9564-D81606ACDE15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34EF911A-565B-48EF-A431-0BEFA3D2A9BE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09E2D0C0-4184-B2AF-8E6F-275EBF8D5BA2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806AD76C-0842-4A6B-1166-BB6EEE6DAB15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2DD2A7E4-0122-559F-2D66-DCACB30D5BE6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18183930-FDBB-29D9-C7B6-E69C3099F1B2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372604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6B434375-1A76-19A6-9CF3-9DBA4CEE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C4DA18A7-AEEE-ECEB-59A0-8C10EAAE38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1B0D3BBB-694F-6314-9F08-F662A4D3757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27024" y="3149450"/>
            <a:ext cx="2321079" cy="1590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Skip listing grades for every subject or insignificant academic achievements</a:t>
            </a:r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1224EFF9-5DC4-9ABD-EF30-BB19B6F98F45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00000"/>
                </a:solidFill>
              </a:rPr>
              <a:t>Resume : </a:t>
            </a:r>
            <a:r>
              <a:rPr lang="en" dirty="0"/>
              <a:t>Things to Avoid 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E5C0DE0A-C6F2-E02E-3906-E536542AB1A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8ECC94D8-F3BF-F963-E3ED-6225606E7933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324308" y="2475250"/>
            <a:ext cx="2419182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Overloading with Irrelevant Information</a:t>
            </a:r>
            <a:endParaRPr dirty="0"/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CE94A7A9-C40E-2396-8E0F-E4BDCF979D10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99BBB6F7-8EF3-EA31-2096-3B436FF22BF8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895896" y="2189762"/>
            <a:ext cx="2673159" cy="2160975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Avoid vague objectives like “Seeking a challenging role in a reputed organization.”</a:t>
            </a:r>
            <a:endParaRPr lang="en-IN" dirty="0"/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B11BDD9C-717B-7BCC-F3DD-52F8E589A02D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0B5B0742-F953-9103-B1DD-819079EE4181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A7441FC2-EB55-6C1E-DC44-03002280227C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D787ED0A-EF20-3272-DC9A-9395923E1DE8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64E1166D-6495-6353-87A5-774D774869F9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29A2B821-6CA9-C503-C416-BAEB6F509356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AF3B6A44-4146-D764-6B13-4A8972ECFF42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F5068C94-14E2-1BC9-929D-70E586249D2C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46B9E81B-644F-475D-023C-918D66B38DBC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B68A46FE-20E3-7500-BAD2-589C953CB73B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9A5E2282-7BEB-1DAA-4921-8CA1B5192CC0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C2E6CFD8-1867-C980-7E27-B8B9662283EC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3F4F1F82-7AC8-0058-5105-FF852930A567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693933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089A83D0-F57D-B5B0-2616-4F5D60C1E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>
            <a:extLst>
              <a:ext uri="{FF2B5EF4-FFF2-40B4-BE49-F238E27FC236}">
                <a16:creationId xmlns:a16="http://schemas.microsoft.com/office/drawing/2014/main" id="{2556D0C7-B0E2-30C6-73C7-8ED92BEF3B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3700" y="1143763"/>
            <a:ext cx="6876600" cy="23169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“Last But Not Least. For the Sake of God, Created a </a:t>
            </a:r>
            <a:r>
              <a:rPr lang="en" dirty="0">
                <a:solidFill>
                  <a:srgbClr val="C00000"/>
                </a:solidFill>
              </a:rPr>
              <a:t>LinkedIn</a:t>
            </a:r>
            <a:r>
              <a:rPr lang="en" dirty="0"/>
              <a:t> page and </a:t>
            </a:r>
            <a:r>
              <a:rPr lang="en" dirty="0">
                <a:solidFill>
                  <a:srgbClr val="C00000"/>
                </a:solidFill>
              </a:rPr>
              <a:t>GitHub</a:t>
            </a:r>
            <a:r>
              <a:rPr lang="en" dirty="0"/>
              <a:t> account today itself, If you already doesn’t have one”.</a:t>
            </a:r>
          </a:p>
        </p:txBody>
      </p:sp>
      <p:sp>
        <p:nvSpPr>
          <p:cNvPr id="4" name="Google Shape;525;p28">
            <a:extLst>
              <a:ext uri="{FF2B5EF4-FFF2-40B4-BE49-F238E27FC236}">
                <a16:creationId xmlns:a16="http://schemas.microsoft.com/office/drawing/2014/main" id="{A076F513-C8AE-1695-5819-C6704B1179F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33700" y="3460638"/>
            <a:ext cx="6876600" cy="5391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 Almost all interviewers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952936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0764D6B3-426C-1D3D-D144-44ACC08C5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5F10B8D8-D035-D85B-B644-7F112F2008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3055" y="2439946"/>
            <a:ext cx="5495177" cy="71971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D-Day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543DE446-CB53-F465-27F5-D54E558D3B0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52141" y="1542750"/>
            <a:ext cx="1170737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86" name="Google Shape;486;p26">
            <a:extLst>
              <a:ext uri="{FF2B5EF4-FFF2-40B4-BE49-F238E27FC236}">
                <a16:creationId xmlns:a16="http://schemas.microsoft.com/office/drawing/2014/main" id="{0AE66DF4-9F21-5BDF-DE60-12D7F5EA65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89909" y="3212996"/>
            <a:ext cx="4283402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Its your day to </a:t>
            </a:r>
            <a:r>
              <a:rPr lang="en" dirty="0">
                <a:solidFill>
                  <a:srgbClr val="C00000"/>
                </a:solidFill>
              </a:rPr>
              <a:t>impress</a:t>
            </a:r>
            <a:r>
              <a:rPr lang="en" dirty="0"/>
              <a:t> someone you are meeting for the first time in life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35536B81-9569-173D-22E2-D474DC9B0809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897D368F-1C04-B7B2-5393-0F5354F1D68E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7A058B72-77A0-BEDD-41FD-8F15A83FBDB3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558C7210-0C9E-96D4-62C0-3FD2F604177E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1B08DF67-87C2-D815-2289-07D2E0EAB42C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9EC60F6E-5FE0-D0D2-0390-F43ADF0B3412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7A3857B4-0CF8-937B-6873-358BD064FFBB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90AEEC3E-F097-9546-38F3-9C5428A11181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062C34C3-078B-432F-0A59-16FACC294C9B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15B6DE23-0F47-1626-0A63-16CC3D4B4A85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9F468411-3B0C-2E06-0F2E-0627F509CB46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2227A3BB-EAAB-3B55-A560-544D8FFB31C9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57C58B56-6F59-0990-9A91-ADC1E4C13A29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2AC56EFA-F2CE-490F-3938-07EA606515C2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FB56CAE6-38F5-C02D-6FE2-DA046589D2D0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E18240FA-F8AD-4E52-B7D4-4D111F13F029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F7C7F34A-8879-B039-3033-42A6DCC8C17F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8C892743-9BE9-42B2-6A6A-999FD6CDB3C4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4372A806-918E-CBC1-83D3-97895E72C3DD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194C4D33-3520-4B06-2374-5A7E5B5E8BAC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764295E0-DFFB-09D4-814D-8CE7B0B152BC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85;p26">
            <a:extLst>
              <a:ext uri="{FF2B5EF4-FFF2-40B4-BE49-F238E27FC236}">
                <a16:creationId xmlns:a16="http://schemas.microsoft.com/office/drawing/2014/main" id="{2F5576C5-02D0-A8F5-1DD0-21B0BC6E431B}"/>
              </a:ext>
            </a:extLst>
          </p:cNvPr>
          <p:cNvSpPr txBox="1">
            <a:spLocks/>
          </p:cNvSpPr>
          <p:nvPr/>
        </p:nvSpPr>
        <p:spPr>
          <a:xfrm>
            <a:off x="4331082" y="1918310"/>
            <a:ext cx="1532169" cy="5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accen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r>
              <a:rPr lang="en" sz="2400" dirty="0"/>
              <a:t>Chaper</a:t>
            </a:r>
          </a:p>
        </p:txBody>
      </p:sp>
    </p:spTree>
    <p:extLst>
      <p:ext uri="{BB962C8B-B14F-4D97-AF65-F5344CB8AC3E}">
        <p14:creationId xmlns:p14="http://schemas.microsoft.com/office/powerpoint/2010/main" val="158639832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DB628E41-141F-48BC-D409-511B39FF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A5257-24CB-DAB4-9851-F0CAF499A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237" y="1642950"/>
            <a:ext cx="6073666" cy="2149026"/>
          </a:xfrm>
          <a:prstGeom prst="rect">
            <a:avLst/>
          </a:prstGeom>
        </p:spPr>
      </p:pic>
      <p:sp>
        <p:nvSpPr>
          <p:cNvPr id="8" name="Google Shape;460;p25">
            <a:extLst>
              <a:ext uri="{FF2B5EF4-FFF2-40B4-BE49-F238E27FC236}">
                <a16:creationId xmlns:a16="http://schemas.microsoft.com/office/drawing/2014/main" id="{0E7CF011-7203-A165-0674-E910837FCC5C}"/>
              </a:ext>
            </a:extLst>
          </p:cNvPr>
          <p:cNvSpPr txBox="1">
            <a:spLocks/>
          </p:cNvSpPr>
          <p:nvPr/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500" dirty="0">
                <a:solidFill>
                  <a:schemeClr val="dk1"/>
                </a:solidFill>
                <a:latin typeface="Rubik SemiBold"/>
                <a:cs typeface="Rubik SemiBold"/>
              </a:rPr>
              <a:t>Just a Random </a:t>
            </a:r>
            <a:r>
              <a:rPr lang="en-IN" sz="3500" dirty="0">
                <a:solidFill>
                  <a:schemeClr val="dk1"/>
                </a:solidFill>
                <a:latin typeface="Rubik SemiBold"/>
                <a:cs typeface="Rubik SemiBold"/>
                <a:sym typeface="Rubik SemiBold"/>
              </a:rPr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243665397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>
          <a:extLst>
            <a:ext uri="{FF2B5EF4-FFF2-40B4-BE49-F238E27FC236}">
              <a16:creationId xmlns:a16="http://schemas.microsoft.com/office/drawing/2014/main" id="{0542DC48-C334-6C10-3417-54FD96E9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29">
            <a:extLst>
              <a:ext uri="{FF2B5EF4-FFF2-40B4-BE49-F238E27FC236}">
                <a16:creationId xmlns:a16="http://schemas.microsoft.com/office/drawing/2014/main" id="{F8DD391B-2880-5A5D-B660-A338CEB1F25F}"/>
              </a:ext>
            </a:extLst>
          </p:cNvPr>
          <p:cNvGrpSpPr/>
          <p:nvPr/>
        </p:nvGrpSpPr>
        <p:grpSpPr>
          <a:xfrm rot="10323834">
            <a:off x="403074" y="879375"/>
            <a:ext cx="921580" cy="643785"/>
            <a:chOff x="8449088" y="2805725"/>
            <a:chExt cx="660650" cy="461475"/>
          </a:xfrm>
        </p:grpSpPr>
        <p:sp>
          <p:nvSpPr>
            <p:cNvPr id="536" name="Google Shape;536;p29">
              <a:extLst>
                <a:ext uri="{FF2B5EF4-FFF2-40B4-BE49-F238E27FC236}">
                  <a16:creationId xmlns:a16="http://schemas.microsoft.com/office/drawing/2014/main" id="{0AA2EA28-60D2-000B-CF10-FD6D9D4EFE64}"/>
                </a:ext>
              </a:extLst>
            </p:cNvPr>
            <p:cNvSpPr/>
            <p:nvPr/>
          </p:nvSpPr>
          <p:spPr>
            <a:xfrm>
              <a:off x="8801438" y="3040550"/>
              <a:ext cx="10200" cy="21125"/>
            </a:xfrm>
            <a:custGeom>
              <a:avLst/>
              <a:gdLst/>
              <a:ahLst/>
              <a:cxnLst/>
              <a:rect l="l" t="t" r="r" b="b"/>
              <a:pathLst>
                <a:path w="408" h="845" extrusionOk="0">
                  <a:moveTo>
                    <a:pt x="1" y="0"/>
                  </a:moveTo>
                  <a:lnTo>
                    <a:pt x="1" y="0"/>
                  </a:lnTo>
                  <a:cubicBezTo>
                    <a:pt x="32" y="283"/>
                    <a:pt x="65" y="565"/>
                    <a:pt x="87" y="845"/>
                  </a:cubicBezTo>
                  <a:cubicBezTo>
                    <a:pt x="403" y="584"/>
                    <a:pt x="407" y="1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>
              <a:extLst>
                <a:ext uri="{FF2B5EF4-FFF2-40B4-BE49-F238E27FC236}">
                  <a16:creationId xmlns:a16="http://schemas.microsoft.com/office/drawing/2014/main" id="{1F07F344-2C4D-BC99-A7E3-B5AC89783D83}"/>
                </a:ext>
              </a:extLst>
            </p:cNvPr>
            <p:cNvSpPr/>
            <p:nvPr/>
          </p:nvSpPr>
          <p:spPr>
            <a:xfrm>
              <a:off x="8752038" y="2988800"/>
              <a:ext cx="30000" cy="38875"/>
            </a:xfrm>
            <a:custGeom>
              <a:avLst/>
              <a:gdLst/>
              <a:ahLst/>
              <a:cxnLst/>
              <a:rect l="l" t="t" r="r" b="b"/>
              <a:pathLst>
                <a:path w="1200" h="1555" extrusionOk="0">
                  <a:moveTo>
                    <a:pt x="1065" y="1"/>
                  </a:moveTo>
                  <a:cubicBezTo>
                    <a:pt x="1013" y="20"/>
                    <a:pt x="962" y="37"/>
                    <a:pt x="912" y="63"/>
                  </a:cubicBezTo>
                  <a:cubicBezTo>
                    <a:pt x="273" y="389"/>
                    <a:pt x="0" y="1499"/>
                    <a:pt x="972" y="1554"/>
                  </a:cubicBezTo>
                  <a:cubicBezTo>
                    <a:pt x="991" y="1554"/>
                    <a:pt x="1010" y="1555"/>
                    <a:pt x="1029" y="1555"/>
                  </a:cubicBezTo>
                  <a:cubicBezTo>
                    <a:pt x="1087" y="1555"/>
                    <a:pt x="1144" y="1552"/>
                    <a:pt x="1199" y="1546"/>
                  </a:cubicBezTo>
                  <a:cubicBezTo>
                    <a:pt x="1144" y="1030"/>
                    <a:pt x="1099" y="513"/>
                    <a:pt x="10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>
              <a:extLst>
                <a:ext uri="{FF2B5EF4-FFF2-40B4-BE49-F238E27FC236}">
                  <a16:creationId xmlns:a16="http://schemas.microsoft.com/office/drawing/2014/main" id="{AFD7CB53-E7D8-722A-82D0-669389248230}"/>
                </a:ext>
              </a:extLst>
            </p:cNvPr>
            <p:cNvSpPr/>
            <p:nvPr/>
          </p:nvSpPr>
          <p:spPr>
            <a:xfrm>
              <a:off x="8672963" y="2946775"/>
              <a:ext cx="204050" cy="166925"/>
            </a:xfrm>
            <a:custGeom>
              <a:avLst/>
              <a:gdLst/>
              <a:ahLst/>
              <a:cxnLst/>
              <a:rect l="l" t="t" r="r" b="b"/>
              <a:pathLst>
                <a:path w="8162" h="6677" extrusionOk="0">
                  <a:moveTo>
                    <a:pt x="4450" y="376"/>
                  </a:moveTo>
                  <a:cubicBezTo>
                    <a:pt x="4548" y="376"/>
                    <a:pt x="4638" y="427"/>
                    <a:pt x="4661" y="545"/>
                  </a:cubicBezTo>
                  <a:cubicBezTo>
                    <a:pt x="4692" y="720"/>
                    <a:pt x="4721" y="897"/>
                    <a:pt x="4752" y="1074"/>
                  </a:cubicBezTo>
                  <a:cubicBezTo>
                    <a:pt x="5257" y="1093"/>
                    <a:pt x="5764" y="1268"/>
                    <a:pt x="6219" y="1476"/>
                  </a:cubicBezTo>
                  <a:cubicBezTo>
                    <a:pt x="6459" y="1586"/>
                    <a:pt x="6328" y="1910"/>
                    <a:pt x="6110" y="1910"/>
                  </a:cubicBezTo>
                  <a:cubicBezTo>
                    <a:pt x="6080" y="1910"/>
                    <a:pt x="6048" y="1904"/>
                    <a:pt x="6015" y="1890"/>
                  </a:cubicBezTo>
                  <a:cubicBezTo>
                    <a:pt x="5640" y="1737"/>
                    <a:pt x="5240" y="1598"/>
                    <a:pt x="4841" y="1584"/>
                  </a:cubicBezTo>
                  <a:lnTo>
                    <a:pt x="4841" y="1584"/>
                  </a:lnTo>
                  <a:cubicBezTo>
                    <a:pt x="4927" y="2093"/>
                    <a:pt x="5003" y="2608"/>
                    <a:pt x="5070" y="3125"/>
                  </a:cubicBezTo>
                  <a:cubicBezTo>
                    <a:pt x="5113" y="3121"/>
                    <a:pt x="5155" y="3119"/>
                    <a:pt x="5196" y="3119"/>
                  </a:cubicBezTo>
                  <a:cubicBezTo>
                    <a:pt x="5397" y="3119"/>
                    <a:pt x="5594" y="3164"/>
                    <a:pt x="5786" y="3318"/>
                  </a:cubicBezTo>
                  <a:cubicBezTo>
                    <a:pt x="6250" y="3696"/>
                    <a:pt x="6216" y="4402"/>
                    <a:pt x="5855" y="4835"/>
                  </a:cubicBezTo>
                  <a:cubicBezTo>
                    <a:pt x="5695" y="5031"/>
                    <a:pt x="5489" y="5163"/>
                    <a:pt x="5264" y="5249"/>
                  </a:cubicBezTo>
                  <a:cubicBezTo>
                    <a:pt x="5278" y="5486"/>
                    <a:pt x="5298" y="5728"/>
                    <a:pt x="5305" y="5965"/>
                  </a:cubicBezTo>
                  <a:cubicBezTo>
                    <a:pt x="5310" y="6131"/>
                    <a:pt x="5155" y="6239"/>
                    <a:pt x="5013" y="6239"/>
                  </a:cubicBezTo>
                  <a:cubicBezTo>
                    <a:pt x="4913" y="6239"/>
                    <a:pt x="4820" y="6185"/>
                    <a:pt x="4795" y="6060"/>
                  </a:cubicBezTo>
                  <a:cubicBezTo>
                    <a:pt x="4747" y="5835"/>
                    <a:pt x="4704" y="5608"/>
                    <a:pt x="4664" y="5376"/>
                  </a:cubicBezTo>
                  <a:cubicBezTo>
                    <a:pt x="4597" y="5381"/>
                    <a:pt x="4531" y="5383"/>
                    <a:pt x="4464" y="5383"/>
                  </a:cubicBezTo>
                  <a:cubicBezTo>
                    <a:pt x="4268" y="5383"/>
                    <a:pt x="4073" y="5363"/>
                    <a:pt x="3888" y="5333"/>
                  </a:cubicBezTo>
                  <a:cubicBezTo>
                    <a:pt x="3628" y="5290"/>
                    <a:pt x="3680" y="4929"/>
                    <a:pt x="3917" y="4900"/>
                  </a:cubicBezTo>
                  <a:cubicBezTo>
                    <a:pt x="4123" y="4874"/>
                    <a:pt x="4353" y="4866"/>
                    <a:pt x="4575" y="4838"/>
                  </a:cubicBezTo>
                  <a:cubicBezTo>
                    <a:pt x="4522" y="4493"/>
                    <a:pt x="4475" y="4149"/>
                    <a:pt x="4432" y="3802"/>
                  </a:cubicBezTo>
                  <a:cubicBezTo>
                    <a:pt x="4316" y="3823"/>
                    <a:pt x="4201" y="3843"/>
                    <a:pt x="4084" y="3843"/>
                  </a:cubicBezTo>
                  <a:cubicBezTo>
                    <a:pt x="4058" y="3843"/>
                    <a:pt x="4032" y="3842"/>
                    <a:pt x="4006" y="3840"/>
                  </a:cubicBezTo>
                  <a:cubicBezTo>
                    <a:pt x="3412" y="3787"/>
                    <a:pt x="2977" y="3326"/>
                    <a:pt x="2907" y="2737"/>
                  </a:cubicBezTo>
                  <a:cubicBezTo>
                    <a:pt x="2826" y="2065"/>
                    <a:pt x="3264" y="1486"/>
                    <a:pt x="3865" y="1227"/>
                  </a:cubicBezTo>
                  <a:cubicBezTo>
                    <a:pt x="3972" y="1179"/>
                    <a:pt x="4082" y="1148"/>
                    <a:pt x="4192" y="1124"/>
                  </a:cubicBezTo>
                  <a:cubicBezTo>
                    <a:pt x="4185" y="962"/>
                    <a:pt x="4176" y="799"/>
                    <a:pt x="4168" y="641"/>
                  </a:cubicBezTo>
                  <a:cubicBezTo>
                    <a:pt x="4161" y="479"/>
                    <a:pt x="4313" y="376"/>
                    <a:pt x="4450" y="376"/>
                  </a:cubicBezTo>
                  <a:close/>
                  <a:moveTo>
                    <a:pt x="4808" y="0"/>
                  </a:moveTo>
                  <a:cubicBezTo>
                    <a:pt x="4314" y="0"/>
                    <a:pt x="3809" y="76"/>
                    <a:pt x="3326" y="215"/>
                  </a:cubicBezTo>
                  <a:cubicBezTo>
                    <a:pt x="1293" y="804"/>
                    <a:pt x="1" y="2814"/>
                    <a:pt x="1058" y="4826"/>
                  </a:cubicBezTo>
                  <a:cubicBezTo>
                    <a:pt x="1750" y="6142"/>
                    <a:pt x="2968" y="6676"/>
                    <a:pt x="4262" y="6676"/>
                  </a:cubicBezTo>
                  <a:cubicBezTo>
                    <a:pt x="4538" y="6676"/>
                    <a:pt x="4818" y="6652"/>
                    <a:pt x="5097" y="6606"/>
                  </a:cubicBezTo>
                  <a:cubicBezTo>
                    <a:pt x="6846" y="6096"/>
                    <a:pt x="8161" y="4651"/>
                    <a:pt x="7992" y="2646"/>
                  </a:cubicBezTo>
                  <a:cubicBezTo>
                    <a:pt x="7831" y="767"/>
                    <a:pt x="6383" y="0"/>
                    <a:pt x="4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>
              <a:extLst>
                <a:ext uri="{FF2B5EF4-FFF2-40B4-BE49-F238E27FC236}">
                  <a16:creationId xmlns:a16="http://schemas.microsoft.com/office/drawing/2014/main" id="{A6B6EAB2-A287-6CFB-4211-3DB8BD8B0965}"/>
                </a:ext>
              </a:extLst>
            </p:cNvPr>
            <p:cNvSpPr/>
            <p:nvPr/>
          </p:nvSpPr>
          <p:spPr>
            <a:xfrm>
              <a:off x="8538263" y="2869600"/>
              <a:ext cx="487450" cy="325600"/>
            </a:xfrm>
            <a:custGeom>
              <a:avLst/>
              <a:gdLst/>
              <a:ahLst/>
              <a:cxnLst/>
              <a:rect l="l" t="t" r="r" b="b"/>
              <a:pathLst>
                <a:path w="19498" h="13024" extrusionOk="0">
                  <a:moveTo>
                    <a:pt x="1432" y="3343"/>
                  </a:moveTo>
                  <a:cubicBezTo>
                    <a:pt x="1565" y="3343"/>
                    <a:pt x="1708" y="3455"/>
                    <a:pt x="1668" y="3609"/>
                  </a:cubicBezTo>
                  <a:cubicBezTo>
                    <a:pt x="1570" y="3982"/>
                    <a:pt x="1486" y="4377"/>
                    <a:pt x="1302" y="4719"/>
                  </a:cubicBezTo>
                  <a:cubicBezTo>
                    <a:pt x="1259" y="4801"/>
                    <a:pt x="1189" y="4836"/>
                    <a:pt x="1119" y="4836"/>
                  </a:cubicBezTo>
                  <a:cubicBezTo>
                    <a:pt x="999" y="4836"/>
                    <a:pt x="881" y="4732"/>
                    <a:pt x="900" y="4582"/>
                  </a:cubicBezTo>
                  <a:cubicBezTo>
                    <a:pt x="948" y="4195"/>
                    <a:pt x="1113" y="3829"/>
                    <a:pt x="1250" y="3467"/>
                  </a:cubicBezTo>
                  <a:cubicBezTo>
                    <a:pt x="1283" y="3380"/>
                    <a:pt x="1356" y="3343"/>
                    <a:pt x="1432" y="3343"/>
                  </a:cubicBezTo>
                  <a:close/>
                  <a:moveTo>
                    <a:pt x="2301" y="4225"/>
                  </a:moveTo>
                  <a:cubicBezTo>
                    <a:pt x="2442" y="4225"/>
                    <a:pt x="2575" y="4367"/>
                    <a:pt x="2513" y="4546"/>
                  </a:cubicBezTo>
                  <a:cubicBezTo>
                    <a:pt x="2403" y="4857"/>
                    <a:pt x="2307" y="5130"/>
                    <a:pt x="2106" y="5396"/>
                  </a:cubicBezTo>
                  <a:cubicBezTo>
                    <a:pt x="2065" y="5450"/>
                    <a:pt x="2010" y="5473"/>
                    <a:pt x="1953" y="5473"/>
                  </a:cubicBezTo>
                  <a:cubicBezTo>
                    <a:pt x="1824" y="5473"/>
                    <a:pt x="1690" y="5352"/>
                    <a:pt x="1723" y="5207"/>
                  </a:cubicBezTo>
                  <a:cubicBezTo>
                    <a:pt x="1795" y="4884"/>
                    <a:pt x="1941" y="4630"/>
                    <a:pt x="2106" y="4348"/>
                  </a:cubicBezTo>
                  <a:cubicBezTo>
                    <a:pt x="2157" y="4262"/>
                    <a:pt x="2230" y="4225"/>
                    <a:pt x="2301" y="4225"/>
                  </a:cubicBezTo>
                  <a:close/>
                  <a:moveTo>
                    <a:pt x="17799" y="7762"/>
                  </a:moveTo>
                  <a:cubicBezTo>
                    <a:pt x="17966" y="7762"/>
                    <a:pt x="18140" y="7939"/>
                    <a:pt x="18033" y="8109"/>
                  </a:cubicBezTo>
                  <a:cubicBezTo>
                    <a:pt x="17875" y="8362"/>
                    <a:pt x="17724" y="8595"/>
                    <a:pt x="17511" y="8805"/>
                  </a:cubicBezTo>
                  <a:cubicBezTo>
                    <a:pt x="17464" y="8852"/>
                    <a:pt x="17407" y="8872"/>
                    <a:pt x="17352" y="8872"/>
                  </a:cubicBezTo>
                  <a:cubicBezTo>
                    <a:pt x="17206" y="8872"/>
                    <a:pt x="17070" y="8732"/>
                    <a:pt x="17150" y="8563"/>
                  </a:cubicBezTo>
                  <a:cubicBezTo>
                    <a:pt x="17277" y="8295"/>
                    <a:pt x="17444" y="8075"/>
                    <a:pt x="17631" y="7843"/>
                  </a:cubicBezTo>
                  <a:cubicBezTo>
                    <a:pt x="17677" y="7786"/>
                    <a:pt x="17738" y="7762"/>
                    <a:pt x="17799" y="7762"/>
                  </a:cubicBezTo>
                  <a:close/>
                  <a:moveTo>
                    <a:pt x="18830" y="7844"/>
                  </a:moveTo>
                  <a:cubicBezTo>
                    <a:pt x="19001" y="7844"/>
                    <a:pt x="19179" y="8027"/>
                    <a:pt x="19067" y="8197"/>
                  </a:cubicBezTo>
                  <a:cubicBezTo>
                    <a:pt x="18782" y="8633"/>
                    <a:pt x="18507" y="9061"/>
                    <a:pt x="18138" y="9432"/>
                  </a:cubicBezTo>
                  <a:cubicBezTo>
                    <a:pt x="18093" y="9477"/>
                    <a:pt x="18038" y="9496"/>
                    <a:pt x="17985" y="9496"/>
                  </a:cubicBezTo>
                  <a:cubicBezTo>
                    <a:pt x="17844" y="9496"/>
                    <a:pt x="17713" y="9362"/>
                    <a:pt x="17791" y="9202"/>
                  </a:cubicBezTo>
                  <a:cubicBezTo>
                    <a:pt x="18023" y="8733"/>
                    <a:pt x="18339" y="8336"/>
                    <a:pt x="18660" y="7927"/>
                  </a:cubicBezTo>
                  <a:cubicBezTo>
                    <a:pt x="18706" y="7869"/>
                    <a:pt x="18767" y="7844"/>
                    <a:pt x="18830" y="7844"/>
                  </a:cubicBezTo>
                  <a:close/>
                  <a:moveTo>
                    <a:pt x="10189" y="2376"/>
                  </a:moveTo>
                  <a:cubicBezTo>
                    <a:pt x="12151" y="2376"/>
                    <a:pt x="13869" y="3367"/>
                    <a:pt x="14071" y="5692"/>
                  </a:cubicBezTo>
                  <a:cubicBezTo>
                    <a:pt x="14234" y="7580"/>
                    <a:pt x="13176" y="9233"/>
                    <a:pt x="11597" y="9953"/>
                  </a:cubicBezTo>
                  <a:cubicBezTo>
                    <a:pt x="10947" y="10274"/>
                    <a:pt x="10246" y="10430"/>
                    <a:pt x="9557" y="10430"/>
                  </a:cubicBezTo>
                  <a:cubicBezTo>
                    <a:pt x="7954" y="10430"/>
                    <a:pt x="6409" y="9583"/>
                    <a:pt x="5690" y="7970"/>
                  </a:cubicBezTo>
                  <a:cubicBezTo>
                    <a:pt x="4575" y="5479"/>
                    <a:pt x="6248" y="3120"/>
                    <a:pt x="8726" y="2549"/>
                  </a:cubicBezTo>
                  <a:cubicBezTo>
                    <a:pt x="9216" y="2436"/>
                    <a:pt x="9709" y="2376"/>
                    <a:pt x="10189" y="2376"/>
                  </a:cubicBezTo>
                  <a:close/>
                  <a:moveTo>
                    <a:pt x="18119" y="1"/>
                  </a:moveTo>
                  <a:cubicBezTo>
                    <a:pt x="14782" y="718"/>
                    <a:pt x="11360" y="1187"/>
                    <a:pt x="8013" y="1747"/>
                  </a:cubicBezTo>
                  <a:cubicBezTo>
                    <a:pt x="5360" y="2190"/>
                    <a:pt x="2685" y="2695"/>
                    <a:pt x="1" y="3104"/>
                  </a:cubicBezTo>
                  <a:cubicBezTo>
                    <a:pt x="549" y="6415"/>
                    <a:pt x="1099" y="9721"/>
                    <a:pt x="1730" y="13023"/>
                  </a:cubicBezTo>
                  <a:cubicBezTo>
                    <a:pt x="4398" y="12552"/>
                    <a:pt x="7082" y="12135"/>
                    <a:pt x="9726" y="11583"/>
                  </a:cubicBezTo>
                  <a:cubicBezTo>
                    <a:pt x="12994" y="10901"/>
                    <a:pt x="16234" y="10032"/>
                    <a:pt x="19497" y="9315"/>
                  </a:cubicBezTo>
                  <a:cubicBezTo>
                    <a:pt x="18957" y="6238"/>
                    <a:pt x="18445" y="3116"/>
                    <a:pt x="18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>
              <a:extLst>
                <a:ext uri="{FF2B5EF4-FFF2-40B4-BE49-F238E27FC236}">
                  <a16:creationId xmlns:a16="http://schemas.microsoft.com/office/drawing/2014/main" id="{8DB0CC73-5D02-F080-181A-5AEF27A87728}"/>
                </a:ext>
              </a:extLst>
            </p:cNvPr>
            <p:cNvSpPr/>
            <p:nvPr/>
          </p:nvSpPr>
          <p:spPr>
            <a:xfrm>
              <a:off x="8475163" y="2830250"/>
              <a:ext cx="613575" cy="409800"/>
            </a:xfrm>
            <a:custGeom>
              <a:avLst/>
              <a:gdLst/>
              <a:ahLst/>
              <a:cxnLst/>
              <a:rect l="l" t="t" r="r" b="b"/>
              <a:pathLst>
                <a:path w="24543" h="16392" extrusionOk="0">
                  <a:moveTo>
                    <a:pt x="21315" y="795"/>
                  </a:moveTo>
                  <a:lnTo>
                    <a:pt x="21382" y="1412"/>
                  </a:lnTo>
                  <a:cubicBezTo>
                    <a:pt x="21521" y="2699"/>
                    <a:pt x="21655" y="3986"/>
                    <a:pt x="21823" y="5269"/>
                  </a:cubicBezTo>
                  <a:cubicBezTo>
                    <a:pt x="22062" y="7101"/>
                    <a:pt x="22325" y="8934"/>
                    <a:pt x="22595" y="10764"/>
                  </a:cubicBezTo>
                  <a:lnTo>
                    <a:pt x="22689" y="11379"/>
                  </a:lnTo>
                  <a:lnTo>
                    <a:pt x="22136" y="11537"/>
                  </a:lnTo>
                  <a:cubicBezTo>
                    <a:pt x="18779" y="12475"/>
                    <a:pt x="15308" y="13138"/>
                    <a:pt x="11925" y="13836"/>
                  </a:cubicBezTo>
                  <a:cubicBezTo>
                    <a:pt x="9449" y="14351"/>
                    <a:pt x="6932" y="14915"/>
                    <a:pt x="4405" y="15363"/>
                  </a:cubicBezTo>
                  <a:lnTo>
                    <a:pt x="3867" y="15458"/>
                  </a:lnTo>
                  <a:lnTo>
                    <a:pt x="3683" y="14698"/>
                  </a:lnTo>
                  <a:cubicBezTo>
                    <a:pt x="2912" y="11446"/>
                    <a:pt x="2257" y="8116"/>
                    <a:pt x="1795" y="4785"/>
                  </a:cubicBezTo>
                  <a:lnTo>
                    <a:pt x="1699" y="4044"/>
                  </a:lnTo>
                  <a:lnTo>
                    <a:pt x="2403" y="3936"/>
                  </a:lnTo>
                  <a:cubicBezTo>
                    <a:pt x="4927" y="3548"/>
                    <a:pt x="7460" y="3211"/>
                    <a:pt x="9968" y="2795"/>
                  </a:cubicBezTo>
                  <a:cubicBezTo>
                    <a:pt x="13497" y="2211"/>
                    <a:pt x="17030" y="1443"/>
                    <a:pt x="20579" y="905"/>
                  </a:cubicBezTo>
                  <a:lnTo>
                    <a:pt x="21315" y="795"/>
                  </a:lnTo>
                  <a:close/>
                  <a:moveTo>
                    <a:pt x="22808" y="0"/>
                  </a:moveTo>
                  <a:cubicBezTo>
                    <a:pt x="18607" y="902"/>
                    <a:pt x="14301" y="1496"/>
                    <a:pt x="10087" y="2199"/>
                  </a:cubicBezTo>
                  <a:cubicBezTo>
                    <a:pt x="6745" y="2757"/>
                    <a:pt x="3376" y="3391"/>
                    <a:pt x="1" y="3905"/>
                  </a:cubicBezTo>
                  <a:cubicBezTo>
                    <a:pt x="687" y="8075"/>
                    <a:pt x="1381" y="12236"/>
                    <a:pt x="2178" y="16391"/>
                  </a:cubicBezTo>
                  <a:cubicBezTo>
                    <a:pt x="5537" y="15803"/>
                    <a:pt x="8913" y="15277"/>
                    <a:pt x="12243" y="14583"/>
                  </a:cubicBezTo>
                  <a:cubicBezTo>
                    <a:pt x="16356" y="13724"/>
                    <a:pt x="20435" y="12630"/>
                    <a:pt x="24543" y="11726"/>
                  </a:cubicBezTo>
                  <a:cubicBezTo>
                    <a:pt x="23861" y="7853"/>
                    <a:pt x="23218" y="3922"/>
                    <a:pt x="228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>
              <a:extLst>
                <a:ext uri="{FF2B5EF4-FFF2-40B4-BE49-F238E27FC236}">
                  <a16:creationId xmlns:a16="http://schemas.microsoft.com/office/drawing/2014/main" id="{D738F4A7-2E25-1B41-20EB-EF097FA23FC2}"/>
                </a:ext>
              </a:extLst>
            </p:cNvPr>
            <p:cNvSpPr/>
            <p:nvPr/>
          </p:nvSpPr>
          <p:spPr>
            <a:xfrm>
              <a:off x="8449088" y="2805725"/>
              <a:ext cx="660650" cy="461475"/>
            </a:xfrm>
            <a:custGeom>
              <a:avLst/>
              <a:gdLst/>
              <a:ahLst/>
              <a:cxnLst/>
              <a:rect l="l" t="t" r="r" b="b"/>
              <a:pathLst>
                <a:path w="26426" h="18459" extrusionOk="0">
                  <a:moveTo>
                    <a:pt x="23851" y="981"/>
                  </a:moveTo>
                  <a:cubicBezTo>
                    <a:pt x="24261" y="4903"/>
                    <a:pt x="24904" y="8834"/>
                    <a:pt x="25586" y="12707"/>
                  </a:cubicBezTo>
                  <a:cubicBezTo>
                    <a:pt x="21478" y="13611"/>
                    <a:pt x="17399" y="14705"/>
                    <a:pt x="13286" y="15564"/>
                  </a:cubicBezTo>
                  <a:cubicBezTo>
                    <a:pt x="9956" y="16258"/>
                    <a:pt x="6580" y="16784"/>
                    <a:pt x="3221" y="17372"/>
                  </a:cubicBezTo>
                  <a:cubicBezTo>
                    <a:pt x="2424" y="13217"/>
                    <a:pt x="1730" y="9056"/>
                    <a:pt x="1044" y="4886"/>
                  </a:cubicBezTo>
                  <a:cubicBezTo>
                    <a:pt x="4419" y="4372"/>
                    <a:pt x="7788" y="3738"/>
                    <a:pt x="11130" y="3180"/>
                  </a:cubicBezTo>
                  <a:cubicBezTo>
                    <a:pt x="15344" y="2477"/>
                    <a:pt x="19650" y="1886"/>
                    <a:pt x="23851" y="981"/>
                  </a:cubicBezTo>
                  <a:close/>
                  <a:moveTo>
                    <a:pt x="24698" y="0"/>
                  </a:moveTo>
                  <a:lnTo>
                    <a:pt x="23770" y="137"/>
                  </a:lnTo>
                  <a:cubicBezTo>
                    <a:pt x="19306" y="816"/>
                    <a:pt x="14856" y="1780"/>
                    <a:pt x="10413" y="2520"/>
                  </a:cubicBezTo>
                  <a:cubicBezTo>
                    <a:pt x="7257" y="3044"/>
                    <a:pt x="4065" y="3467"/>
                    <a:pt x="890" y="3953"/>
                  </a:cubicBezTo>
                  <a:lnTo>
                    <a:pt x="0" y="4089"/>
                  </a:lnTo>
                  <a:lnTo>
                    <a:pt x="125" y="5022"/>
                  </a:lnTo>
                  <a:cubicBezTo>
                    <a:pt x="706" y="9216"/>
                    <a:pt x="1532" y="13408"/>
                    <a:pt x="2501" y="17502"/>
                  </a:cubicBezTo>
                  <a:lnTo>
                    <a:pt x="2733" y="18459"/>
                  </a:lnTo>
                  <a:lnTo>
                    <a:pt x="3410" y="18339"/>
                  </a:lnTo>
                  <a:cubicBezTo>
                    <a:pt x="6589" y="17774"/>
                    <a:pt x="9759" y="17064"/>
                    <a:pt x="12877" y="16420"/>
                  </a:cubicBezTo>
                  <a:cubicBezTo>
                    <a:pt x="17136" y="15537"/>
                    <a:pt x="21507" y="14705"/>
                    <a:pt x="25732" y="13523"/>
                  </a:cubicBezTo>
                  <a:lnTo>
                    <a:pt x="26426" y="13324"/>
                  </a:lnTo>
                  <a:lnTo>
                    <a:pt x="26309" y="12552"/>
                  </a:lnTo>
                  <a:cubicBezTo>
                    <a:pt x="25969" y="10248"/>
                    <a:pt x="25639" y="7941"/>
                    <a:pt x="25335" y="5630"/>
                  </a:cubicBezTo>
                  <a:cubicBezTo>
                    <a:pt x="25127" y="4020"/>
                    <a:pt x="24957" y="2398"/>
                    <a:pt x="24782" y="776"/>
                  </a:cubicBezTo>
                  <a:lnTo>
                    <a:pt x="246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>
              <a:extLst>
                <a:ext uri="{FF2B5EF4-FFF2-40B4-BE49-F238E27FC236}">
                  <a16:creationId xmlns:a16="http://schemas.microsoft.com/office/drawing/2014/main" id="{2149C163-4662-ADDE-4892-5F8EB7314030}"/>
                </a:ext>
              </a:extLst>
            </p:cNvPr>
            <p:cNvSpPr/>
            <p:nvPr/>
          </p:nvSpPr>
          <p:spPr>
            <a:xfrm>
              <a:off x="8517638" y="2850100"/>
              <a:ext cx="524750" cy="366625"/>
            </a:xfrm>
            <a:custGeom>
              <a:avLst/>
              <a:gdLst/>
              <a:ahLst/>
              <a:cxnLst/>
              <a:rect l="l" t="t" r="r" b="b"/>
              <a:pathLst>
                <a:path w="20990" h="14665" extrusionOk="0">
                  <a:moveTo>
                    <a:pt x="18944" y="781"/>
                  </a:moveTo>
                  <a:cubicBezTo>
                    <a:pt x="19270" y="3896"/>
                    <a:pt x="19782" y="7018"/>
                    <a:pt x="20322" y="10095"/>
                  </a:cubicBezTo>
                  <a:cubicBezTo>
                    <a:pt x="17059" y="10812"/>
                    <a:pt x="13819" y="11681"/>
                    <a:pt x="10551" y="12363"/>
                  </a:cubicBezTo>
                  <a:cubicBezTo>
                    <a:pt x="7905" y="12915"/>
                    <a:pt x="5223" y="13332"/>
                    <a:pt x="2555" y="13803"/>
                  </a:cubicBezTo>
                  <a:cubicBezTo>
                    <a:pt x="1921" y="10501"/>
                    <a:pt x="1374" y="7193"/>
                    <a:pt x="826" y="3884"/>
                  </a:cubicBezTo>
                  <a:lnTo>
                    <a:pt x="826" y="3881"/>
                  </a:lnTo>
                  <a:cubicBezTo>
                    <a:pt x="3508" y="3475"/>
                    <a:pt x="6185" y="2970"/>
                    <a:pt x="8838" y="2527"/>
                  </a:cubicBezTo>
                  <a:cubicBezTo>
                    <a:pt x="12185" y="1967"/>
                    <a:pt x="15607" y="1498"/>
                    <a:pt x="18944" y="781"/>
                  </a:cubicBezTo>
                  <a:close/>
                  <a:moveTo>
                    <a:pt x="19616" y="1"/>
                  </a:moveTo>
                  <a:lnTo>
                    <a:pt x="18880" y="111"/>
                  </a:lnTo>
                  <a:cubicBezTo>
                    <a:pt x="15331" y="649"/>
                    <a:pt x="11798" y="1417"/>
                    <a:pt x="8269" y="2001"/>
                  </a:cubicBezTo>
                  <a:cubicBezTo>
                    <a:pt x="5761" y="2417"/>
                    <a:pt x="3228" y="2754"/>
                    <a:pt x="704" y="3142"/>
                  </a:cubicBezTo>
                  <a:lnTo>
                    <a:pt x="0" y="3250"/>
                  </a:lnTo>
                  <a:lnTo>
                    <a:pt x="96" y="3991"/>
                  </a:lnTo>
                  <a:cubicBezTo>
                    <a:pt x="558" y="7322"/>
                    <a:pt x="1213" y="10652"/>
                    <a:pt x="1984" y="13904"/>
                  </a:cubicBezTo>
                  <a:lnTo>
                    <a:pt x="2168" y="14664"/>
                  </a:lnTo>
                  <a:lnTo>
                    <a:pt x="2706" y="14569"/>
                  </a:lnTo>
                  <a:cubicBezTo>
                    <a:pt x="5233" y="14121"/>
                    <a:pt x="7750" y="13557"/>
                    <a:pt x="10226" y="13042"/>
                  </a:cubicBezTo>
                  <a:cubicBezTo>
                    <a:pt x="13609" y="12344"/>
                    <a:pt x="17080" y="11681"/>
                    <a:pt x="20437" y="10743"/>
                  </a:cubicBezTo>
                  <a:lnTo>
                    <a:pt x="20990" y="10585"/>
                  </a:lnTo>
                  <a:lnTo>
                    <a:pt x="20896" y="9970"/>
                  </a:lnTo>
                  <a:cubicBezTo>
                    <a:pt x="20626" y="8140"/>
                    <a:pt x="20363" y="6307"/>
                    <a:pt x="20124" y="4475"/>
                  </a:cubicBezTo>
                  <a:cubicBezTo>
                    <a:pt x="19956" y="3192"/>
                    <a:pt x="19825" y="1905"/>
                    <a:pt x="19683" y="618"/>
                  </a:cubicBezTo>
                  <a:lnTo>
                    <a:pt x="1961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>
              <a:extLst>
                <a:ext uri="{FF2B5EF4-FFF2-40B4-BE49-F238E27FC236}">
                  <a16:creationId xmlns:a16="http://schemas.microsoft.com/office/drawing/2014/main" id="{A2E8357B-1A79-F3A5-F2BF-1721FA2E3C3F}"/>
                </a:ext>
              </a:extLst>
            </p:cNvPr>
            <p:cNvSpPr/>
            <p:nvPr/>
          </p:nvSpPr>
          <p:spPr>
            <a:xfrm>
              <a:off x="8652638" y="2929025"/>
              <a:ext cx="241475" cy="201350"/>
            </a:xfrm>
            <a:custGeom>
              <a:avLst/>
              <a:gdLst/>
              <a:ahLst/>
              <a:cxnLst/>
              <a:rect l="l" t="t" r="r" b="b"/>
              <a:pathLst>
                <a:path w="9659" h="8054" extrusionOk="0">
                  <a:moveTo>
                    <a:pt x="5619" y="711"/>
                  </a:moveTo>
                  <a:cubicBezTo>
                    <a:pt x="7195" y="711"/>
                    <a:pt x="8644" y="1479"/>
                    <a:pt x="8805" y="3356"/>
                  </a:cubicBezTo>
                  <a:cubicBezTo>
                    <a:pt x="8974" y="5361"/>
                    <a:pt x="7659" y="6806"/>
                    <a:pt x="5910" y="7316"/>
                  </a:cubicBezTo>
                  <a:cubicBezTo>
                    <a:pt x="5631" y="7362"/>
                    <a:pt x="5351" y="7386"/>
                    <a:pt x="5075" y="7386"/>
                  </a:cubicBezTo>
                  <a:cubicBezTo>
                    <a:pt x="3781" y="7386"/>
                    <a:pt x="2563" y="6852"/>
                    <a:pt x="1871" y="5536"/>
                  </a:cubicBezTo>
                  <a:cubicBezTo>
                    <a:pt x="814" y="3524"/>
                    <a:pt x="2106" y="1514"/>
                    <a:pt x="4139" y="925"/>
                  </a:cubicBezTo>
                  <a:cubicBezTo>
                    <a:pt x="4621" y="786"/>
                    <a:pt x="5126" y="711"/>
                    <a:pt x="5619" y="711"/>
                  </a:cubicBezTo>
                  <a:close/>
                  <a:moveTo>
                    <a:pt x="5612" y="0"/>
                  </a:moveTo>
                  <a:cubicBezTo>
                    <a:pt x="5133" y="0"/>
                    <a:pt x="4640" y="59"/>
                    <a:pt x="4151" y="172"/>
                  </a:cubicBezTo>
                  <a:cubicBezTo>
                    <a:pt x="1673" y="743"/>
                    <a:pt x="0" y="3102"/>
                    <a:pt x="1115" y="5593"/>
                  </a:cubicBezTo>
                  <a:cubicBezTo>
                    <a:pt x="1834" y="7206"/>
                    <a:pt x="3379" y="8053"/>
                    <a:pt x="4982" y="8053"/>
                  </a:cubicBezTo>
                  <a:cubicBezTo>
                    <a:pt x="5671" y="8053"/>
                    <a:pt x="6372" y="7897"/>
                    <a:pt x="7022" y="7576"/>
                  </a:cubicBezTo>
                  <a:cubicBezTo>
                    <a:pt x="8601" y="6854"/>
                    <a:pt x="9659" y="5201"/>
                    <a:pt x="9496" y="3315"/>
                  </a:cubicBezTo>
                  <a:cubicBezTo>
                    <a:pt x="9294" y="990"/>
                    <a:pt x="7575" y="0"/>
                    <a:pt x="56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>
              <a:extLst>
                <a:ext uri="{FF2B5EF4-FFF2-40B4-BE49-F238E27FC236}">
                  <a16:creationId xmlns:a16="http://schemas.microsoft.com/office/drawing/2014/main" id="{EEA5332E-E411-46AE-E1D2-7A6836CE0BEA}"/>
                </a:ext>
              </a:extLst>
            </p:cNvPr>
            <p:cNvSpPr/>
            <p:nvPr/>
          </p:nvSpPr>
          <p:spPr>
            <a:xfrm>
              <a:off x="8743613" y="2956175"/>
              <a:ext cx="90825" cy="146575"/>
            </a:xfrm>
            <a:custGeom>
              <a:avLst/>
              <a:gdLst/>
              <a:ahLst/>
              <a:cxnLst/>
              <a:rect l="l" t="t" r="r" b="b"/>
              <a:pathLst>
                <a:path w="3633" h="5863" extrusionOk="0">
                  <a:moveTo>
                    <a:pt x="1402" y="1306"/>
                  </a:moveTo>
                  <a:cubicBezTo>
                    <a:pt x="1436" y="1818"/>
                    <a:pt x="1481" y="2335"/>
                    <a:pt x="1536" y="2851"/>
                  </a:cubicBezTo>
                  <a:cubicBezTo>
                    <a:pt x="1481" y="2857"/>
                    <a:pt x="1424" y="2860"/>
                    <a:pt x="1366" y="2860"/>
                  </a:cubicBezTo>
                  <a:cubicBezTo>
                    <a:pt x="1347" y="2860"/>
                    <a:pt x="1328" y="2859"/>
                    <a:pt x="1309" y="2859"/>
                  </a:cubicBezTo>
                  <a:cubicBezTo>
                    <a:pt x="337" y="2804"/>
                    <a:pt x="610" y="1696"/>
                    <a:pt x="1249" y="1368"/>
                  </a:cubicBezTo>
                  <a:cubicBezTo>
                    <a:pt x="1299" y="1342"/>
                    <a:pt x="1350" y="1325"/>
                    <a:pt x="1402" y="1306"/>
                  </a:cubicBezTo>
                  <a:close/>
                  <a:moveTo>
                    <a:pt x="2314" y="3375"/>
                  </a:moveTo>
                  <a:cubicBezTo>
                    <a:pt x="2720" y="3485"/>
                    <a:pt x="2716" y="3959"/>
                    <a:pt x="2400" y="4220"/>
                  </a:cubicBezTo>
                  <a:cubicBezTo>
                    <a:pt x="2376" y="3940"/>
                    <a:pt x="2342" y="3658"/>
                    <a:pt x="2314" y="3375"/>
                  </a:cubicBezTo>
                  <a:close/>
                  <a:moveTo>
                    <a:pt x="1623" y="1"/>
                  </a:moveTo>
                  <a:cubicBezTo>
                    <a:pt x="1485" y="1"/>
                    <a:pt x="1334" y="103"/>
                    <a:pt x="1342" y="265"/>
                  </a:cubicBezTo>
                  <a:cubicBezTo>
                    <a:pt x="1350" y="425"/>
                    <a:pt x="1359" y="586"/>
                    <a:pt x="1366" y="748"/>
                  </a:cubicBezTo>
                  <a:cubicBezTo>
                    <a:pt x="1256" y="772"/>
                    <a:pt x="1146" y="803"/>
                    <a:pt x="1039" y="851"/>
                  </a:cubicBezTo>
                  <a:cubicBezTo>
                    <a:pt x="438" y="1110"/>
                    <a:pt x="0" y="1691"/>
                    <a:pt x="79" y="2363"/>
                  </a:cubicBezTo>
                  <a:cubicBezTo>
                    <a:pt x="151" y="2952"/>
                    <a:pt x="586" y="3414"/>
                    <a:pt x="1180" y="3464"/>
                  </a:cubicBezTo>
                  <a:cubicBezTo>
                    <a:pt x="1207" y="3466"/>
                    <a:pt x="1235" y="3467"/>
                    <a:pt x="1263" y="3467"/>
                  </a:cubicBezTo>
                  <a:cubicBezTo>
                    <a:pt x="1378" y="3467"/>
                    <a:pt x="1491" y="3449"/>
                    <a:pt x="1603" y="3426"/>
                  </a:cubicBezTo>
                  <a:cubicBezTo>
                    <a:pt x="1646" y="3773"/>
                    <a:pt x="1694" y="4120"/>
                    <a:pt x="1749" y="4462"/>
                  </a:cubicBezTo>
                  <a:cubicBezTo>
                    <a:pt x="1527" y="4490"/>
                    <a:pt x="1297" y="4498"/>
                    <a:pt x="1091" y="4524"/>
                  </a:cubicBezTo>
                  <a:cubicBezTo>
                    <a:pt x="854" y="4553"/>
                    <a:pt x="802" y="4916"/>
                    <a:pt x="1060" y="4957"/>
                  </a:cubicBezTo>
                  <a:cubicBezTo>
                    <a:pt x="1247" y="4989"/>
                    <a:pt x="1445" y="5008"/>
                    <a:pt x="1645" y="5008"/>
                  </a:cubicBezTo>
                  <a:cubicBezTo>
                    <a:pt x="1709" y="5008"/>
                    <a:pt x="1774" y="5006"/>
                    <a:pt x="1838" y="5002"/>
                  </a:cubicBezTo>
                  <a:cubicBezTo>
                    <a:pt x="1878" y="5232"/>
                    <a:pt x="1921" y="5459"/>
                    <a:pt x="1969" y="5684"/>
                  </a:cubicBezTo>
                  <a:cubicBezTo>
                    <a:pt x="1994" y="5809"/>
                    <a:pt x="2087" y="5863"/>
                    <a:pt x="2187" y="5863"/>
                  </a:cubicBezTo>
                  <a:cubicBezTo>
                    <a:pt x="2328" y="5863"/>
                    <a:pt x="2483" y="5755"/>
                    <a:pt x="2479" y="5589"/>
                  </a:cubicBezTo>
                  <a:cubicBezTo>
                    <a:pt x="2472" y="5352"/>
                    <a:pt x="2452" y="5112"/>
                    <a:pt x="2438" y="4873"/>
                  </a:cubicBezTo>
                  <a:cubicBezTo>
                    <a:pt x="2663" y="4787"/>
                    <a:pt x="2866" y="4658"/>
                    <a:pt x="3029" y="4462"/>
                  </a:cubicBezTo>
                  <a:cubicBezTo>
                    <a:pt x="3388" y="4026"/>
                    <a:pt x="3424" y="3320"/>
                    <a:pt x="2957" y="2945"/>
                  </a:cubicBezTo>
                  <a:cubicBezTo>
                    <a:pt x="2767" y="2788"/>
                    <a:pt x="2571" y="2743"/>
                    <a:pt x="2370" y="2743"/>
                  </a:cubicBezTo>
                  <a:cubicBezTo>
                    <a:pt x="2328" y="2743"/>
                    <a:pt x="2286" y="2745"/>
                    <a:pt x="2244" y="2749"/>
                  </a:cubicBezTo>
                  <a:cubicBezTo>
                    <a:pt x="2177" y="2232"/>
                    <a:pt x="2101" y="1717"/>
                    <a:pt x="2015" y="1208"/>
                  </a:cubicBezTo>
                  <a:lnTo>
                    <a:pt x="2015" y="1208"/>
                  </a:lnTo>
                  <a:cubicBezTo>
                    <a:pt x="2414" y="1222"/>
                    <a:pt x="2814" y="1363"/>
                    <a:pt x="3189" y="1514"/>
                  </a:cubicBezTo>
                  <a:cubicBezTo>
                    <a:pt x="3222" y="1528"/>
                    <a:pt x="3254" y="1534"/>
                    <a:pt x="3284" y="1534"/>
                  </a:cubicBezTo>
                  <a:cubicBezTo>
                    <a:pt x="3502" y="1534"/>
                    <a:pt x="3633" y="1210"/>
                    <a:pt x="3393" y="1100"/>
                  </a:cubicBezTo>
                  <a:cubicBezTo>
                    <a:pt x="2938" y="892"/>
                    <a:pt x="2431" y="717"/>
                    <a:pt x="1926" y="698"/>
                  </a:cubicBezTo>
                  <a:cubicBezTo>
                    <a:pt x="1895" y="524"/>
                    <a:pt x="1866" y="344"/>
                    <a:pt x="1835" y="172"/>
                  </a:cubicBezTo>
                  <a:cubicBezTo>
                    <a:pt x="1812" y="52"/>
                    <a:pt x="1721" y="1"/>
                    <a:pt x="1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>
              <a:extLst>
                <a:ext uri="{FF2B5EF4-FFF2-40B4-BE49-F238E27FC236}">
                  <a16:creationId xmlns:a16="http://schemas.microsoft.com/office/drawing/2014/main" id="{3EE8392E-E3AD-A319-A2F9-1BB46C6E0217}"/>
                </a:ext>
              </a:extLst>
            </p:cNvPr>
            <p:cNvSpPr/>
            <p:nvPr/>
          </p:nvSpPr>
          <p:spPr>
            <a:xfrm>
              <a:off x="8560263" y="2953175"/>
              <a:ext cx="20700" cy="37300"/>
            </a:xfrm>
            <a:custGeom>
              <a:avLst/>
              <a:gdLst/>
              <a:ahLst/>
              <a:cxnLst/>
              <a:rect l="l" t="t" r="r" b="b"/>
              <a:pathLst>
                <a:path w="828" h="1492" extrusionOk="0">
                  <a:moveTo>
                    <a:pt x="551" y="0"/>
                  </a:moveTo>
                  <a:cubicBezTo>
                    <a:pt x="475" y="0"/>
                    <a:pt x="402" y="37"/>
                    <a:pt x="370" y="124"/>
                  </a:cubicBezTo>
                  <a:cubicBezTo>
                    <a:pt x="233" y="483"/>
                    <a:pt x="68" y="852"/>
                    <a:pt x="20" y="1239"/>
                  </a:cubicBezTo>
                  <a:cubicBezTo>
                    <a:pt x="1" y="1389"/>
                    <a:pt x="118" y="1492"/>
                    <a:pt x="238" y="1492"/>
                  </a:cubicBezTo>
                  <a:cubicBezTo>
                    <a:pt x="308" y="1492"/>
                    <a:pt x="378" y="1457"/>
                    <a:pt x="422" y="1376"/>
                  </a:cubicBezTo>
                  <a:cubicBezTo>
                    <a:pt x="606" y="1034"/>
                    <a:pt x="690" y="639"/>
                    <a:pt x="788" y="266"/>
                  </a:cubicBezTo>
                  <a:cubicBezTo>
                    <a:pt x="828" y="112"/>
                    <a:pt x="684" y="0"/>
                    <a:pt x="5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>
              <a:extLst>
                <a:ext uri="{FF2B5EF4-FFF2-40B4-BE49-F238E27FC236}">
                  <a16:creationId xmlns:a16="http://schemas.microsoft.com/office/drawing/2014/main" id="{D74E7AA9-8A1C-972C-BF7D-66D6DA3697B6}"/>
                </a:ext>
              </a:extLst>
            </p:cNvPr>
            <p:cNvSpPr/>
            <p:nvPr/>
          </p:nvSpPr>
          <p:spPr>
            <a:xfrm>
              <a:off x="8580488" y="2975225"/>
              <a:ext cx="22125" cy="31225"/>
            </a:xfrm>
            <a:custGeom>
              <a:avLst/>
              <a:gdLst/>
              <a:ahLst/>
              <a:cxnLst/>
              <a:rect l="l" t="t" r="r" b="b"/>
              <a:pathLst>
                <a:path w="885" h="1249" extrusionOk="0">
                  <a:moveTo>
                    <a:pt x="612" y="0"/>
                  </a:moveTo>
                  <a:cubicBezTo>
                    <a:pt x="541" y="0"/>
                    <a:pt x="468" y="37"/>
                    <a:pt x="417" y="123"/>
                  </a:cubicBezTo>
                  <a:cubicBezTo>
                    <a:pt x="252" y="405"/>
                    <a:pt x="106" y="659"/>
                    <a:pt x="34" y="982"/>
                  </a:cubicBezTo>
                  <a:cubicBezTo>
                    <a:pt x="1" y="1127"/>
                    <a:pt x="135" y="1248"/>
                    <a:pt x="264" y="1248"/>
                  </a:cubicBezTo>
                  <a:cubicBezTo>
                    <a:pt x="321" y="1248"/>
                    <a:pt x="376" y="1225"/>
                    <a:pt x="417" y="1171"/>
                  </a:cubicBezTo>
                  <a:cubicBezTo>
                    <a:pt x="618" y="905"/>
                    <a:pt x="714" y="632"/>
                    <a:pt x="824" y="321"/>
                  </a:cubicBezTo>
                  <a:cubicBezTo>
                    <a:pt x="884" y="142"/>
                    <a:pt x="752" y="0"/>
                    <a:pt x="6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>
              <a:extLst>
                <a:ext uri="{FF2B5EF4-FFF2-40B4-BE49-F238E27FC236}">
                  <a16:creationId xmlns:a16="http://schemas.microsoft.com/office/drawing/2014/main" id="{16254410-E6AF-0B7E-11AD-E8AD9D623300}"/>
                </a:ext>
              </a:extLst>
            </p:cNvPr>
            <p:cNvSpPr/>
            <p:nvPr/>
          </p:nvSpPr>
          <p:spPr>
            <a:xfrm>
              <a:off x="8981088" y="3065700"/>
              <a:ext cx="36650" cy="41325"/>
            </a:xfrm>
            <a:custGeom>
              <a:avLst/>
              <a:gdLst/>
              <a:ahLst/>
              <a:cxnLst/>
              <a:rect l="l" t="t" r="r" b="b"/>
              <a:pathLst>
                <a:path w="1466" h="1653" extrusionOk="0">
                  <a:moveTo>
                    <a:pt x="1117" y="0"/>
                  </a:moveTo>
                  <a:cubicBezTo>
                    <a:pt x="1054" y="0"/>
                    <a:pt x="993" y="25"/>
                    <a:pt x="947" y="83"/>
                  </a:cubicBezTo>
                  <a:cubicBezTo>
                    <a:pt x="626" y="492"/>
                    <a:pt x="310" y="889"/>
                    <a:pt x="78" y="1358"/>
                  </a:cubicBezTo>
                  <a:cubicBezTo>
                    <a:pt x="0" y="1518"/>
                    <a:pt x="131" y="1652"/>
                    <a:pt x="271" y="1652"/>
                  </a:cubicBezTo>
                  <a:cubicBezTo>
                    <a:pt x="324" y="1652"/>
                    <a:pt x="378" y="1633"/>
                    <a:pt x="423" y="1588"/>
                  </a:cubicBezTo>
                  <a:cubicBezTo>
                    <a:pt x="794" y="1217"/>
                    <a:pt x="1069" y="789"/>
                    <a:pt x="1354" y="353"/>
                  </a:cubicBezTo>
                  <a:cubicBezTo>
                    <a:pt x="1466" y="183"/>
                    <a:pt x="1288" y="0"/>
                    <a:pt x="1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>
              <a:extLst>
                <a:ext uri="{FF2B5EF4-FFF2-40B4-BE49-F238E27FC236}">
                  <a16:creationId xmlns:a16="http://schemas.microsoft.com/office/drawing/2014/main" id="{E273B0CA-72F1-1027-6F79-F024D939EBB4}"/>
                </a:ext>
              </a:extLst>
            </p:cNvPr>
            <p:cNvSpPr/>
            <p:nvPr/>
          </p:nvSpPr>
          <p:spPr>
            <a:xfrm>
              <a:off x="8965013" y="3063625"/>
              <a:ext cx="26750" cy="27800"/>
            </a:xfrm>
            <a:custGeom>
              <a:avLst/>
              <a:gdLst/>
              <a:ahLst/>
              <a:cxnLst/>
              <a:rect l="l" t="t" r="r" b="b"/>
              <a:pathLst>
                <a:path w="1070" h="1112" extrusionOk="0">
                  <a:moveTo>
                    <a:pt x="729" y="1"/>
                  </a:moveTo>
                  <a:cubicBezTo>
                    <a:pt x="668" y="1"/>
                    <a:pt x="607" y="25"/>
                    <a:pt x="561" y="82"/>
                  </a:cubicBezTo>
                  <a:cubicBezTo>
                    <a:pt x="374" y="314"/>
                    <a:pt x="207" y="534"/>
                    <a:pt x="80" y="802"/>
                  </a:cubicBezTo>
                  <a:cubicBezTo>
                    <a:pt x="0" y="971"/>
                    <a:pt x="136" y="1111"/>
                    <a:pt x="282" y="1111"/>
                  </a:cubicBezTo>
                  <a:cubicBezTo>
                    <a:pt x="337" y="1111"/>
                    <a:pt x="394" y="1091"/>
                    <a:pt x="441" y="1044"/>
                  </a:cubicBezTo>
                  <a:cubicBezTo>
                    <a:pt x="654" y="834"/>
                    <a:pt x="805" y="599"/>
                    <a:pt x="963" y="348"/>
                  </a:cubicBezTo>
                  <a:cubicBezTo>
                    <a:pt x="1070" y="178"/>
                    <a:pt x="896" y="1"/>
                    <a:pt x="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484;p26">
            <a:extLst>
              <a:ext uri="{FF2B5EF4-FFF2-40B4-BE49-F238E27FC236}">
                <a16:creationId xmlns:a16="http://schemas.microsoft.com/office/drawing/2014/main" id="{C8DEC7E3-613C-D93C-BB28-BE772C531D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4850" y="1545767"/>
            <a:ext cx="5026050" cy="2773988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The Interview Day</a:t>
            </a:r>
            <a:endParaRPr sz="6000" dirty="0"/>
          </a:p>
        </p:txBody>
      </p:sp>
      <p:sp>
        <p:nvSpPr>
          <p:cNvPr id="13" name="Google Shape;460;p25">
            <a:extLst>
              <a:ext uri="{FF2B5EF4-FFF2-40B4-BE49-F238E27FC236}">
                <a16:creationId xmlns:a16="http://schemas.microsoft.com/office/drawing/2014/main" id="{1C62FB73-CBE6-8AC2-29E4-0BB892718AFC}"/>
              </a:ext>
            </a:extLst>
          </p:cNvPr>
          <p:cNvSpPr txBox="1">
            <a:spLocks/>
          </p:cNvSpPr>
          <p:nvPr/>
        </p:nvSpPr>
        <p:spPr>
          <a:xfrm>
            <a:off x="715100" y="535000"/>
            <a:ext cx="7713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IN" dirty="0"/>
              <a:t>The D-Day :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91995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870ADA17-4163-18FA-5389-E9C94F2F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0E158-EB06-18DD-7D9A-789F1F64A1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561" y="0"/>
            <a:ext cx="9147561" cy="5139104"/>
          </a:xfrm>
          <a:prstGeom prst="rect">
            <a:avLst/>
          </a:prstGeom>
        </p:spPr>
      </p:pic>
      <p:grpSp>
        <p:nvGrpSpPr>
          <p:cNvPr id="607" name="Google Shape;607;p32">
            <a:extLst>
              <a:ext uri="{FF2B5EF4-FFF2-40B4-BE49-F238E27FC236}">
                <a16:creationId xmlns:a16="http://schemas.microsoft.com/office/drawing/2014/main" id="{CE12AA58-D097-750F-2AFD-61BD5BE3414F}"/>
              </a:ext>
            </a:extLst>
          </p:cNvPr>
          <p:cNvGrpSpPr/>
          <p:nvPr/>
        </p:nvGrpSpPr>
        <p:grpSpPr>
          <a:xfrm rot="-2700000">
            <a:off x="8272573" y="4188613"/>
            <a:ext cx="312659" cy="276737"/>
            <a:chOff x="5383800" y="4852900"/>
            <a:chExt cx="297675" cy="263475"/>
          </a:xfrm>
        </p:grpSpPr>
        <p:sp>
          <p:nvSpPr>
            <p:cNvPr id="608" name="Google Shape;608;p32">
              <a:extLst>
                <a:ext uri="{FF2B5EF4-FFF2-40B4-BE49-F238E27FC236}">
                  <a16:creationId xmlns:a16="http://schemas.microsoft.com/office/drawing/2014/main" id="{9ACB8891-8B02-099F-ABA2-162101A18D9E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2">
              <a:extLst>
                <a:ext uri="{FF2B5EF4-FFF2-40B4-BE49-F238E27FC236}">
                  <a16:creationId xmlns:a16="http://schemas.microsoft.com/office/drawing/2014/main" id="{27B79DA1-F9E1-7007-521C-3D5B132C27C0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484;p26">
            <a:extLst>
              <a:ext uri="{FF2B5EF4-FFF2-40B4-BE49-F238E27FC236}">
                <a16:creationId xmlns:a16="http://schemas.microsoft.com/office/drawing/2014/main" id="{848E2BEF-9618-7F51-BC7F-4B506C285A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2802" y="3506666"/>
            <a:ext cx="3575434" cy="1028699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What Are you </a:t>
            </a:r>
            <a:r>
              <a:rPr lang="en" sz="3200" dirty="0">
                <a:solidFill>
                  <a:srgbClr val="C00000"/>
                </a:solidFill>
              </a:rPr>
              <a:t>Going</a:t>
            </a:r>
            <a:r>
              <a:rPr lang="en" sz="3200" dirty="0"/>
              <a:t> to Do?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184685959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9ADB1A4F-2CFB-4BF0-3FB6-D2B2C989A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740B5578-D246-E11D-CBD2-676CBBB55A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1046947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49761CDD-FB69-4C91-98BA-E4B4F8F4737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5103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Wear attire appropriate for the company culture (formal for corporate roles, smart casual for startups).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Ensure your clothes are clean, well-fitted, and wrinkle-free.</a:t>
            </a:r>
          </a:p>
          <a:p>
            <a:pPr marL="158750" indent="0"/>
            <a:endParaRPr lang="en-US" dirty="0"/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F5C1814E-60EE-2C46-94E3-D74C71C56C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05103" y="2111413"/>
            <a:ext cx="2342958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Dress Professionally</a:t>
            </a:r>
            <a:endParaRPr dirty="0"/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22E5D566-785C-8465-1257-4ADD36BF4EDD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rgbClr val="C00000"/>
                </a:solidFill>
              </a:rPr>
              <a:t>D-Day</a:t>
            </a:r>
            <a:r>
              <a:rPr lang="en" dirty="0"/>
              <a:t> Continue.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90AA5371-94F6-0F6D-FA19-A741083DFC81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12EA21D2-82C3-DA3D-464F-F722B51FE07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Printed copies of your resume (at least 3).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 list of references (if required).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Portfolio, certificates, or work samples relevant to the job.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Government-issued ID for verification (if needed).</a:t>
            </a:r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E0D5453D-B36F-2191-C5C7-59AFEC170D2F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00489" y="2111413"/>
            <a:ext cx="2495363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Essential Documents</a:t>
            </a:r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164BFDD6-B0A9-DB6D-A83E-055FDDBE4B7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65" name="Google Shape;465;p25">
            <a:extLst>
              <a:ext uri="{FF2B5EF4-FFF2-40B4-BE49-F238E27FC236}">
                <a16:creationId xmlns:a16="http://schemas.microsoft.com/office/drawing/2014/main" id="{C6E41694-700D-1EA9-DBE6-EEE25F0C607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Reach the venue 10-15 minutes before the scheduled time.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Factor in extra time for unexpected delays like traffic or security checks.</a:t>
            </a:r>
            <a:endParaRPr dirty="0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2143F3F9-BA5C-C93E-AE59-708D36891BD3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895897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Arrive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Early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AA63769D-3CDF-F12C-23C0-748178DA50D9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464312F7-A329-6D69-84A8-7F57AD562CCD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77E82AB7-ED8D-F269-C3D2-1F6F06D4A308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942417CE-7739-FF99-C2B0-A6C213CD6E09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662138B3-FBA3-B8FF-CC51-BA8BB3FE1742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5BBBFD56-9FBE-6356-CF7A-A5393556186F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03789EE8-4446-A702-B026-A4AB6723BC64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AEA829E8-743A-CB2B-B0AE-077CC3BBF663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5424E443-A590-BFF8-E8D8-73CC4DDD40DC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D13C68D8-C7AF-35FC-AAE4-AA16F03ECDF3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41F202B3-1797-AC4C-0812-192C386CA690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3F908BD9-81DD-9D05-175D-94D75387A64A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40524C7A-6FF1-FC34-0A86-B18FFAF8C781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9563776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C5548E42-8A19-1AF5-A121-96530727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3E208B37-2D83-F4BA-C02A-CD70D027A8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1046947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70593842-1312-63E6-E9F0-DA274B0363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8766" y="336007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Practice responses to typical interview questions like: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    "</a:t>
            </a:r>
            <a:r>
              <a:rPr lang="en-US" dirty="0">
                <a:solidFill>
                  <a:srgbClr val="C00000"/>
                </a:solidFill>
              </a:rPr>
              <a:t>Tell me about yourself</a:t>
            </a:r>
            <a:r>
              <a:rPr lang="en-US" dirty="0"/>
              <a:t>."</a:t>
            </a:r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FAF9EC7C-E6A8-657B-B314-600AF82F980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78808" y="2515301"/>
            <a:ext cx="2342958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Prepare for Common Questions</a:t>
            </a:r>
            <a:endParaRPr dirty="0"/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201EC228-6DAB-95CB-8B63-4C55A26691FB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rgbClr val="C00000"/>
                </a:solidFill>
              </a:rPr>
              <a:t>D-Day</a:t>
            </a:r>
            <a:r>
              <a:rPr lang="en" dirty="0"/>
              <a:t> Continue.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87F30522-882A-90EB-F807-FCD44A6579D8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5C2716DE-F6F2-2EB2-89A3-49169CAA7FB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Offer a firm handshake (if in person) and maintain good eye contact.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Sit up straight and avoid fidgeting.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Smile genuinely to appear approachable and enthusiastic.</a:t>
            </a:r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70BB9F33-326D-59E6-253C-1969E9EED3E4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00489" y="2111413"/>
            <a:ext cx="2495363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Body Language Matters</a:t>
            </a:r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83874002-4FF9-FAF9-B81A-52B82E08A70C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65" name="Google Shape;465;p25">
            <a:extLst>
              <a:ext uri="{FF2B5EF4-FFF2-40B4-BE49-F238E27FC236}">
                <a16:creationId xmlns:a16="http://schemas.microsoft.com/office/drawing/2014/main" id="{4D08D32A-6608-B66E-E96C-2699E8B0AAA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Keep everything ready the night before (outfit, documents, transportation).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Double-check the interview time, venue, and contact details.</a:t>
            </a:r>
            <a:endParaRPr dirty="0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8D8CE470-C1FF-1F0A-1766-DA301118564F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922192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Avoid Last-Minute Panic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3438B60B-2DC6-990D-3025-3014A6EA7E19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335D12B3-A752-22B9-F196-6FC79A57D390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BFCEC7BF-E497-F733-7221-44C337FE035B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B473F60A-01E5-20AD-B147-39630E722175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BDA62A9A-4F15-329D-4D30-767F6AA9554C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3D6CC4DD-123D-2908-18FF-56345B419D30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6A51C472-4082-7501-491C-1123C4063834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93EF34AE-5014-F96B-33FF-62B2A82232BE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C5161F15-9B09-0EFE-6659-71272FB1B97A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8D033ABC-119B-DD9A-5F61-55A162E39D3D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50046064-ED09-7DAF-D543-4FA66E285166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05FB5DC7-BEB7-852F-25BB-56F00544C29C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9576B13A-F665-0BFA-94FF-2A633FC121EB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51386835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94E2D1A1-8AD1-EAC5-35A8-E14F907B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EC48E3C1-7AFB-2D88-E76F-0383F12DDB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932" y="2439946"/>
            <a:ext cx="4794300" cy="71971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You - 2 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1CAEBA56-86E6-B063-69D7-F649AD630A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52141" y="1542750"/>
            <a:ext cx="1170737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86" name="Google Shape;486;p26">
            <a:extLst>
              <a:ext uri="{FF2B5EF4-FFF2-40B4-BE49-F238E27FC236}">
                <a16:creationId xmlns:a16="http://schemas.microsoft.com/office/drawing/2014/main" id="{913F470A-C45D-60FC-4736-E8E2663CB14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9011" y="3212996"/>
            <a:ext cx="47943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you tell them about </a:t>
            </a:r>
            <a:r>
              <a:rPr lang="en" dirty="0">
                <a:solidFill>
                  <a:srgbClr val="C00000"/>
                </a:solidFill>
              </a:rPr>
              <a:t>You, In person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400B2219-F483-72FF-3C87-03B59D1A8697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364018FB-4F55-5349-47D2-D0D2A04B0CE2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693EDE55-09EB-7C17-FF6A-73B649AC038B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C9D69267-D612-FBFD-3597-66032A319E46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040BBE99-C565-29E6-9299-A90F886C3FCE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FD1E915C-5610-FF0E-9853-048CE7B56C05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D3489868-1BA6-89C5-5D26-30BCB6689172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31D7815C-C58F-1EA6-C6DE-8E0BF4300A89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B2564B71-206D-E2F1-945F-9B0028AE893A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FD1FF768-8F6B-E1E9-F9EF-BFBC66C3798D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C8DD6ACD-6ECF-41CF-7820-6E30A8ECC06E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097B04BD-4558-FF90-1934-46B7BC84C4DF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7A94D1B2-A371-0568-BDDA-B24253A9F0FB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389BC5B0-4CAB-F39A-744C-1D926662517F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B7A30A63-DE6C-19FB-6521-A7F765C0A969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184B5A55-BA2A-64BA-B389-6B469CF32513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B2063110-1135-3244-B98A-E5E8A850F3F9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46092201-BA87-0626-0C10-7D71B6564ADB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3BA41BB4-14C6-04F5-65CA-744E3DC0EACF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67DCF9EC-8669-D966-E89A-053BB3325DBF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99EB98C8-C1ED-3B7F-1B1F-061F992E261A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85;p26">
            <a:extLst>
              <a:ext uri="{FF2B5EF4-FFF2-40B4-BE49-F238E27FC236}">
                <a16:creationId xmlns:a16="http://schemas.microsoft.com/office/drawing/2014/main" id="{23D52BCC-3748-D5E3-83E1-7F2EB6E91C33}"/>
              </a:ext>
            </a:extLst>
          </p:cNvPr>
          <p:cNvSpPr txBox="1">
            <a:spLocks/>
          </p:cNvSpPr>
          <p:nvPr/>
        </p:nvSpPr>
        <p:spPr>
          <a:xfrm>
            <a:off x="4331082" y="1918310"/>
            <a:ext cx="1532169" cy="5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accen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r>
              <a:rPr lang="en" sz="2400" dirty="0"/>
              <a:t>Chaper</a:t>
            </a:r>
          </a:p>
        </p:txBody>
      </p:sp>
    </p:spTree>
    <p:extLst>
      <p:ext uri="{BB962C8B-B14F-4D97-AF65-F5344CB8AC3E}">
        <p14:creationId xmlns:p14="http://schemas.microsoft.com/office/powerpoint/2010/main" val="1825363327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FA7D5FE8-0FB5-7F67-2DD4-9104C4D4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7D55F-ED45-9832-91C4-A9A6DB9D4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6"/>
            <a:ext cx="9144000" cy="5134708"/>
          </a:xfrm>
          <a:prstGeom prst="rect">
            <a:avLst/>
          </a:prstGeom>
        </p:spPr>
      </p:pic>
      <p:sp>
        <p:nvSpPr>
          <p:cNvPr id="601" name="Google Shape;601;p32">
            <a:extLst>
              <a:ext uri="{FF2B5EF4-FFF2-40B4-BE49-F238E27FC236}">
                <a16:creationId xmlns:a16="http://schemas.microsoft.com/office/drawing/2014/main" id="{CCF8DEAE-655E-F375-9386-89C4002684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4315164"/>
            <a:ext cx="7713900" cy="6468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00000"/>
                </a:solidFill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Tell me about yourself”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602" name="Google Shape;602;p32">
            <a:extLst>
              <a:ext uri="{FF2B5EF4-FFF2-40B4-BE49-F238E27FC236}">
                <a16:creationId xmlns:a16="http://schemas.microsoft.com/office/drawing/2014/main" id="{F9178035-2B1F-E38D-5825-DF6ED9D3DC9C}"/>
              </a:ext>
            </a:extLst>
          </p:cNvPr>
          <p:cNvGrpSpPr/>
          <p:nvPr/>
        </p:nvGrpSpPr>
        <p:grpSpPr>
          <a:xfrm>
            <a:off x="487344" y="4671956"/>
            <a:ext cx="455521" cy="411817"/>
            <a:chOff x="6648725" y="1944825"/>
            <a:chExt cx="401800" cy="363250"/>
          </a:xfrm>
        </p:grpSpPr>
        <p:sp>
          <p:nvSpPr>
            <p:cNvPr id="603" name="Google Shape;603;p32">
              <a:extLst>
                <a:ext uri="{FF2B5EF4-FFF2-40B4-BE49-F238E27FC236}">
                  <a16:creationId xmlns:a16="http://schemas.microsoft.com/office/drawing/2014/main" id="{1E5FF05C-2DB8-3AD9-B352-4A787595EA68}"/>
                </a:ext>
              </a:extLst>
            </p:cNvPr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2">
              <a:extLst>
                <a:ext uri="{FF2B5EF4-FFF2-40B4-BE49-F238E27FC236}">
                  <a16:creationId xmlns:a16="http://schemas.microsoft.com/office/drawing/2014/main" id="{5D528439-F0F8-3AF1-DC08-330999427E37}"/>
                </a:ext>
              </a:extLst>
            </p:cNvPr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2">
              <a:extLst>
                <a:ext uri="{FF2B5EF4-FFF2-40B4-BE49-F238E27FC236}">
                  <a16:creationId xmlns:a16="http://schemas.microsoft.com/office/drawing/2014/main" id="{6FCCDFAC-CB31-0EF8-11A4-A72817180E55}"/>
                </a:ext>
              </a:extLst>
            </p:cNvPr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2">
              <a:extLst>
                <a:ext uri="{FF2B5EF4-FFF2-40B4-BE49-F238E27FC236}">
                  <a16:creationId xmlns:a16="http://schemas.microsoft.com/office/drawing/2014/main" id="{F3E1929E-4E77-9AEB-0C82-A9BE3AE266F5}"/>
                </a:ext>
              </a:extLst>
            </p:cNvPr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32">
            <a:extLst>
              <a:ext uri="{FF2B5EF4-FFF2-40B4-BE49-F238E27FC236}">
                <a16:creationId xmlns:a16="http://schemas.microsoft.com/office/drawing/2014/main" id="{7DB41101-2FA3-865A-7AF9-AB80E528ADAA}"/>
              </a:ext>
            </a:extLst>
          </p:cNvPr>
          <p:cNvGrpSpPr/>
          <p:nvPr/>
        </p:nvGrpSpPr>
        <p:grpSpPr>
          <a:xfrm rot="-2700000">
            <a:off x="8272573" y="4188613"/>
            <a:ext cx="312659" cy="276737"/>
            <a:chOff x="5383800" y="4852900"/>
            <a:chExt cx="297675" cy="263475"/>
          </a:xfrm>
        </p:grpSpPr>
        <p:sp>
          <p:nvSpPr>
            <p:cNvPr id="608" name="Google Shape;608;p32">
              <a:extLst>
                <a:ext uri="{FF2B5EF4-FFF2-40B4-BE49-F238E27FC236}">
                  <a16:creationId xmlns:a16="http://schemas.microsoft.com/office/drawing/2014/main" id="{C4AD30EC-1773-C474-187B-388B7E5399D9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2">
              <a:extLst>
                <a:ext uri="{FF2B5EF4-FFF2-40B4-BE49-F238E27FC236}">
                  <a16:creationId xmlns:a16="http://schemas.microsoft.com/office/drawing/2014/main" id="{670530DB-0BFE-57F6-6114-50BC3429D349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57234942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D5FAB55A-07BD-3503-3D8C-A2D22DDA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CE2CFA36-BD83-4E58-E033-AC4CEFA634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1046947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95F5E9AA-0A12-C8E3-D7A5-F21B03B770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5103" y="2945851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Aim for a 1-2 minute introduction to keep it engaging and to the point.</a:t>
            </a:r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14CB5E2E-C1F7-90FC-D639-98E57281217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21440" y="2111413"/>
            <a:ext cx="2342958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Keep It Concise</a:t>
            </a:r>
            <a:endParaRPr dirty="0"/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ECA3A91B-CB29-1213-9FAD-A8D013196E0C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chemeClr val="tx1"/>
                </a:solidFill>
              </a:rPr>
              <a:t>Interview</a:t>
            </a:r>
            <a:r>
              <a:rPr lang="en" dirty="0">
                <a:solidFill>
                  <a:srgbClr val="C00000"/>
                </a:solidFill>
              </a:rPr>
              <a:t> : Introduction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C6274F5C-390D-3F64-7011-3F8CC87678F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3BD25ED5-77AA-F3CA-19B4-23296F098A75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00479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Offer a firm handshake (if in person) and maintain good eye contact.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Sit up straight and avoid fidgeting.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Smile genuinely to appear approachable and enthusiastic.</a:t>
            </a:r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EE6EEAB8-A926-A21C-886A-777C44535D77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00489" y="2111413"/>
            <a:ext cx="2495363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Body Language Matters</a:t>
            </a:r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829C9588-9B16-DE2D-655D-CA010EB023BA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65" name="Google Shape;465;p25">
            <a:extLst>
              <a:ext uri="{FF2B5EF4-FFF2-40B4-BE49-F238E27FC236}">
                <a16:creationId xmlns:a16="http://schemas.microsoft.com/office/drawing/2014/main" id="{62513B36-5024-6703-F906-EE2EFE9303DD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895875" y="29064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Begin with a warm and confident greeting, including the interviewer’s name if you know it.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Clearly state your full name.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Briefly mention where you’re from or your educational background, especially if it’s relevant.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Mention key skills or strengths relevant to the job.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FFEBC09A-FF05-3EDC-AF2D-A2B5CD24979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922192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Start with a Greeting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F2EAC431-DD3F-AC34-C9A9-196E5120E458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24A4080A-DC33-A380-B50C-19AD70109470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702B81EC-3A8C-833E-6762-4E89F2D1C4F3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826A25B1-9F9C-7771-0A7B-198679125E7F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C11DFCA5-E5CF-5F79-BC5B-CF7AF3F3BE85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F4117F57-3921-638C-42CA-456A0F171D39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5EF9E211-DC41-A58A-AF43-3D60C7FB9FA3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8C14B537-5B97-9ADE-114D-C388C483CA24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0912A824-709F-B705-7D57-7AB8BA579607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325BA44B-B7F4-75D6-3F9E-E2F4BF6AC52C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CC87D6D3-D4E3-C69E-F1A7-A99B28FEDB92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A66CAF9E-968D-544A-6654-1E7A77AC0DB7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E3230E83-1931-F0F7-CEE7-EFA7DE682460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1225394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421E2C70-50CA-685D-FE5C-ADECD9A3E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7">
            <a:extLst>
              <a:ext uri="{FF2B5EF4-FFF2-40B4-BE49-F238E27FC236}">
                <a16:creationId xmlns:a16="http://schemas.microsoft.com/office/drawing/2014/main" id="{9EA668F0-6943-8702-8098-7F29B4ECAF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4476025" cy="6192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Sample Self Intro</a:t>
            </a:r>
            <a:endParaRPr dirty="0"/>
          </a:p>
        </p:txBody>
      </p:sp>
      <p:sp>
        <p:nvSpPr>
          <p:cNvPr id="513" name="Google Shape;513;p27">
            <a:extLst>
              <a:ext uri="{FF2B5EF4-FFF2-40B4-BE49-F238E27FC236}">
                <a16:creationId xmlns:a16="http://schemas.microsoft.com/office/drawing/2014/main" id="{72C61B4C-C32B-5EED-13FA-5598CFE848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45204" y="1154200"/>
            <a:ext cx="3856800" cy="31683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“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Good morning, Mr. Kiran. Thank you for this opportunity. My name is [Your Name], and I recently graduated with a Masters' degree in Computer Science from [University Name]. During my academic journey, I gained hands-on experience in software development, particularly through my internship at </a:t>
            </a:r>
            <a:r>
              <a:rPr lang="en-US" sz="1200" dirty="0" err="1"/>
              <a:t>Voleergo</a:t>
            </a:r>
            <a:r>
              <a:rPr lang="en-US" sz="1200" dirty="0"/>
              <a:t> Solution LLP, where I developed an automation tool that improved operational efficiency by 30%. I’m skilled in [key skills like Python, Java, or teamwork], and I’m particularly passionate about solving complex problems through technology. I’m excited about this opportunity to join [Company Name] because of its innovative projects in [specific area]. I look forward to discussing how I can contribute to your team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“</a:t>
            </a:r>
          </a:p>
        </p:txBody>
      </p:sp>
      <p:pic>
        <p:nvPicPr>
          <p:cNvPr id="514" name="Google Shape;514;p27">
            <a:extLst>
              <a:ext uri="{FF2B5EF4-FFF2-40B4-BE49-F238E27FC236}">
                <a16:creationId xmlns:a16="http://schemas.microsoft.com/office/drawing/2014/main" id="{ECA88C8B-E4E9-9CE6-E158-5C5BD579CEDA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1108" r="21108"/>
          <a:stretch/>
        </p:blipFill>
        <p:spPr>
          <a:xfrm>
            <a:off x="552449" y="1269500"/>
            <a:ext cx="2894149" cy="3339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20145594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33B094D5-FAB6-3C19-7EDC-DF773BD2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E2548487-DFDA-93EA-834B-5FC416310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932" y="2439946"/>
            <a:ext cx="4794300" cy="71971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to Expect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75142069-2247-777B-2248-61E7E1C1122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52141" y="1542750"/>
            <a:ext cx="1170737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86" name="Google Shape;486;p26">
            <a:extLst>
              <a:ext uri="{FF2B5EF4-FFF2-40B4-BE49-F238E27FC236}">
                <a16:creationId xmlns:a16="http://schemas.microsoft.com/office/drawing/2014/main" id="{4A0FB638-A270-53C5-440E-C41CE86E60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9011" y="3212996"/>
            <a:ext cx="4794300" cy="2766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General Ques</a:t>
            </a:r>
            <a:r>
              <a:rPr lang="en-IN" dirty="0"/>
              <a:t>t</a:t>
            </a:r>
            <a:r>
              <a:rPr lang="en" dirty="0"/>
              <a:t>ions and technical stuff during the interview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24DE176E-870B-E7C7-317C-7EF2BD564C86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1A3124D8-62E7-99E0-CC61-178D730E5A5B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042506B5-59E7-2A87-3B21-D15FBDA8DECA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C0552ADB-C7FC-C53D-FE35-AECD35DD6288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176B3E1B-592D-1F0D-D94E-8852AE567768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0AFAAA3C-1CEE-260E-D605-DE39E1EE4DFB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9316B7DB-FD15-2C8C-ABB1-82C7092D64A7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9E6CA168-D423-5D62-633A-D58E47A09707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02AF8D21-9461-38DC-C4EB-A25DADC43079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2FD937AC-2D58-E009-E6AA-B0B1B4165D0F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1E361EF9-F2A8-B57C-F586-5760794DE5AF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DE7D3280-03C2-C97D-EBA9-E611479FDBFD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CC1F0C5F-95AE-6469-0DD4-B628CDBEDF85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86769B83-5726-1A3D-9572-4C371CB42A83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E7ABB71E-75E8-420E-C739-FEF380B64E6E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AEFE36E1-68B1-ECF7-140D-265FBE0C55D0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404C4B85-5A2B-4FA1-9267-E5F5F83E86C9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ADB81C31-722A-C57A-0789-15EF8B916981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6752FEF8-6862-5311-5E55-467D6ABFD979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9B21DDD7-E956-0192-965E-5D6E6349AC35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449F9959-1547-DB3E-D1F1-4948FDA6215C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85;p26">
            <a:extLst>
              <a:ext uri="{FF2B5EF4-FFF2-40B4-BE49-F238E27FC236}">
                <a16:creationId xmlns:a16="http://schemas.microsoft.com/office/drawing/2014/main" id="{D46879EE-2D8E-B1D1-583C-18D89A9FAFA9}"/>
              </a:ext>
            </a:extLst>
          </p:cNvPr>
          <p:cNvSpPr txBox="1">
            <a:spLocks/>
          </p:cNvSpPr>
          <p:nvPr/>
        </p:nvSpPr>
        <p:spPr>
          <a:xfrm>
            <a:off x="4331082" y="1918310"/>
            <a:ext cx="1532169" cy="5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accen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r>
              <a:rPr lang="en" sz="2400" dirty="0"/>
              <a:t>Chaper</a:t>
            </a:r>
          </a:p>
        </p:txBody>
      </p:sp>
    </p:spTree>
    <p:extLst>
      <p:ext uri="{BB962C8B-B14F-4D97-AF65-F5344CB8AC3E}">
        <p14:creationId xmlns:p14="http://schemas.microsoft.com/office/powerpoint/2010/main" val="2528033030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0CB48088-956E-B044-4333-B9416E705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FEDA7-4003-637A-F566-274D7C0135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2250" y="-3075674"/>
            <a:ext cx="6618351" cy="11748553"/>
          </a:xfrm>
          <a:prstGeom prst="rect">
            <a:avLst/>
          </a:prstGeom>
        </p:spPr>
      </p:pic>
      <p:sp>
        <p:nvSpPr>
          <p:cNvPr id="601" name="Google Shape;601;p32">
            <a:extLst>
              <a:ext uri="{FF2B5EF4-FFF2-40B4-BE49-F238E27FC236}">
                <a16:creationId xmlns:a16="http://schemas.microsoft.com/office/drawing/2014/main" id="{FEA95A7A-546C-492A-EAA5-E2FD963DBE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5905" y="2248350"/>
            <a:ext cx="7713900" cy="6468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00000"/>
                </a:solidFill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Ready for an interview ?”</a:t>
            </a:r>
            <a:endParaRPr dirty="0">
              <a:solidFill>
                <a:srgbClr val="C00000"/>
              </a:solidFill>
            </a:endParaRPr>
          </a:p>
        </p:txBody>
      </p:sp>
      <p:grpSp>
        <p:nvGrpSpPr>
          <p:cNvPr id="602" name="Google Shape;602;p32">
            <a:extLst>
              <a:ext uri="{FF2B5EF4-FFF2-40B4-BE49-F238E27FC236}">
                <a16:creationId xmlns:a16="http://schemas.microsoft.com/office/drawing/2014/main" id="{9F516809-7FC0-D204-0C55-6F7EB532FCF0}"/>
              </a:ext>
            </a:extLst>
          </p:cNvPr>
          <p:cNvGrpSpPr/>
          <p:nvPr/>
        </p:nvGrpSpPr>
        <p:grpSpPr>
          <a:xfrm>
            <a:off x="487344" y="4671956"/>
            <a:ext cx="455521" cy="411817"/>
            <a:chOff x="6648725" y="1944825"/>
            <a:chExt cx="401800" cy="363250"/>
          </a:xfrm>
        </p:grpSpPr>
        <p:sp>
          <p:nvSpPr>
            <p:cNvPr id="603" name="Google Shape;603;p32">
              <a:extLst>
                <a:ext uri="{FF2B5EF4-FFF2-40B4-BE49-F238E27FC236}">
                  <a16:creationId xmlns:a16="http://schemas.microsoft.com/office/drawing/2014/main" id="{7FB22193-EDBD-5AFF-4EE4-0D954F229BDB}"/>
                </a:ext>
              </a:extLst>
            </p:cNvPr>
            <p:cNvSpPr/>
            <p:nvPr/>
          </p:nvSpPr>
          <p:spPr>
            <a:xfrm>
              <a:off x="6673750" y="1973050"/>
              <a:ext cx="353575" cy="307225"/>
            </a:xfrm>
            <a:custGeom>
              <a:avLst/>
              <a:gdLst/>
              <a:ahLst/>
              <a:cxnLst/>
              <a:rect l="l" t="t" r="r" b="b"/>
              <a:pathLst>
                <a:path w="14143" h="12289" extrusionOk="0">
                  <a:moveTo>
                    <a:pt x="9886" y="2913"/>
                  </a:moveTo>
                  <a:cubicBezTo>
                    <a:pt x="10625" y="2913"/>
                    <a:pt x="11223" y="3302"/>
                    <a:pt x="11376" y="4397"/>
                  </a:cubicBezTo>
                  <a:cubicBezTo>
                    <a:pt x="11731" y="6905"/>
                    <a:pt x="9017" y="9264"/>
                    <a:pt x="7137" y="10434"/>
                  </a:cubicBezTo>
                  <a:cubicBezTo>
                    <a:pt x="7044" y="10492"/>
                    <a:pt x="6953" y="10516"/>
                    <a:pt x="6868" y="10516"/>
                  </a:cubicBezTo>
                  <a:cubicBezTo>
                    <a:pt x="6844" y="10516"/>
                    <a:pt x="6820" y="10514"/>
                    <a:pt x="6797" y="10510"/>
                  </a:cubicBezTo>
                  <a:cubicBezTo>
                    <a:pt x="6742" y="10508"/>
                    <a:pt x="6685" y="10501"/>
                    <a:pt x="6620" y="10477"/>
                  </a:cubicBezTo>
                  <a:cubicBezTo>
                    <a:pt x="4491" y="9685"/>
                    <a:pt x="2433" y="7417"/>
                    <a:pt x="2737" y="4984"/>
                  </a:cubicBezTo>
                  <a:cubicBezTo>
                    <a:pt x="2898" y="3710"/>
                    <a:pt x="3891" y="3073"/>
                    <a:pt x="4918" y="3073"/>
                  </a:cubicBezTo>
                  <a:cubicBezTo>
                    <a:pt x="5698" y="3073"/>
                    <a:pt x="6498" y="3441"/>
                    <a:pt x="6967" y="4175"/>
                  </a:cubicBezTo>
                  <a:cubicBezTo>
                    <a:pt x="7741" y="3561"/>
                    <a:pt x="8931" y="2913"/>
                    <a:pt x="9886" y="2913"/>
                  </a:cubicBezTo>
                  <a:close/>
                  <a:moveTo>
                    <a:pt x="7859" y="0"/>
                  </a:moveTo>
                  <a:cubicBezTo>
                    <a:pt x="4541" y="98"/>
                    <a:pt x="1620" y="1715"/>
                    <a:pt x="591" y="5237"/>
                  </a:cubicBezTo>
                  <a:cubicBezTo>
                    <a:pt x="0" y="7254"/>
                    <a:pt x="69" y="9936"/>
                    <a:pt x="1998" y="11235"/>
                  </a:cubicBezTo>
                  <a:cubicBezTo>
                    <a:pt x="3154" y="12014"/>
                    <a:pt x="4743" y="12288"/>
                    <a:pt x="6183" y="12288"/>
                  </a:cubicBezTo>
                  <a:cubicBezTo>
                    <a:pt x="6495" y="12288"/>
                    <a:pt x="6800" y="12275"/>
                    <a:pt x="7091" y="12252"/>
                  </a:cubicBezTo>
                  <a:cubicBezTo>
                    <a:pt x="10989" y="11941"/>
                    <a:pt x="14142" y="8735"/>
                    <a:pt x="13319" y="4677"/>
                  </a:cubicBezTo>
                  <a:cubicBezTo>
                    <a:pt x="12757" y="1890"/>
                    <a:pt x="10431" y="316"/>
                    <a:pt x="78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2">
              <a:extLst>
                <a:ext uri="{FF2B5EF4-FFF2-40B4-BE49-F238E27FC236}">
                  <a16:creationId xmlns:a16="http://schemas.microsoft.com/office/drawing/2014/main" id="{F86F56D7-6F7F-03FF-EA98-10DCFACA97C4}"/>
                </a:ext>
              </a:extLst>
            </p:cNvPr>
            <p:cNvSpPr/>
            <p:nvPr/>
          </p:nvSpPr>
          <p:spPr>
            <a:xfrm>
              <a:off x="6765550" y="2071425"/>
              <a:ext cx="177950" cy="136750"/>
            </a:xfrm>
            <a:custGeom>
              <a:avLst/>
              <a:gdLst/>
              <a:ahLst/>
              <a:cxnLst/>
              <a:rect l="l" t="t" r="r" b="b"/>
              <a:pathLst>
                <a:path w="7118" h="5470" extrusionOk="0">
                  <a:moveTo>
                    <a:pt x="5845" y="0"/>
                  </a:moveTo>
                  <a:cubicBezTo>
                    <a:pt x="5712" y="0"/>
                    <a:pt x="5561" y="18"/>
                    <a:pt x="5388" y="58"/>
                  </a:cubicBezTo>
                  <a:cubicBezTo>
                    <a:pt x="4695" y="218"/>
                    <a:pt x="3953" y="819"/>
                    <a:pt x="3362" y="1211"/>
                  </a:cubicBezTo>
                  <a:cubicBezTo>
                    <a:pt x="3297" y="1254"/>
                    <a:pt x="3232" y="1273"/>
                    <a:pt x="3170" y="1273"/>
                  </a:cubicBezTo>
                  <a:cubicBezTo>
                    <a:pt x="3064" y="1273"/>
                    <a:pt x="2968" y="1219"/>
                    <a:pt x="2895" y="1140"/>
                  </a:cubicBezTo>
                  <a:cubicBezTo>
                    <a:pt x="2874" y="1125"/>
                    <a:pt x="2852" y="1118"/>
                    <a:pt x="2831" y="1099"/>
                  </a:cubicBezTo>
                  <a:cubicBezTo>
                    <a:pt x="2395" y="715"/>
                    <a:pt x="1719" y="205"/>
                    <a:pt x="1129" y="205"/>
                  </a:cubicBezTo>
                  <a:cubicBezTo>
                    <a:pt x="763" y="205"/>
                    <a:pt x="430" y="401"/>
                    <a:pt x="206" y="943"/>
                  </a:cubicBezTo>
                  <a:cubicBezTo>
                    <a:pt x="1" y="1448"/>
                    <a:pt x="221" y="2197"/>
                    <a:pt x="398" y="2685"/>
                  </a:cubicBezTo>
                  <a:cubicBezTo>
                    <a:pt x="869" y="3965"/>
                    <a:pt x="1886" y="4929"/>
                    <a:pt x="3118" y="5470"/>
                  </a:cubicBezTo>
                  <a:cubicBezTo>
                    <a:pt x="4278" y="4645"/>
                    <a:pt x="5470" y="3666"/>
                    <a:pt x="6209" y="2436"/>
                  </a:cubicBezTo>
                  <a:cubicBezTo>
                    <a:pt x="6658" y="1693"/>
                    <a:pt x="7118" y="0"/>
                    <a:pt x="58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2">
              <a:extLst>
                <a:ext uri="{FF2B5EF4-FFF2-40B4-BE49-F238E27FC236}">
                  <a16:creationId xmlns:a16="http://schemas.microsoft.com/office/drawing/2014/main" id="{96EF2056-F332-A040-F9BF-6AACE8D410E7}"/>
                </a:ext>
              </a:extLst>
            </p:cNvPr>
            <p:cNvSpPr/>
            <p:nvPr/>
          </p:nvSpPr>
          <p:spPr>
            <a:xfrm>
              <a:off x="6734575" y="2045900"/>
              <a:ext cx="232400" cy="190050"/>
            </a:xfrm>
            <a:custGeom>
              <a:avLst/>
              <a:gdLst/>
              <a:ahLst/>
              <a:cxnLst/>
              <a:rect l="l" t="t" r="r" b="b"/>
              <a:pathLst>
                <a:path w="9296" h="7602" extrusionOk="0">
                  <a:moveTo>
                    <a:pt x="7084" y="1021"/>
                  </a:moveTo>
                  <a:cubicBezTo>
                    <a:pt x="8357" y="1021"/>
                    <a:pt x="7897" y="2714"/>
                    <a:pt x="7448" y="3457"/>
                  </a:cubicBezTo>
                  <a:cubicBezTo>
                    <a:pt x="6709" y="4687"/>
                    <a:pt x="5517" y="5666"/>
                    <a:pt x="4357" y="6491"/>
                  </a:cubicBezTo>
                  <a:cubicBezTo>
                    <a:pt x="3125" y="5950"/>
                    <a:pt x="2108" y="4986"/>
                    <a:pt x="1637" y="3706"/>
                  </a:cubicBezTo>
                  <a:cubicBezTo>
                    <a:pt x="1460" y="3218"/>
                    <a:pt x="1240" y="2469"/>
                    <a:pt x="1448" y="1964"/>
                  </a:cubicBezTo>
                  <a:cubicBezTo>
                    <a:pt x="1670" y="1422"/>
                    <a:pt x="2003" y="1226"/>
                    <a:pt x="2368" y="1226"/>
                  </a:cubicBezTo>
                  <a:cubicBezTo>
                    <a:pt x="2958" y="1226"/>
                    <a:pt x="3634" y="1736"/>
                    <a:pt x="4070" y="2120"/>
                  </a:cubicBezTo>
                  <a:cubicBezTo>
                    <a:pt x="4091" y="2139"/>
                    <a:pt x="4113" y="2146"/>
                    <a:pt x="4137" y="2161"/>
                  </a:cubicBezTo>
                  <a:cubicBezTo>
                    <a:pt x="4208" y="2240"/>
                    <a:pt x="4304" y="2294"/>
                    <a:pt x="4409" y="2294"/>
                  </a:cubicBezTo>
                  <a:cubicBezTo>
                    <a:pt x="4471" y="2294"/>
                    <a:pt x="4536" y="2275"/>
                    <a:pt x="4601" y="2232"/>
                  </a:cubicBezTo>
                  <a:cubicBezTo>
                    <a:pt x="5192" y="1840"/>
                    <a:pt x="5934" y="1239"/>
                    <a:pt x="6627" y="1079"/>
                  </a:cubicBezTo>
                  <a:cubicBezTo>
                    <a:pt x="6800" y="1039"/>
                    <a:pt x="6951" y="1021"/>
                    <a:pt x="7084" y="1021"/>
                  </a:cubicBezTo>
                  <a:close/>
                  <a:moveTo>
                    <a:pt x="7452" y="0"/>
                  </a:moveTo>
                  <a:cubicBezTo>
                    <a:pt x="6498" y="0"/>
                    <a:pt x="5308" y="648"/>
                    <a:pt x="4534" y="1261"/>
                  </a:cubicBezTo>
                  <a:cubicBezTo>
                    <a:pt x="4065" y="527"/>
                    <a:pt x="3266" y="159"/>
                    <a:pt x="2486" y="159"/>
                  </a:cubicBezTo>
                  <a:cubicBezTo>
                    <a:pt x="1458" y="159"/>
                    <a:pt x="465" y="796"/>
                    <a:pt x="304" y="2072"/>
                  </a:cubicBezTo>
                  <a:cubicBezTo>
                    <a:pt x="0" y="4503"/>
                    <a:pt x="2058" y="6771"/>
                    <a:pt x="4187" y="7563"/>
                  </a:cubicBezTo>
                  <a:cubicBezTo>
                    <a:pt x="4252" y="7587"/>
                    <a:pt x="4309" y="7596"/>
                    <a:pt x="4364" y="7596"/>
                  </a:cubicBezTo>
                  <a:cubicBezTo>
                    <a:pt x="4387" y="7600"/>
                    <a:pt x="4411" y="7602"/>
                    <a:pt x="4435" y="7602"/>
                  </a:cubicBezTo>
                  <a:cubicBezTo>
                    <a:pt x="4520" y="7602"/>
                    <a:pt x="4611" y="7578"/>
                    <a:pt x="4704" y="7520"/>
                  </a:cubicBezTo>
                  <a:cubicBezTo>
                    <a:pt x="6584" y="6350"/>
                    <a:pt x="9295" y="3993"/>
                    <a:pt x="8943" y="1483"/>
                  </a:cubicBezTo>
                  <a:cubicBezTo>
                    <a:pt x="8790" y="389"/>
                    <a:pt x="8192" y="0"/>
                    <a:pt x="7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2">
              <a:extLst>
                <a:ext uri="{FF2B5EF4-FFF2-40B4-BE49-F238E27FC236}">
                  <a16:creationId xmlns:a16="http://schemas.microsoft.com/office/drawing/2014/main" id="{5CA6B487-2DA9-5BD4-83DC-BF3782F95DDD}"/>
                </a:ext>
              </a:extLst>
            </p:cNvPr>
            <p:cNvSpPr/>
            <p:nvPr/>
          </p:nvSpPr>
          <p:spPr>
            <a:xfrm>
              <a:off x="6648725" y="1944825"/>
              <a:ext cx="401800" cy="363250"/>
            </a:xfrm>
            <a:custGeom>
              <a:avLst/>
              <a:gdLst/>
              <a:ahLst/>
              <a:cxnLst/>
              <a:rect l="l" t="t" r="r" b="b"/>
              <a:pathLst>
                <a:path w="16072" h="14530" extrusionOk="0">
                  <a:moveTo>
                    <a:pt x="8860" y="1129"/>
                  </a:moveTo>
                  <a:cubicBezTo>
                    <a:pt x="11432" y="1445"/>
                    <a:pt x="13758" y="3019"/>
                    <a:pt x="14320" y="5806"/>
                  </a:cubicBezTo>
                  <a:cubicBezTo>
                    <a:pt x="15143" y="9864"/>
                    <a:pt x="11987" y="13070"/>
                    <a:pt x="8092" y="13381"/>
                  </a:cubicBezTo>
                  <a:cubicBezTo>
                    <a:pt x="7801" y="13404"/>
                    <a:pt x="7496" y="13417"/>
                    <a:pt x="7184" y="13417"/>
                  </a:cubicBezTo>
                  <a:cubicBezTo>
                    <a:pt x="5744" y="13417"/>
                    <a:pt x="4155" y="13143"/>
                    <a:pt x="2999" y="12364"/>
                  </a:cubicBezTo>
                  <a:cubicBezTo>
                    <a:pt x="1068" y="11065"/>
                    <a:pt x="1001" y="8383"/>
                    <a:pt x="1592" y="6366"/>
                  </a:cubicBezTo>
                  <a:cubicBezTo>
                    <a:pt x="2621" y="2844"/>
                    <a:pt x="5542" y="1227"/>
                    <a:pt x="8860" y="1129"/>
                  </a:cubicBezTo>
                  <a:close/>
                  <a:moveTo>
                    <a:pt x="8121" y="0"/>
                  </a:moveTo>
                  <a:cubicBezTo>
                    <a:pt x="4299" y="0"/>
                    <a:pt x="889" y="3392"/>
                    <a:pt x="305" y="7189"/>
                  </a:cubicBezTo>
                  <a:cubicBezTo>
                    <a:pt x="1" y="9161"/>
                    <a:pt x="290" y="11472"/>
                    <a:pt x="1870" y="12859"/>
                  </a:cubicBezTo>
                  <a:cubicBezTo>
                    <a:pt x="3260" y="14082"/>
                    <a:pt x="5334" y="14530"/>
                    <a:pt x="7227" y="14530"/>
                  </a:cubicBezTo>
                  <a:cubicBezTo>
                    <a:pt x="7621" y="14530"/>
                    <a:pt x="8007" y="14510"/>
                    <a:pt x="8377" y="14474"/>
                  </a:cubicBezTo>
                  <a:cubicBezTo>
                    <a:pt x="12727" y="14049"/>
                    <a:pt x="16071" y="10539"/>
                    <a:pt x="15433" y="6043"/>
                  </a:cubicBezTo>
                  <a:cubicBezTo>
                    <a:pt x="15002" y="2998"/>
                    <a:pt x="12468" y="639"/>
                    <a:pt x="9578" y="167"/>
                  </a:cubicBezTo>
                  <a:cubicBezTo>
                    <a:pt x="9089" y="54"/>
                    <a:pt x="8602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32">
            <a:extLst>
              <a:ext uri="{FF2B5EF4-FFF2-40B4-BE49-F238E27FC236}">
                <a16:creationId xmlns:a16="http://schemas.microsoft.com/office/drawing/2014/main" id="{69FE3746-9982-E46C-AA7B-1A55639BA0DC}"/>
              </a:ext>
            </a:extLst>
          </p:cNvPr>
          <p:cNvGrpSpPr/>
          <p:nvPr/>
        </p:nvGrpSpPr>
        <p:grpSpPr>
          <a:xfrm rot="-2700000">
            <a:off x="8272573" y="4188613"/>
            <a:ext cx="312659" cy="276737"/>
            <a:chOff x="5383800" y="4852900"/>
            <a:chExt cx="297675" cy="263475"/>
          </a:xfrm>
        </p:grpSpPr>
        <p:sp>
          <p:nvSpPr>
            <p:cNvPr id="608" name="Google Shape;608;p32">
              <a:extLst>
                <a:ext uri="{FF2B5EF4-FFF2-40B4-BE49-F238E27FC236}">
                  <a16:creationId xmlns:a16="http://schemas.microsoft.com/office/drawing/2014/main" id="{DE0736E9-AB79-F089-9976-C27806C7EAE0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2">
              <a:extLst>
                <a:ext uri="{FF2B5EF4-FFF2-40B4-BE49-F238E27FC236}">
                  <a16:creationId xmlns:a16="http://schemas.microsoft.com/office/drawing/2014/main" id="{4D57E5FC-B528-B00A-DC2E-B8E48459D7FF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95704263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988FCC0E-3B0D-2673-C5FD-CD384D2C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10D1951D-86FB-C1A7-6FAF-CC31E7B189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1046947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756C7E1F-A8FE-8924-1366-A080D480E1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8766" y="3742550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Hypothetical scenarios or puzzles.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CODE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Object oriented concepts</a:t>
            </a:r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4CFE2246-E8D9-A7D9-F2BE-93E43E67696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22079" y="2219875"/>
            <a:ext cx="2342958" cy="14723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Problem-Solving and Analytical Thinking</a:t>
            </a:r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EFD49AB2-7A74-925F-E655-07E28702C9E5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rgbClr val="C00000"/>
                </a:solidFill>
              </a:rPr>
              <a:t>Interview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1F9C9F1E-6C72-474F-B724-2C292A230373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ED81E923-CC33-83B3-4772-607ADF0C9F2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78843" y="3031301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Tell us about a time you worked on a group project.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What is your role when working in a team</a:t>
            </a:r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1862B30A-5A41-99B7-42AD-EBE7A1ED4355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400489" y="2111413"/>
            <a:ext cx="2495363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Teamwork and Collaboration</a:t>
            </a:r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A90B7A5A-7B17-F16B-DB6D-49BD2D7ED80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65" name="Google Shape;465;p25">
            <a:extLst>
              <a:ext uri="{FF2B5EF4-FFF2-40B4-BE49-F238E27FC236}">
                <a16:creationId xmlns:a16="http://schemas.microsoft.com/office/drawing/2014/main" id="{9D407A64-4EC3-B0BB-7C16-D60D635DC1A0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878921" y="3031301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Describe a time when you had to quickly learn something new.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What do you do when you don’t know the answer to a question?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87439129-6283-D2AA-F10D-50E4D40C7FB1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922192" y="2111413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Adaptability and Learning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D27D2FD8-3210-9359-9521-DA215378F507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21BBF752-9145-5E9B-890A-136729DB789E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810F79F2-2854-757A-4908-BE97604BBDFC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D11B4EC7-C4C0-35F8-2EF0-AC11B7F651F5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5BFF7148-5742-5AD8-F28E-63AECF9E5D7E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C6E9A60B-056A-71A9-31E4-C34D3E725686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1A8F040C-1BB7-D836-A616-987C4DF3A9BF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B84A6778-59C0-5052-32BB-12113B8F0430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CA08704F-3CBC-2AD1-CE04-B85B3885828C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4F8347E1-E597-DFEB-DD8E-B22AC599796D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AE971044-7057-C85D-459A-1C0E0C5A1491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03A209BB-F93D-1CC4-8D02-FA2D8CD60053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75B617D6-C58A-782E-7546-89201D2E846A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92383719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1B993EB1-5EB0-3BCD-1007-CF54364A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4BD3DBCC-623E-53E8-9312-CFC02E527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1046947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A21974E4-7E1E-26B9-6C8B-FF7893A3F5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78766" y="3742550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did you learn during your internship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Tell us about a time you solved a challenging problem at work or during a project.</a:t>
            </a:r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AE319AC2-B68A-29FD-5304-0B6A843935F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22079" y="2219875"/>
            <a:ext cx="2342958" cy="14723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Practical Experiences and Internships</a:t>
            </a:r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A537CD53-DDED-93C5-9E9B-7A9538B86BD6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rgbClr val="C00000"/>
                </a:solidFill>
              </a:rPr>
              <a:t>Interview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461" name="Google Shape;461;p25">
            <a:extLst>
              <a:ext uri="{FF2B5EF4-FFF2-40B4-BE49-F238E27FC236}">
                <a16:creationId xmlns:a16="http://schemas.microsoft.com/office/drawing/2014/main" id="{F64ECAEB-CBEC-E8DC-349A-FE1D6670BB44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3400490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62" name="Google Shape;462;p25">
            <a:extLst>
              <a:ext uri="{FF2B5EF4-FFF2-40B4-BE49-F238E27FC236}">
                <a16:creationId xmlns:a16="http://schemas.microsoft.com/office/drawing/2014/main" id="{B6D711A6-7FFB-343E-A711-D6E981371F2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324308" y="30056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General trends or updates in your field.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How do you stay updated with industry trends</a:t>
            </a:r>
          </a:p>
        </p:txBody>
      </p:sp>
      <p:sp>
        <p:nvSpPr>
          <p:cNvPr id="463" name="Google Shape;463;p25">
            <a:extLst>
              <a:ext uri="{FF2B5EF4-FFF2-40B4-BE49-F238E27FC236}">
                <a16:creationId xmlns:a16="http://schemas.microsoft.com/office/drawing/2014/main" id="{9BFEAD57-9F63-F3F6-76DA-E325D0D1C7F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3324308" y="2161025"/>
            <a:ext cx="2495363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Industry Knowledge</a:t>
            </a:r>
          </a:p>
        </p:txBody>
      </p:sp>
      <p:sp>
        <p:nvSpPr>
          <p:cNvPr id="464" name="Google Shape;464;p25">
            <a:extLst>
              <a:ext uri="{FF2B5EF4-FFF2-40B4-BE49-F238E27FC236}">
                <a16:creationId xmlns:a16="http://schemas.microsoft.com/office/drawing/2014/main" id="{D1E8B498-4BD8-4312-B539-58E5243BA450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895896" y="1518025"/>
            <a:ext cx="2343000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66" name="Google Shape;466;p25">
            <a:extLst>
              <a:ext uri="{FF2B5EF4-FFF2-40B4-BE49-F238E27FC236}">
                <a16:creationId xmlns:a16="http://schemas.microsoft.com/office/drawing/2014/main" id="{FB356A35-2383-43E6-B43B-1D0BBBA8506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5925001" y="2524826"/>
            <a:ext cx="2343000" cy="7950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Ethical or Value-Based Questions</a:t>
            </a: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4F07A12F-C6D5-B539-C8BD-FBFFB293FEDD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40F02919-BC92-7F91-2DC5-760ADFEF0812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0DC3B85C-A1CA-C5F0-36B2-844EE9C9F8BD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EA77AD5B-388C-7CBA-D9DA-F86A66991A28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08C348B7-D11D-2CBD-4A43-E473B82D9A86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7E309603-6F2D-4B9E-47E4-158522DBEF66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9FD91081-8683-7A71-2B8B-B40038E97F4F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4784E4BD-57B6-E65D-9E14-A29E70525DF2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12FB44A1-4230-61DD-1C67-BB485466003F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FCDAFC45-3A62-16C6-4353-6E27342350D3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1E6C9445-E879-EBB5-E984-6BA5218DB3B3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720952E8-8EC6-6CD0-9F63-CAB7681ADAF7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A84DCBA3-CF8B-A9B1-1D4F-26D7A4B83F82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62677284"/>
      </p:ext>
    </p:extLst>
  </p:cSld>
  <p:clrMapOvr>
    <a:masterClrMapping/>
  </p:clrMapOvr>
  <p:transition spd="slow">
    <p:cover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>
          <a:extLst>
            <a:ext uri="{FF2B5EF4-FFF2-40B4-BE49-F238E27FC236}">
              <a16:creationId xmlns:a16="http://schemas.microsoft.com/office/drawing/2014/main" id="{F4977AF5-994D-CB66-E0B6-C1A4FA28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>
            <a:extLst>
              <a:ext uri="{FF2B5EF4-FFF2-40B4-BE49-F238E27FC236}">
                <a16:creationId xmlns:a16="http://schemas.microsoft.com/office/drawing/2014/main" id="{FD5F9819-7BDB-B40C-590F-A7A506EDC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5103" y="1518025"/>
            <a:ext cx="1046947" cy="5934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458" name="Google Shape;458;p25">
            <a:extLst>
              <a:ext uri="{FF2B5EF4-FFF2-40B4-BE49-F238E27FC236}">
                <a16:creationId xmlns:a16="http://schemas.microsoft.com/office/drawing/2014/main" id="{8CCE0408-E305-99FE-7727-CE262F8CCD0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05103" y="2990325"/>
            <a:ext cx="2343000" cy="1107900"/>
          </a:xfrm>
          <a:prstGeom prst="rect">
            <a:avLst/>
          </a:prstGeom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 you have any questions for us?</a:t>
            </a:r>
          </a:p>
        </p:txBody>
      </p:sp>
      <p:sp>
        <p:nvSpPr>
          <p:cNvPr id="459" name="Google Shape;459;p25">
            <a:extLst>
              <a:ext uri="{FF2B5EF4-FFF2-40B4-BE49-F238E27FC236}">
                <a16:creationId xmlns:a16="http://schemas.microsoft.com/office/drawing/2014/main" id="{B5C7D74C-A909-56CF-F7ED-E62F06EE916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28685" y="1379625"/>
            <a:ext cx="2342958" cy="14723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Closing Questions</a:t>
            </a:r>
          </a:p>
        </p:txBody>
      </p:sp>
      <p:sp>
        <p:nvSpPr>
          <p:cNvPr id="460" name="Google Shape;460;p25">
            <a:extLst>
              <a:ext uri="{FF2B5EF4-FFF2-40B4-BE49-F238E27FC236}">
                <a16:creationId xmlns:a16="http://schemas.microsoft.com/office/drawing/2014/main" id="{E8B069F7-1271-7964-9941-3B4E14A2CBCB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100" y="535000"/>
            <a:ext cx="7713900" cy="619200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</a:t>
            </a:r>
            <a:r>
              <a:rPr lang="en" dirty="0">
                <a:solidFill>
                  <a:srgbClr val="C00000"/>
                </a:solidFill>
              </a:rPr>
              <a:t>Interview</a:t>
            </a:r>
            <a:r>
              <a:rPr lang="en" dirty="0">
                <a:solidFill>
                  <a:schemeClr val="tx1"/>
                </a:solidFill>
              </a:rPr>
              <a:t> Conclusion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467" name="Google Shape;467;p25">
            <a:extLst>
              <a:ext uri="{FF2B5EF4-FFF2-40B4-BE49-F238E27FC236}">
                <a16:creationId xmlns:a16="http://schemas.microsoft.com/office/drawing/2014/main" id="{382C5393-F3B3-877E-F68B-9DD2C7858C0A}"/>
              </a:ext>
            </a:extLst>
          </p:cNvPr>
          <p:cNvGrpSpPr/>
          <p:nvPr/>
        </p:nvGrpSpPr>
        <p:grpSpPr>
          <a:xfrm>
            <a:off x="1152850" y="-136725"/>
            <a:ext cx="799200" cy="1107950"/>
            <a:chOff x="1790775" y="334100"/>
            <a:chExt cx="799200" cy="1107950"/>
          </a:xfrm>
        </p:grpSpPr>
        <p:sp>
          <p:nvSpPr>
            <p:cNvPr id="468" name="Google Shape;468;p25">
              <a:extLst>
                <a:ext uri="{FF2B5EF4-FFF2-40B4-BE49-F238E27FC236}">
                  <a16:creationId xmlns:a16="http://schemas.microsoft.com/office/drawing/2014/main" id="{353F2E1B-2528-0B70-014A-F625A80BEEFD}"/>
                </a:ext>
              </a:extLst>
            </p:cNvPr>
            <p:cNvSpPr/>
            <p:nvPr/>
          </p:nvSpPr>
          <p:spPr>
            <a:xfrm>
              <a:off x="2173775" y="970200"/>
              <a:ext cx="109250" cy="131625"/>
            </a:xfrm>
            <a:custGeom>
              <a:avLst/>
              <a:gdLst/>
              <a:ahLst/>
              <a:cxnLst/>
              <a:rect l="l" t="t" r="r" b="b"/>
              <a:pathLst>
                <a:path w="4370" h="5265" extrusionOk="0">
                  <a:moveTo>
                    <a:pt x="1067" y="1"/>
                  </a:moveTo>
                  <a:cubicBezTo>
                    <a:pt x="722" y="1"/>
                    <a:pt x="364" y="23"/>
                    <a:pt x="1" y="54"/>
                  </a:cubicBezTo>
                  <a:cubicBezTo>
                    <a:pt x="5" y="71"/>
                    <a:pt x="13" y="87"/>
                    <a:pt x="17" y="104"/>
                  </a:cubicBezTo>
                  <a:cubicBezTo>
                    <a:pt x="577" y="1777"/>
                    <a:pt x="1304" y="3511"/>
                    <a:pt x="1852" y="5265"/>
                  </a:cubicBezTo>
                  <a:cubicBezTo>
                    <a:pt x="3142" y="4581"/>
                    <a:pt x="4369" y="3214"/>
                    <a:pt x="3876" y="1657"/>
                  </a:cubicBezTo>
                  <a:cubicBezTo>
                    <a:pt x="3454" y="313"/>
                    <a:pt x="2357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>
              <a:extLst>
                <a:ext uri="{FF2B5EF4-FFF2-40B4-BE49-F238E27FC236}">
                  <a16:creationId xmlns:a16="http://schemas.microsoft.com/office/drawing/2014/main" id="{65A9FCB6-4392-5C12-819F-A60BED622D0E}"/>
                </a:ext>
              </a:extLst>
            </p:cNvPr>
            <p:cNvSpPr/>
            <p:nvPr/>
          </p:nvSpPr>
          <p:spPr>
            <a:xfrm>
              <a:off x="1814700" y="358575"/>
              <a:ext cx="286200" cy="238850"/>
            </a:xfrm>
            <a:custGeom>
              <a:avLst/>
              <a:gdLst/>
              <a:ahLst/>
              <a:cxnLst/>
              <a:rect l="l" t="t" r="r" b="b"/>
              <a:pathLst>
                <a:path w="11448" h="9554" extrusionOk="0">
                  <a:moveTo>
                    <a:pt x="9272" y="1"/>
                  </a:moveTo>
                  <a:cubicBezTo>
                    <a:pt x="8822" y="810"/>
                    <a:pt x="7899" y="1246"/>
                    <a:pt x="6949" y="1246"/>
                  </a:cubicBezTo>
                  <a:cubicBezTo>
                    <a:pt x="6914" y="1246"/>
                    <a:pt x="6879" y="1246"/>
                    <a:pt x="6844" y="1245"/>
                  </a:cubicBezTo>
                  <a:cubicBezTo>
                    <a:pt x="6132" y="1222"/>
                    <a:pt x="5457" y="719"/>
                    <a:pt x="4757" y="719"/>
                  </a:cubicBezTo>
                  <a:cubicBezTo>
                    <a:pt x="4555" y="719"/>
                    <a:pt x="4352" y="760"/>
                    <a:pt x="4145" y="867"/>
                  </a:cubicBezTo>
                  <a:cubicBezTo>
                    <a:pt x="3372" y="1264"/>
                    <a:pt x="3188" y="2319"/>
                    <a:pt x="2623" y="2917"/>
                  </a:cubicBezTo>
                  <a:cubicBezTo>
                    <a:pt x="2553" y="2992"/>
                    <a:pt x="2466" y="3024"/>
                    <a:pt x="2380" y="3024"/>
                  </a:cubicBezTo>
                  <a:cubicBezTo>
                    <a:pt x="2323" y="3024"/>
                    <a:pt x="2266" y="3010"/>
                    <a:pt x="2214" y="2984"/>
                  </a:cubicBezTo>
                  <a:cubicBezTo>
                    <a:pt x="2168" y="2998"/>
                    <a:pt x="2119" y="3009"/>
                    <a:pt x="2067" y="3009"/>
                  </a:cubicBezTo>
                  <a:cubicBezTo>
                    <a:pt x="2042" y="3009"/>
                    <a:pt x="2016" y="3006"/>
                    <a:pt x="1989" y="3001"/>
                  </a:cubicBezTo>
                  <a:cubicBezTo>
                    <a:pt x="1835" y="2973"/>
                    <a:pt x="1695" y="2961"/>
                    <a:pt x="1568" y="2961"/>
                  </a:cubicBezTo>
                  <a:cubicBezTo>
                    <a:pt x="0" y="2961"/>
                    <a:pt x="422" y="4913"/>
                    <a:pt x="887" y="5771"/>
                  </a:cubicBezTo>
                  <a:cubicBezTo>
                    <a:pt x="1231" y="6405"/>
                    <a:pt x="1702" y="6982"/>
                    <a:pt x="2198" y="7499"/>
                  </a:cubicBezTo>
                  <a:cubicBezTo>
                    <a:pt x="2990" y="8322"/>
                    <a:pt x="3970" y="8850"/>
                    <a:pt x="4841" y="9554"/>
                  </a:cubicBezTo>
                  <a:cubicBezTo>
                    <a:pt x="5248" y="9159"/>
                    <a:pt x="5722" y="8788"/>
                    <a:pt x="6193" y="8468"/>
                  </a:cubicBezTo>
                  <a:cubicBezTo>
                    <a:pt x="5966" y="8269"/>
                    <a:pt x="5798" y="7987"/>
                    <a:pt x="5617" y="7747"/>
                  </a:cubicBezTo>
                  <a:cubicBezTo>
                    <a:pt x="5303" y="7338"/>
                    <a:pt x="4985" y="6934"/>
                    <a:pt x="4662" y="6530"/>
                  </a:cubicBezTo>
                  <a:cubicBezTo>
                    <a:pt x="4456" y="6272"/>
                    <a:pt x="4665" y="5934"/>
                    <a:pt x="4916" y="5934"/>
                  </a:cubicBezTo>
                  <a:cubicBezTo>
                    <a:pt x="4993" y="5934"/>
                    <a:pt x="5075" y="5966"/>
                    <a:pt x="5150" y="6044"/>
                  </a:cubicBezTo>
                  <a:cubicBezTo>
                    <a:pt x="5497" y="6400"/>
                    <a:pt x="5844" y="6755"/>
                    <a:pt x="6198" y="7104"/>
                  </a:cubicBezTo>
                  <a:cubicBezTo>
                    <a:pt x="6452" y="7357"/>
                    <a:pt x="6822" y="7625"/>
                    <a:pt x="6985" y="7963"/>
                  </a:cubicBezTo>
                  <a:cubicBezTo>
                    <a:pt x="7409" y="7716"/>
                    <a:pt x="7787" y="7530"/>
                    <a:pt x="8057" y="7422"/>
                  </a:cubicBezTo>
                  <a:cubicBezTo>
                    <a:pt x="8224" y="7355"/>
                    <a:pt x="8401" y="7288"/>
                    <a:pt x="8588" y="7221"/>
                  </a:cubicBezTo>
                  <a:cubicBezTo>
                    <a:pt x="8358" y="6250"/>
                    <a:pt x="8294" y="5199"/>
                    <a:pt x="8174" y="4209"/>
                  </a:cubicBezTo>
                  <a:cubicBezTo>
                    <a:pt x="8149" y="4003"/>
                    <a:pt x="8333" y="3887"/>
                    <a:pt x="8511" y="3887"/>
                  </a:cubicBezTo>
                  <a:cubicBezTo>
                    <a:pt x="8653" y="3887"/>
                    <a:pt x="8793" y="3960"/>
                    <a:pt x="8820" y="4120"/>
                  </a:cubicBezTo>
                  <a:cubicBezTo>
                    <a:pt x="8980" y="5063"/>
                    <a:pt x="9201" y="6044"/>
                    <a:pt x="9268" y="7003"/>
                  </a:cubicBezTo>
                  <a:cubicBezTo>
                    <a:pt x="9641" y="6896"/>
                    <a:pt x="10033" y="6802"/>
                    <a:pt x="10425" y="6745"/>
                  </a:cubicBezTo>
                  <a:cubicBezTo>
                    <a:pt x="10423" y="6511"/>
                    <a:pt x="10478" y="6276"/>
                    <a:pt x="10521" y="6042"/>
                  </a:cubicBezTo>
                  <a:cubicBezTo>
                    <a:pt x="10526" y="6011"/>
                    <a:pt x="10533" y="5979"/>
                    <a:pt x="10538" y="5948"/>
                  </a:cubicBezTo>
                  <a:cubicBezTo>
                    <a:pt x="10571" y="3797"/>
                    <a:pt x="11447" y="1230"/>
                    <a:pt x="92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>
              <a:extLst>
                <a:ext uri="{FF2B5EF4-FFF2-40B4-BE49-F238E27FC236}">
                  <a16:creationId xmlns:a16="http://schemas.microsoft.com/office/drawing/2014/main" id="{D0117F84-1CEC-0FA1-BBBE-AB156A15D6A7}"/>
                </a:ext>
              </a:extLst>
            </p:cNvPr>
            <p:cNvSpPr/>
            <p:nvPr/>
          </p:nvSpPr>
          <p:spPr>
            <a:xfrm>
              <a:off x="2070400" y="874875"/>
              <a:ext cx="57775" cy="68700"/>
            </a:xfrm>
            <a:custGeom>
              <a:avLst/>
              <a:gdLst/>
              <a:ahLst/>
              <a:cxnLst/>
              <a:rect l="l" t="t" r="r" b="b"/>
              <a:pathLst>
                <a:path w="2311" h="2748" extrusionOk="0">
                  <a:moveTo>
                    <a:pt x="1403" y="1"/>
                  </a:moveTo>
                  <a:cubicBezTo>
                    <a:pt x="946" y="326"/>
                    <a:pt x="587" y="714"/>
                    <a:pt x="434" y="1166"/>
                  </a:cubicBezTo>
                  <a:cubicBezTo>
                    <a:pt x="1" y="2443"/>
                    <a:pt x="1051" y="2747"/>
                    <a:pt x="2295" y="2747"/>
                  </a:cubicBezTo>
                  <a:cubicBezTo>
                    <a:pt x="2300" y="2747"/>
                    <a:pt x="2305" y="2747"/>
                    <a:pt x="2310" y="2747"/>
                  </a:cubicBezTo>
                  <a:cubicBezTo>
                    <a:pt x="1999" y="1836"/>
                    <a:pt x="1693" y="919"/>
                    <a:pt x="14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>
              <a:extLst>
                <a:ext uri="{FF2B5EF4-FFF2-40B4-BE49-F238E27FC236}">
                  <a16:creationId xmlns:a16="http://schemas.microsoft.com/office/drawing/2014/main" id="{175801B6-8103-BB6E-D534-97E6794E477C}"/>
                </a:ext>
              </a:extLst>
            </p:cNvPr>
            <p:cNvSpPr/>
            <p:nvPr/>
          </p:nvSpPr>
          <p:spPr>
            <a:xfrm>
              <a:off x="1912225" y="551575"/>
              <a:ext cx="226400" cy="111825"/>
            </a:xfrm>
            <a:custGeom>
              <a:avLst/>
              <a:gdLst/>
              <a:ahLst/>
              <a:cxnLst/>
              <a:rect l="l" t="t" r="r" b="b"/>
              <a:pathLst>
                <a:path w="9056" h="4473" extrusionOk="0">
                  <a:moveTo>
                    <a:pt x="7374" y="0"/>
                  </a:moveTo>
                  <a:cubicBezTo>
                    <a:pt x="6780" y="0"/>
                    <a:pt x="6165" y="132"/>
                    <a:pt x="5847" y="209"/>
                  </a:cubicBezTo>
                  <a:cubicBezTo>
                    <a:pt x="5280" y="348"/>
                    <a:pt x="4747" y="544"/>
                    <a:pt x="4211" y="774"/>
                  </a:cubicBezTo>
                  <a:cubicBezTo>
                    <a:pt x="3149" y="1231"/>
                    <a:pt x="0" y="2731"/>
                    <a:pt x="1251" y="4473"/>
                  </a:cubicBezTo>
                  <a:cubicBezTo>
                    <a:pt x="3196" y="2547"/>
                    <a:pt x="6206" y="1669"/>
                    <a:pt x="8860" y="1408"/>
                  </a:cubicBezTo>
                  <a:cubicBezTo>
                    <a:pt x="9055" y="279"/>
                    <a:pt x="8236" y="0"/>
                    <a:pt x="7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>
              <a:extLst>
                <a:ext uri="{FF2B5EF4-FFF2-40B4-BE49-F238E27FC236}">
                  <a16:creationId xmlns:a16="http://schemas.microsoft.com/office/drawing/2014/main" id="{753089CF-7C37-55F7-DFAA-5398B6A1C368}"/>
                </a:ext>
              </a:extLst>
            </p:cNvPr>
            <p:cNvSpPr/>
            <p:nvPr/>
          </p:nvSpPr>
          <p:spPr>
            <a:xfrm>
              <a:off x="1829500" y="611350"/>
              <a:ext cx="711325" cy="800775"/>
            </a:xfrm>
            <a:custGeom>
              <a:avLst/>
              <a:gdLst/>
              <a:ahLst/>
              <a:cxnLst/>
              <a:rect l="l" t="t" r="r" b="b"/>
              <a:pathLst>
                <a:path w="28453" h="32031" extrusionOk="0">
                  <a:moveTo>
                    <a:pt x="25901" y="20074"/>
                  </a:moveTo>
                  <a:cubicBezTo>
                    <a:pt x="25981" y="20074"/>
                    <a:pt x="26065" y="20104"/>
                    <a:pt x="26141" y="20176"/>
                  </a:cubicBezTo>
                  <a:cubicBezTo>
                    <a:pt x="26361" y="20382"/>
                    <a:pt x="26569" y="20571"/>
                    <a:pt x="26741" y="20825"/>
                  </a:cubicBezTo>
                  <a:cubicBezTo>
                    <a:pt x="26893" y="21046"/>
                    <a:pt x="26676" y="21336"/>
                    <a:pt x="26443" y="21336"/>
                  </a:cubicBezTo>
                  <a:cubicBezTo>
                    <a:pt x="26389" y="21336"/>
                    <a:pt x="26334" y="21320"/>
                    <a:pt x="26282" y="21284"/>
                  </a:cubicBezTo>
                  <a:cubicBezTo>
                    <a:pt x="26031" y="21109"/>
                    <a:pt x="25844" y="20899"/>
                    <a:pt x="25641" y="20676"/>
                  </a:cubicBezTo>
                  <a:cubicBezTo>
                    <a:pt x="25403" y="20416"/>
                    <a:pt x="25631" y="20074"/>
                    <a:pt x="25901" y="20074"/>
                  </a:cubicBezTo>
                  <a:close/>
                  <a:moveTo>
                    <a:pt x="25395" y="21401"/>
                  </a:moveTo>
                  <a:cubicBezTo>
                    <a:pt x="25474" y="21401"/>
                    <a:pt x="25557" y="21430"/>
                    <a:pt x="25634" y="21499"/>
                  </a:cubicBezTo>
                  <a:cubicBezTo>
                    <a:pt x="25813" y="21660"/>
                    <a:pt x="25985" y="21813"/>
                    <a:pt x="26119" y="22016"/>
                  </a:cubicBezTo>
                  <a:cubicBezTo>
                    <a:pt x="26269" y="22243"/>
                    <a:pt x="26055" y="22532"/>
                    <a:pt x="25818" y="22532"/>
                  </a:cubicBezTo>
                  <a:cubicBezTo>
                    <a:pt x="25763" y="22532"/>
                    <a:pt x="25706" y="22516"/>
                    <a:pt x="25653" y="22480"/>
                  </a:cubicBezTo>
                  <a:cubicBezTo>
                    <a:pt x="25452" y="22346"/>
                    <a:pt x="25299" y="22172"/>
                    <a:pt x="25141" y="21992"/>
                  </a:cubicBezTo>
                  <a:cubicBezTo>
                    <a:pt x="24910" y="21732"/>
                    <a:pt x="25129" y="21401"/>
                    <a:pt x="25395" y="21401"/>
                  </a:cubicBezTo>
                  <a:close/>
                  <a:moveTo>
                    <a:pt x="10466" y="6101"/>
                  </a:moveTo>
                  <a:cubicBezTo>
                    <a:pt x="10596" y="6101"/>
                    <a:pt x="10721" y="6166"/>
                    <a:pt x="10795" y="6324"/>
                  </a:cubicBezTo>
                  <a:cubicBezTo>
                    <a:pt x="11166" y="7113"/>
                    <a:pt x="11499" y="7919"/>
                    <a:pt x="11814" y="8735"/>
                  </a:cubicBezTo>
                  <a:cubicBezTo>
                    <a:pt x="12531" y="8467"/>
                    <a:pt x="13293" y="8324"/>
                    <a:pt x="14064" y="8324"/>
                  </a:cubicBezTo>
                  <a:cubicBezTo>
                    <a:pt x="14145" y="8324"/>
                    <a:pt x="14226" y="8325"/>
                    <a:pt x="14307" y="8329"/>
                  </a:cubicBezTo>
                  <a:lnTo>
                    <a:pt x="14307" y="8331"/>
                  </a:lnTo>
                  <a:cubicBezTo>
                    <a:pt x="14791" y="8350"/>
                    <a:pt x="14925" y="9080"/>
                    <a:pt x="14425" y="9195"/>
                  </a:cubicBezTo>
                  <a:cubicBezTo>
                    <a:pt x="13867" y="9321"/>
                    <a:pt x="13037" y="9546"/>
                    <a:pt x="12243" y="9886"/>
                  </a:cubicBezTo>
                  <a:cubicBezTo>
                    <a:pt x="12638" y="10982"/>
                    <a:pt x="13006" y="12087"/>
                    <a:pt x="13370" y="13193"/>
                  </a:cubicBezTo>
                  <a:cubicBezTo>
                    <a:pt x="14010" y="13120"/>
                    <a:pt x="14570" y="13034"/>
                    <a:pt x="14850" y="13034"/>
                  </a:cubicBezTo>
                  <a:cubicBezTo>
                    <a:pt x="14858" y="13034"/>
                    <a:pt x="14865" y="13035"/>
                    <a:pt x="14872" y="13035"/>
                  </a:cubicBezTo>
                  <a:cubicBezTo>
                    <a:pt x="16662" y="13061"/>
                    <a:pt x="18406" y="13812"/>
                    <a:pt x="18880" y="15671"/>
                  </a:cubicBezTo>
                  <a:cubicBezTo>
                    <a:pt x="19523" y="18190"/>
                    <a:pt x="18030" y="19918"/>
                    <a:pt x="15975" y="20863"/>
                  </a:cubicBezTo>
                  <a:cubicBezTo>
                    <a:pt x="16133" y="21487"/>
                    <a:pt x="16260" y="22112"/>
                    <a:pt x="16334" y="22736"/>
                  </a:cubicBezTo>
                  <a:cubicBezTo>
                    <a:pt x="16373" y="23047"/>
                    <a:pt x="16109" y="23220"/>
                    <a:pt x="15844" y="23220"/>
                  </a:cubicBezTo>
                  <a:cubicBezTo>
                    <a:pt x="15670" y="23220"/>
                    <a:pt x="15496" y="23147"/>
                    <a:pt x="15406" y="22990"/>
                  </a:cubicBezTo>
                  <a:cubicBezTo>
                    <a:pt x="15104" y="22473"/>
                    <a:pt x="14846" y="21923"/>
                    <a:pt x="14607" y="21358"/>
                  </a:cubicBezTo>
                  <a:cubicBezTo>
                    <a:pt x="13736" y="21599"/>
                    <a:pt x="12831" y="21719"/>
                    <a:pt x="11984" y="21719"/>
                  </a:cubicBezTo>
                  <a:cubicBezTo>
                    <a:pt x="11502" y="21719"/>
                    <a:pt x="11038" y="21680"/>
                    <a:pt x="10611" y="21602"/>
                  </a:cubicBezTo>
                  <a:cubicBezTo>
                    <a:pt x="10113" y="21511"/>
                    <a:pt x="10142" y="20734"/>
                    <a:pt x="10611" y="20624"/>
                  </a:cubicBezTo>
                  <a:cubicBezTo>
                    <a:pt x="11774" y="20351"/>
                    <a:pt x="12975" y="20375"/>
                    <a:pt x="14133" y="20136"/>
                  </a:cubicBezTo>
                  <a:cubicBezTo>
                    <a:pt x="13551" y="18490"/>
                    <a:pt x="13114" y="16757"/>
                    <a:pt x="12585" y="15174"/>
                  </a:cubicBezTo>
                  <a:cubicBezTo>
                    <a:pt x="12513" y="14963"/>
                    <a:pt x="12441" y="14752"/>
                    <a:pt x="12372" y="14542"/>
                  </a:cubicBezTo>
                  <a:cubicBezTo>
                    <a:pt x="12017" y="14572"/>
                    <a:pt x="11669" y="14594"/>
                    <a:pt x="11336" y="14594"/>
                  </a:cubicBezTo>
                  <a:cubicBezTo>
                    <a:pt x="10719" y="14594"/>
                    <a:pt x="10155" y="14519"/>
                    <a:pt x="9700" y="14286"/>
                  </a:cubicBezTo>
                  <a:cubicBezTo>
                    <a:pt x="8130" y="13484"/>
                    <a:pt x="8219" y="11850"/>
                    <a:pt x="9214" y="10597"/>
                  </a:cubicBezTo>
                  <a:cubicBezTo>
                    <a:pt x="9625" y="10077"/>
                    <a:pt x="10123" y="9649"/>
                    <a:pt x="10668" y="9302"/>
                  </a:cubicBezTo>
                  <a:cubicBezTo>
                    <a:pt x="10415" y="8429"/>
                    <a:pt x="10185" y="7549"/>
                    <a:pt x="10001" y="6659"/>
                  </a:cubicBezTo>
                  <a:cubicBezTo>
                    <a:pt x="9936" y="6355"/>
                    <a:pt x="10210" y="6101"/>
                    <a:pt x="10466" y="6101"/>
                  </a:cubicBezTo>
                  <a:close/>
                  <a:moveTo>
                    <a:pt x="25137" y="22929"/>
                  </a:moveTo>
                  <a:cubicBezTo>
                    <a:pt x="25244" y="22929"/>
                    <a:pt x="25352" y="22975"/>
                    <a:pt x="25428" y="23088"/>
                  </a:cubicBezTo>
                  <a:cubicBezTo>
                    <a:pt x="25526" y="23239"/>
                    <a:pt x="25636" y="23382"/>
                    <a:pt x="25691" y="23557"/>
                  </a:cubicBezTo>
                  <a:cubicBezTo>
                    <a:pt x="25765" y="23797"/>
                    <a:pt x="25573" y="23955"/>
                    <a:pt x="25371" y="23955"/>
                  </a:cubicBezTo>
                  <a:cubicBezTo>
                    <a:pt x="25291" y="23955"/>
                    <a:pt x="25210" y="23930"/>
                    <a:pt x="25143" y="23875"/>
                  </a:cubicBezTo>
                  <a:cubicBezTo>
                    <a:pt x="25007" y="23760"/>
                    <a:pt x="24918" y="23590"/>
                    <a:pt x="24820" y="23442"/>
                  </a:cubicBezTo>
                  <a:cubicBezTo>
                    <a:pt x="24645" y="23180"/>
                    <a:pt x="24888" y="22929"/>
                    <a:pt x="25137" y="22929"/>
                  </a:cubicBezTo>
                  <a:close/>
                  <a:moveTo>
                    <a:pt x="12082" y="0"/>
                  </a:moveTo>
                  <a:cubicBezTo>
                    <a:pt x="9388" y="314"/>
                    <a:pt x="7362" y="1455"/>
                    <a:pt x="5060" y="2756"/>
                  </a:cubicBezTo>
                  <a:cubicBezTo>
                    <a:pt x="1857" y="8872"/>
                    <a:pt x="0" y="16090"/>
                    <a:pt x="395" y="23050"/>
                  </a:cubicBezTo>
                  <a:cubicBezTo>
                    <a:pt x="589" y="26507"/>
                    <a:pt x="2115" y="30524"/>
                    <a:pt x="5723" y="31682"/>
                  </a:cubicBezTo>
                  <a:cubicBezTo>
                    <a:pt x="6492" y="31928"/>
                    <a:pt x="7327" y="32030"/>
                    <a:pt x="8194" y="32030"/>
                  </a:cubicBezTo>
                  <a:cubicBezTo>
                    <a:pt x="10996" y="32030"/>
                    <a:pt x="14142" y="30967"/>
                    <a:pt x="16561" y="30282"/>
                  </a:cubicBezTo>
                  <a:cubicBezTo>
                    <a:pt x="20085" y="29285"/>
                    <a:pt x="23885" y="28048"/>
                    <a:pt x="26115" y="24937"/>
                  </a:cubicBezTo>
                  <a:cubicBezTo>
                    <a:pt x="28390" y="21767"/>
                    <a:pt x="28452" y="17791"/>
                    <a:pt x="26883" y="14305"/>
                  </a:cubicBezTo>
                  <a:cubicBezTo>
                    <a:pt x="23959" y="7814"/>
                    <a:pt x="17284" y="4647"/>
                    <a:pt x="12202" y="144"/>
                  </a:cubicBezTo>
                  <a:cubicBezTo>
                    <a:pt x="12149" y="98"/>
                    <a:pt x="12114" y="48"/>
                    <a:pt x="12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>
              <a:extLst>
                <a:ext uri="{FF2B5EF4-FFF2-40B4-BE49-F238E27FC236}">
                  <a16:creationId xmlns:a16="http://schemas.microsoft.com/office/drawing/2014/main" id="{9F6EB452-5F28-CCC7-7C7E-114CD3EC382B}"/>
                </a:ext>
              </a:extLst>
            </p:cNvPr>
            <p:cNvSpPr/>
            <p:nvPr/>
          </p:nvSpPr>
          <p:spPr>
            <a:xfrm>
              <a:off x="1933500" y="358575"/>
              <a:ext cx="167400" cy="199075"/>
            </a:xfrm>
            <a:custGeom>
              <a:avLst/>
              <a:gdLst/>
              <a:ahLst/>
              <a:cxnLst/>
              <a:rect l="l" t="t" r="r" b="b"/>
              <a:pathLst>
                <a:path w="6696" h="7963" extrusionOk="0">
                  <a:moveTo>
                    <a:pt x="4520" y="1"/>
                  </a:moveTo>
                  <a:cubicBezTo>
                    <a:pt x="4075" y="800"/>
                    <a:pt x="3169" y="1230"/>
                    <a:pt x="2231" y="1242"/>
                  </a:cubicBezTo>
                  <a:cubicBezTo>
                    <a:pt x="2585" y="1493"/>
                    <a:pt x="2886" y="1795"/>
                    <a:pt x="3082" y="2163"/>
                  </a:cubicBezTo>
                  <a:cubicBezTo>
                    <a:pt x="3432" y="2817"/>
                    <a:pt x="3618" y="4104"/>
                    <a:pt x="2936" y="4649"/>
                  </a:cubicBezTo>
                  <a:cubicBezTo>
                    <a:pt x="2768" y="4785"/>
                    <a:pt x="2606" y="4834"/>
                    <a:pt x="2447" y="4834"/>
                  </a:cubicBezTo>
                  <a:cubicBezTo>
                    <a:pt x="2046" y="4834"/>
                    <a:pt x="1660" y="4527"/>
                    <a:pt x="1215" y="4527"/>
                  </a:cubicBezTo>
                  <a:cubicBezTo>
                    <a:pt x="1183" y="4527"/>
                    <a:pt x="1151" y="4529"/>
                    <a:pt x="1118" y="4532"/>
                  </a:cubicBezTo>
                  <a:cubicBezTo>
                    <a:pt x="178" y="4630"/>
                    <a:pt x="1" y="5290"/>
                    <a:pt x="180" y="5939"/>
                  </a:cubicBezTo>
                  <a:cubicBezTo>
                    <a:pt x="254" y="5944"/>
                    <a:pt x="329" y="5972"/>
                    <a:pt x="398" y="6044"/>
                  </a:cubicBezTo>
                  <a:cubicBezTo>
                    <a:pt x="745" y="6400"/>
                    <a:pt x="1092" y="6755"/>
                    <a:pt x="1446" y="7104"/>
                  </a:cubicBezTo>
                  <a:cubicBezTo>
                    <a:pt x="1700" y="7357"/>
                    <a:pt x="2070" y="7625"/>
                    <a:pt x="2233" y="7963"/>
                  </a:cubicBezTo>
                  <a:cubicBezTo>
                    <a:pt x="2657" y="7716"/>
                    <a:pt x="3035" y="7530"/>
                    <a:pt x="3305" y="7422"/>
                  </a:cubicBezTo>
                  <a:cubicBezTo>
                    <a:pt x="3472" y="7355"/>
                    <a:pt x="3649" y="7288"/>
                    <a:pt x="3836" y="7221"/>
                  </a:cubicBezTo>
                  <a:cubicBezTo>
                    <a:pt x="3606" y="6250"/>
                    <a:pt x="3542" y="5199"/>
                    <a:pt x="3422" y="4209"/>
                  </a:cubicBezTo>
                  <a:cubicBezTo>
                    <a:pt x="3397" y="4004"/>
                    <a:pt x="3581" y="3887"/>
                    <a:pt x="3760" y="3887"/>
                  </a:cubicBezTo>
                  <a:cubicBezTo>
                    <a:pt x="3902" y="3887"/>
                    <a:pt x="4041" y="3961"/>
                    <a:pt x="4068" y="4120"/>
                  </a:cubicBezTo>
                  <a:cubicBezTo>
                    <a:pt x="4228" y="5065"/>
                    <a:pt x="4449" y="6044"/>
                    <a:pt x="4516" y="7003"/>
                  </a:cubicBezTo>
                  <a:cubicBezTo>
                    <a:pt x="4889" y="6896"/>
                    <a:pt x="5281" y="6802"/>
                    <a:pt x="5673" y="6745"/>
                  </a:cubicBezTo>
                  <a:cubicBezTo>
                    <a:pt x="5671" y="6511"/>
                    <a:pt x="5726" y="6276"/>
                    <a:pt x="5769" y="6042"/>
                  </a:cubicBezTo>
                  <a:cubicBezTo>
                    <a:pt x="5774" y="6011"/>
                    <a:pt x="5781" y="5979"/>
                    <a:pt x="5786" y="5948"/>
                  </a:cubicBezTo>
                  <a:cubicBezTo>
                    <a:pt x="5819" y="3797"/>
                    <a:pt x="6695" y="1230"/>
                    <a:pt x="4520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>
              <a:extLst>
                <a:ext uri="{FF2B5EF4-FFF2-40B4-BE49-F238E27FC236}">
                  <a16:creationId xmlns:a16="http://schemas.microsoft.com/office/drawing/2014/main" id="{D1092CD8-C541-D3F4-8ADB-B1922924E65A}"/>
                </a:ext>
              </a:extLst>
            </p:cNvPr>
            <p:cNvSpPr/>
            <p:nvPr/>
          </p:nvSpPr>
          <p:spPr>
            <a:xfrm>
              <a:off x="1912150" y="611350"/>
              <a:ext cx="628675" cy="800775"/>
            </a:xfrm>
            <a:custGeom>
              <a:avLst/>
              <a:gdLst/>
              <a:ahLst/>
              <a:cxnLst/>
              <a:rect l="l" t="t" r="r" b="b"/>
              <a:pathLst>
                <a:path w="25147" h="32031" extrusionOk="0">
                  <a:moveTo>
                    <a:pt x="22595" y="20074"/>
                  </a:moveTo>
                  <a:cubicBezTo>
                    <a:pt x="22675" y="20074"/>
                    <a:pt x="22759" y="20104"/>
                    <a:pt x="22835" y="20176"/>
                  </a:cubicBezTo>
                  <a:cubicBezTo>
                    <a:pt x="23055" y="20382"/>
                    <a:pt x="23263" y="20571"/>
                    <a:pt x="23435" y="20825"/>
                  </a:cubicBezTo>
                  <a:cubicBezTo>
                    <a:pt x="23587" y="21046"/>
                    <a:pt x="23370" y="21336"/>
                    <a:pt x="23137" y="21336"/>
                  </a:cubicBezTo>
                  <a:cubicBezTo>
                    <a:pt x="23083" y="21336"/>
                    <a:pt x="23028" y="21320"/>
                    <a:pt x="22976" y="21284"/>
                  </a:cubicBezTo>
                  <a:cubicBezTo>
                    <a:pt x="22725" y="21109"/>
                    <a:pt x="22538" y="20899"/>
                    <a:pt x="22335" y="20676"/>
                  </a:cubicBezTo>
                  <a:cubicBezTo>
                    <a:pt x="22097" y="20416"/>
                    <a:pt x="22325" y="20074"/>
                    <a:pt x="22595" y="20074"/>
                  </a:cubicBezTo>
                  <a:close/>
                  <a:moveTo>
                    <a:pt x="22089" y="21401"/>
                  </a:moveTo>
                  <a:cubicBezTo>
                    <a:pt x="22168" y="21401"/>
                    <a:pt x="22251" y="21430"/>
                    <a:pt x="22328" y="21499"/>
                  </a:cubicBezTo>
                  <a:cubicBezTo>
                    <a:pt x="22507" y="21660"/>
                    <a:pt x="22679" y="21813"/>
                    <a:pt x="22813" y="22016"/>
                  </a:cubicBezTo>
                  <a:cubicBezTo>
                    <a:pt x="22963" y="22243"/>
                    <a:pt x="22749" y="22532"/>
                    <a:pt x="22512" y="22532"/>
                  </a:cubicBezTo>
                  <a:cubicBezTo>
                    <a:pt x="22457" y="22532"/>
                    <a:pt x="22400" y="22516"/>
                    <a:pt x="22347" y="22480"/>
                  </a:cubicBezTo>
                  <a:cubicBezTo>
                    <a:pt x="22146" y="22346"/>
                    <a:pt x="21993" y="22172"/>
                    <a:pt x="21835" y="21992"/>
                  </a:cubicBezTo>
                  <a:cubicBezTo>
                    <a:pt x="21604" y="21732"/>
                    <a:pt x="21823" y="21401"/>
                    <a:pt x="22089" y="21401"/>
                  </a:cubicBezTo>
                  <a:close/>
                  <a:moveTo>
                    <a:pt x="21831" y="22929"/>
                  </a:moveTo>
                  <a:cubicBezTo>
                    <a:pt x="21938" y="22929"/>
                    <a:pt x="22046" y="22975"/>
                    <a:pt x="22122" y="23088"/>
                  </a:cubicBezTo>
                  <a:cubicBezTo>
                    <a:pt x="22220" y="23239"/>
                    <a:pt x="22330" y="23382"/>
                    <a:pt x="22385" y="23557"/>
                  </a:cubicBezTo>
                  <a:cubicBezTo>
                    <a:pt x="22459" y="23797"/>
                    <a:pt x="22267" y="23955"/>
                    <a:pt x="22065" y="23955"/>
                  </a:cubicBezTo>
                  <a:cubicBezTo>
                    <a:pt x="21985" y="23955"/>
                    <a:pt x="21904" y="23930"/>
                    <a:pt x="21837" y="23875"/>
                  </a:cubicBezTo>
                  <a:cubicBezTo>
                    <a:pt x="21701" y="23760"/>
                    <a:pt x="21612" y="23590"/>
                    <a:pt x="21514" y="23442"/>
                  </a:cubicBezTo>
                  <a:cubicBezTo>
                    <a:pt x="21339" y="23180"/>
                    <a:pt x="21582" y="22929"/>
                    <a:pt x="21831" y="22929"/>
                  </a:cubicBezTo>
                  <a:close/>
                  <a:moveTo>
                    <a:pt x="8776" y="0"/>
                  </a:moveTo>
                  <a:cubicBezTo>
                    <a:pt x="7200" y="184"/>
                    <a:pt x="5850" y="656"/>
                    <a:pt x="4542" y="1273"/>
                  </a:cubicBezTo>
                  <a:cubicBezTo>
                    <a:pt x="4632" y="1265"/>
                    <a:pt x="4722" y="1261"/>
                    <a:pt x="4812" y="1261"/>
                  </a:cubicBezTo>
                  <a:cubicBezTo>
                    <a:pt x="5029" y="1261"/>
                    <a:pt x="5243" y="1285"/>
                    <a:pt x="5453" y="1338"/>
                  </a:cubicBezTo>
                  <a:cubicBezTo>
                    <a:pt x="6602" y="1625"/>
                    <a:pt x="6348" y="3266"/>
                    <a:pt x="6221" y="4283"/>
                  </a:cubicBezTo>
                  <a:cubicBezTo>
                    <a:pt x="6705" y="3893"/>
                    <a:pt x="6992" y="3367"/>
                    <a:pt x="7425" y="2895"/>
                  </a:cubicBezTo>
                  <a:cubicBezTo>
                    <a:pt x="7837" y="2443"/>
                    <a:pt x="8288" y="2268"/>
                    <a:pt x="8750" y="2268"/>
                  </a:cubicBezTo>
                  <a:cubicBezTo>
                    <a:pt x="9800" y="2268"/>
                    <a:pt x="10909" y="3172"/>
                    <a:pt x="11769" y="3795"/>
                  </a:cubicBezTo>
                  <a:cubicBezTo>
                    <a:pt x="13655" y="5159"/>
                    <a:pt x="15617" y="6333"/>
                    <a:pt x="17090" y="8183"/>
                  </a:cubicBezTo>
                  <a:cubicBezTo>
                    <a:pt x="19928" y="11743"/>
                    <a:pt x="20555" y="16628"/>
                    <a:pt x="18648" y="20782"/>
                  </a:cubicBezTo>
                  <a:cubicBezTo>
                    <a:pt x="16221" y="26066"/>
                    <a:pt x="9647" y="30869"/>
                    <a:pt x="3584" y="30869"/>
                  </a:cubicBezTo>
                  <a:cubicBezTo>
                    <a:pt x="2356" y="30869"/>
                    <a:pt x="1148" y="30671"/>
                    <a:pt x="1" y="30242"/>
                  </a:cubicBezTo>
                  <a:lnTo>
                    <a:pt x="1" y="30242"/>
                  </a:lnTo>
                  <a:cubicBezTo>
                    <a:pt x="673" y="30876"/>
                    <a:pt x="1472" y="31378"/>
                    <a:pt x="2417" y="31682"/>
                  </a:cubicBezTo>
                  <a:cubicBezTo>
                    <a:pt x="3186" y="31928"/>
                    <a:pt x="4021" y="32030"/>
                    <a:pt x="4888" y="32030"/>
                  </a:cubicBezTo>
                  <a:cubicBezTo>
                    <a:pt x="7690" y="32030"/>
                    <a:pt x="10838" y="30967"/>
                    <a:pt x="13255" y="30282"/>
                  </a:cubicBezTo>
                  <a:cubicBezTo>
                    <a:pt x="16779" y="29285"/>
                    <a:pt x="20579" y="28048"/>
                    <a:pt x="22809" y="24937"/>
                  </a:cubicBezTo>
                  <a:cubicBezTo>
                    <a:pt x="25086" y="21767"/>
                    <a:pt x="25146" y="17791"/>
                    <a:pt x="23577" y="14305"/>
                  </a:cubicBezTo>
                  <a:cubicBezTo>
                    <a:pt x="20655" y="7817"/>
                    <a:pt x="13978" y="4649"/>
                    <a:pt x="8896" y="144"/>
                  </a:cubicBezTo>
                  <a:cubicBezTo>
                    <a:pt x="8846" y="98"/>
                    <a:pt x="8808" y="51"/>
                    <a:pt x="8776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>
              <a:extLst>
                <a:ext uri="{FF2B5EF4-FFF2-40B4-BE49-F238E27FC236}">
                  <a16:creationId xmlns:a16="http://schemas.microsoft.com/office/drawing/2014/main" id="{CA7670E0-6668-89EF-ECBF-A222E2CC3B4A}"/>
                </a:ext>
              </a:extLst>
            </p:cNvPr>
            <p:cNvSpPr/>
            <p:nvPr/>
          </p:nvSpPr>
          <p:spPr>
            <a:xfrm>
              <a:off x="1790775" y="334100"/>
              <a:ext cx="799200" cy="1107950"/>
            </a:xfrm>
            <a:custGeom>
              <a:avLst/>
              <a:gdLst/>
              <a:ahLst/>
              <a:cxnLst/>
              <a:rect l="l" t="t" r="r" b="b"/>
              <a:pathLst>
                <a:path w="31968" h="44318" extrusionOk="0">
                  <a:moveTo>
                    <a:pt x="10229" y="980"/>
                  </a:moveTo>
                  <a:cubicBezTo>
                    <a:pt x="12404" y="2209"/>
                    <a:pt x="11528" y="4776"/>
                    <a:pt x="11495" y="6927"/>
                  </a:cubicBezTo>
                  <a:cubicBezTo>
                    <a:pt x="11490" y="6958"/>
                    <a:pt x="11483" y="6990"/>
                    <a:pt x="11478" y="7021"/>
                  </a:cubicBezTo>
                  <a:cubicBezTo>
                    <a:pt x="11435" y="7255"/>
                    <a:pt x="11380" y="7490"/>
                    <a:pt x="11382" y="7724"/>
                  </a:cubicBezTo>
                  <a:cubicBezTo>
                    <a:pt x="10990" y="7781"/>
                    <a:pt x="10598" y="7875"/>
                    <a:pt x="10225" y="7982"/>
                  </a:cubicBezTo>
                  <a:cubicBezTo>
                    <a:pt x="10158" y="7023"/>
                    <a:pt x="9937" y="6042"/>
                    <a:pt x="9777" y="5099"/>
                  </a:cubicBezTo>
                  <a:cubicBezTo>
                    <a:pt x="9750" y="4939"/>
                    <a:pt x="9610" y="4866"/>
                    <a:pt x="9468" y="4866"/>
                  </a:cubicBezTo>
                  <a:cubicBezTo>
                    <a:pt x="9290" y="4866"/>
                    <a:pt x="9106" y="4982"/>
                    <a:pt x="9131" y="5188"/>
                  </a:cubicBezTo>
                  <a:cubicBezTo>
                    <a:pt x="9251" y="6178"/>
                    <a:pt x="9315" y="7229"/>
                    <a:pt x="9547" y="8200"/>
                  </a:cubicBezTo>
                  <a:cubicBezTo>
                    <a:pt x="9361" y="8267"/>
                    <a:pt x="9181" y="8334"/>
                    <a:pt x="9014" y="8401"/>
                  </a:cubicBezTo>
                  <a:cubicBezTo>
                    <a:pt x="8744" y="8506"/>
                    <a:pt x="8366" y="8695"/>
                    <a:pt x="7944" y="8942"/>
                  </a:cubicBezTo>
                  <a:cubicBezTo>
                    <a:pt x="7779" y="8604"/>
                    <a:pt x="7409" y="8336"/>
                    <a:pt x="7155" y="8083"/>
                  </a:cubicBezTo>
                  <a:cubicBezTo>
                    <a:pt x="6803" y="7734"/>
                    <a:pt x="6454" y="7379"/>
                    <a:pt x="6107" y="7023"/>
                  </a:cubicBezTo>
                  <a:cubicBezTo>
                    <a:pt x="6032" y="6945"/>
                    <a:pt x="5950" y="6913"/>
                    <a:pt x="5873" y="6913"/>
                  </a:cubicBezTo>
                  <a:cubicBezTo>
                    <a:pt x="5622" y="6913"/>
                    <a:pt x="5413" y="7251"/>
                    <a:pt x="5619" y="7509"/>
                  </a:cubicBezTo>
                  <a:cubicBezTo>
                    <a:pt x="5942" y="7913"/>
                    <a:pt x="6260" y="8317"/>
                    <a:pt x="6574" y="8726"/>
                  </a:cubicBezTo>
                  <a:cubicBezTo>
                    <a:pt x="6755" y="8966"/>
                    <a:pt x="6923" y="9248"/>
                    <a:pt x="7150" y="9447"/>
                  </a:cubicBezTo>
                  <a:cubicBezTo>
                    <a:pt x="6679" y="9770"/>
                    <a:pt x="6205" y="10138"/>
                    <a:pt x="5798" y="10533"/>
                  </a:cubicBezTo>
                  <a:cubicBezTo>
                    <a:pt x="4927" y="9829"/>
                    <a:pt x="3947" y="9303"/>
                    <a:pt x="3157" y="8478"/>
                  </a:cubicBezTo>
                  <a:cubicBezTo>
                    <a:pt x="2659" y="7961"/>
                    <a:pt x="2188" y="7384"/>
                    <a:pt x="1844" y="6753"/>
                  </a:cubicBezTo>
                  <a:cubicBezTo>
                    <a:pt x="1379" y="5892"/>
                    <a:pt x="957" y="3940"/>
                    <a:pt x="2525" y="3940"/>
                  </a:cubicBezTo>
                  <a:cubicBezTo>
                    <a:pt x="2652" y="3940"/>
                    <a:pt x="2792" y="3952"/>
                    <a:pt x="2946" y="3980"/>
                  </a:cubicBezTo>
                  <a:cubicBezTo>
                    <a:pt x="2973" y="3985"/>
                    <a:pt x="2999" y="3988"/>
                    <a:pt x="3024" y="3988"/>
                  </a:cubicBezTo>
                  <a:cubicBezTo>
                    <a:pt x="3076" y="3988"/>
                    <a:pt x="3125" y="3977"/>
                    <a:pt x="3171" y="3963"/>
                  </a:cubicBezTo>
                  <a:cubicBezTo>
                    <a:pt x="3224" y="3989"/>
                    <a:pt x="3281" y="4003"/>
                    <a:pt x="3339" y="4003"/>
                  </a:cubicBezTo>
                  <a:cubicBezTo>
                    <a:pt x="3426" y="4003"/>
                    <a:pt x="3512" y="3971"/>
                    <a:pt x="3583" y="3896"/>
                  </a:cubicBezTo>
                  <a:cubicBezTo>
                    <a:pt x="4145" y="3298"/>
                    <a:pt x="4332" y="2243"/>
                    <a:pt x="5102" y="1846"/>
                  </a:cubicBezTo>
                  <a:cubicBezTo>
                    <a:pt x="5309" y="1739"/>
                    <a:pt x="5512" y="1698"/>
                    <a:pt x="5714" y="1698"/>
                  </a:cubicBezTo>
                  <a:cubicBezTo>
                    <a:pt x="6414" y="1698"/>
                    <a:pt x="7089" y="2201"/>
                    <a:pt x="7801" y="2224"/>
                  </a:cubicBezTo>
                  <a:cubicBezTo>
                    <a:pt x="7836" y="2225"/>
                    <a:pt x="7871" y="2225"/>
                    <a:pt x="7906" y="2225"/>
                  </a:cubicBezTo>
                  <a:cubicBezTo>
                    <a:pt x="8856" y="2225"/>
                    <a:pt x="9779" y="1789"/>
                    <a:pt x="10229" y="980"/>
                  </a:cubicBezTo>
                  <a:close/>
                  <a:moveTo>
                    <a:pt x="12232" y="8699"/>
                  </a:moveTo>
                  <a:cubicBezTo>
                    <a:pt x="13094" y="8699"/>
                    <a:pt x="13913" y="8978"/>
                    <a:pt x="13718" y="10107"/>
                  </a:cubicBezTo>
                  <a:cubicBezTo>
                    <a:pt x="11064" y="10368"/>
                    <a:pt x="8054" y="11246"/>
                    <a:pt x="6109" y="13172"/>
                  </a:cubicBezTo>
                  <a:cubicBezTo>
                    <a:pt x="4858" y="11430"/>
                    <a:pt x="8007" y="9930"/>
                    <a:pt x="9069" y="9473"/>
                  </a:cubicBezTo>
                  <a:cubicBezTo>
                    <a:pt x="9605" y="9243"/>
                    <a:pt x="10136" y="9047"/>
                    <a:pt x="10705" y="8908"/>
                  </a:cubicBezTo>
                  <a:cubicBezTo>
                    <a:pt x="11023" y="8831"/>
                    <a:pt x="11638" y="8699"/>
                    <a:pt x="12232" y="8699"/>
                  </a:cubicBezTo>
                  <a:close/>
                  <a:moveTo>
                    <a:pt x="13631" y="11090"/>
                  </a:moveTo>
                  <a:cubicBezTo>
                    <a:pt x="13663" y="11141"/>
                    <a:pt x="13701" y="11188"/>
                    <a:pt x="13751" y="11234"/>
                  </a:cubicBezTo>
                  <a:cubicBezTo>
                    <a:pt x="18833" y="15739"/>
                    <a:pt x="25510" y="18907"/>
                    <a:pt x="28432" y="25395"/>
                  </a:cubicBezTo>
                  <a:cubicBezTo>
                    <a:pt x="30001" y="28881"/>
                    <a:pt x="29941" y="32857"/>
                    <a:pt x="27664" y="36027"/>
                  </a:cubicBezTo>
                  <a:cubicBezTo>
                    <a:pt x="25434" y="39138"/>
                    <a:pt x="21634" y="40375"/>
                    <a:pt x="18110" y="41372"/>
                  </a:cubicBezTo>
                  <a:cubicBezTo>
                    <a:pt x="15693" y="42057"/>
                    <a:pt x="12545" y="43120"/>
                    <a:pt x="9743" y="43120"/>
                  </a:cubicBezTo>
                  <a:cubicBezTo>
                    <a:pt x="8876" y="43120"/>
                    <a:pt x="8041" y="43018"/>
                    <a:pt x="7272" y="42772"/>
                  </a:cubicBezTo>
                  <a:cubicBezTo>
                    <a:pt x="3664" y="41614"/>
                    <a:pt x="2140" y="37597"/>
                    <a:pt x="1944" y="34140"/>
                  </a:cubicBezTo>
                  <a:cubicBezTo>
                    <a:pt x="1549" y="27180"/>
                    <a:pt x="3406" y="19962"/>
                    <a:pt x="6609" y="13846"/>
                  </a:cubicBezTo>
                  <a:cubicBezTo>
                    <a:pt x="8911" y="12545"/>
                    <a:pt x="10937" y="11404"/>
                    <a:pt x="13631" y="11090"/>
                  </a:cubicBezTo>
                  <a:close/>
                  <a:moveTo>
                    <a:pt x="10026" y="1"/>
                  </a:moveTo>
                  <a:cubicBezTo>
                    <a:pt x="9931" y="1"/>
                    <a:pt x="9834" y="33"/>
                    <a:pt x="9751" y="106"/>
                  </a:cubicBezTo>
                  <a:cubicBezTo>
                    <a:pt x="9078" y="704"/>
                    <a:pt x="8574" y="1006"/>
                    <a:pt x="7940" y="1006"/>
                  </a:cubicBezTo>
                  <a:cubicBezTo>
                    <a:pt x="7617" y="1006"/>
                    <a:pt x="7261" y="928"/>
                    <a:pt x="6832" y="771"/>
                  </a:cubicBezTo>
                  <a:cubicBezTo>
                    <a:pt x="6434" y="625"/>
                    <a:pt x="6071" y="520"/>
                    <a:pt x="5692" y="520"/>
                  </a:cubicBezTo>
                  <a:cubicBezTo>
                    <a:pt x="5476" y="520"/>
                    <a:pt x="5254" y="554"/>
                    <a:pt x="5018" y="635"/>
                  </a:cubicBezTo>
                  <a:cubicBezTo>
                    <a:pt x="4042" y="970"/>
                    <a:pt x="3231" y="1989"/>
                    <a:pt x="3009" y="3028"/>
                  </a:cubicBezTo>
                  <a:cubicBezTo>
                    <a:pt x="2749" y="2906"/>
                    <a:pt x="2500" y="2852"/>
                    <a:pt x="2265" y="2852"/>
                  </a:cubicBezTo>
                  <a:cubicBezTo>
                    <a:pt x="896" y="2852"/>
                    <a:pt x="1" y="4701"/>
                    <a:pt x="331" y="6085"/>
                  </a:cubicBezTo>
                  <a:cubicBezTo>
                    <a:pt x="822" y="8138"/>
                    <a:pt x="3028" y="10588"/>
                    <a:pt x="5148" y="11279"/>
                  </a:cubicBezTo>
                  <a:cubicBezTo>
                    <a:pt x="4511" y="12179"/>
                    <a:pt x="4406" y="13124"/>
                    <a:pt x="5569" y="13861"/>
                  </a:cubicBezTo>
                  <a:cubicBezTo>
                    <a:pt x="2150" y="18713"/>
                    <a:pt x="1272" y="25431"/>
                    <a:pt x="896" y="31192"/>
                  </a:cubicBezTo>
                  <a:cubicBezTo>
                    <a:pt x="575" y="36125"/>
                    <a:pt x="1757" y="42741"/>
                    <a:pt x="7456" y="44090"/>
                  </a:cubicBezTo>
                  <a:cubicBezTo>
                    <a:pt x="8135" y="44251"/>
                    <a:pt x="8840" y="44318"/>
                    <a:pt x="9559" y="44318"/>
                  </a:cubicBezTo>
                  <a:cubicBezTo>
                    <a:pt x="11882" y="44318"/>
                    <a:pt x="14344" y="43616"/>
                    <a:pt x="16469" y="43095"/>
                  </a:cubicBezTo>
                  <a:cubicBezTo>
                    <a:pt x="19531" y="42341"/>
                    <a:pt x="22768" y="41475"/>
                    <a:pt x="25455" y="39767"/>
                  </a:cubicBezTo>
                  <a:cubicBezTo>
                    <a:pt x="30298" y="36685"/>
                    <a:pt x="31968" y="30711"/>
                    <a:pt x="29877" y="25445"/>
                  </a:cubicBezTo>
                  <a:cubicBezTo>
                    <a:pt x="27142" y="18560"/>
                    <a:pt x="20153" y="14739"/>
                    <a:pt x="14629" y="10356"/>
                  </a:cubicBezTo>
                  <a:cubicBezTo>
                    <a:pt x="14603" y="10337"/>
                    <a:pt x="14576" y="10320"/>
                    <a:pt x="14548" y="10303"/>
                  </a:cubicBezTo>
                  <a:cubicBezTo>
                    <a:pt x="14861" y="9593"/>
                    <a:pt x="14624" y="8798"/>
                    <a:pt x="13988" y="8262"/>
                  </a:cubicBezTo>
                  <a:cubicBezTo>
                    <a:pt x="13555" y="7896"/>
                    <a:pt x="13026" y="7726"/>
                    <a:pt x="12462" y="7679"/>
                  </a:cubicBezTo>
                  <a:cubicBezTo>
                    <a:pt x="12466" y="7671"/>
                    <a:pt x="12471" y="7667"/>
                    <a:pt x="12473" y="7659"/>
                  </a:cubicBezTo>
                  <a:cubicBezTo>
                    <a:pt x="13163" y="5955"/>
                    <a:pt x="13553" y="57"/>
                    <a:pt x="10624" y="57"/>
                  </a:cubicBezTo>
                  <a:cubicBezTo>
                    <a:pt x="10515" y="57"/>
                    <a:pt x="10401" y="65"/>
                    <a:pt x="10282" y="82"/>
                  </a:cubicBezTo>
                  <a:cubicBezTo>
                    <a:pt x="10208" y="31"/>
                    <a:pt x="10118" y="1"/>
                    <a:pt x="100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>
              <a:extLst>
                <a:ext uri="{FF2B5EF4-FFF2-40B4-BE49-F238E27FC236}">
                  <a16:creationId xmlns:a16="http://schemas.microsoft.com/office/drawing/2014/main" id="{753B04C8-5E03-B59D-D61B-BD94819DC453}"/>
                </a:ext>
              </a:extLst>
            </p:cNvPr>
            <p:cNvSpPr/>
            <p:nvPr/>
          </p:nvSpPr>
          <p:spPr>
            <a:xfrm>
              <a:off x="2464575" y="1113200"/>
              <a:ext cx="37250" cy="31575"/>
            </a:xfrm>
            <a:custGeom>
              <a:avLst/>
              <a:gdLst/>
              <a:ahLst/>
              <a:cxnLst/>
              <a:rect l="l" t="t" r="r" b="b"/>
              <a:pathLst>
                <a:path w="1490" h="1263" extrusionOk="0">
                  <a:moveTo>
                    <a:pt x="498" y="0"/>
                  </a:moveTo>
                  <a:cubicBezTo>
                    <a:pt x="228" y="0"/>
                    <a:pt x="0" y="342"/>
                    <a:pt x="238" y="602"/>
                  </a:cubicBezTo>
                  <a:cubicBezTo>
                    <a:pt x="441" y="825"/>
                    <a:pt x="628" y="1035"/>
                    <a:pt x="879" y="1210"/>
                  </a:cubicBezTo>
                  <a:cubicBezTo>
                    <a:pt x="931" y="1246"/>
                    <a:pt x="986" y="1262"/>
                    <a:pt x="1040" y="1262"/>
                  </a:cubicBezTo>
                  <a:cubicBezTo>
                    <a:pt x="1273" y="1262"/>
                    <a:pt x="1490" y="972"/>
                    <a:pt x="1338" y="751"/>
                  </a:cubicBezTo>
                  <a:cubicBezTo>
                    <a:pt x="1166" y="497"/>
                    <a:pt x="958" y="308"/>
                    <a:pt x="738" y="102"/>
                  </a:cubicBezTo>
                  <a:cubicBezTo>
                    <a:pt x="662" y="30"/>
                    <a:pt x="578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>
              <a:extLst>
                <a:ext uri="{FF2B5EF4-FFF2-40B4-BE49-F238E27FC236}">
                  <a16:creationId xmlns:a16="http://schemas.microsoft.com/office/drawing/2014/main" id="{F5820ED9-FC21-946F-6DDE-5EAA55A004AB}"/>
                </a:ext>
              </a:extLst>
            </p:cNvPr>
            <p:cNvSpPr/>
            <p:nvPr/>
          </p:nvSpPr>
          <p:spPr>
            <a:xfrm>
              <a:off x="2452250" y="1146350"/>
              <a:ext cx="33975" cy="28300"/>
            </a:xfrm>
            <a:custGeom>
              <a:avLst/>
              <a:gdLst/>
              <a:ahLst/>
              <a:cxnLst/>
              <a:rect l="l" t="t" r="r" b="b"/>
              <a:pathLst>
                <a:path w="1359" h="1132" extrusionOk="0">
                  <a:moveTo>
                    <a:pt x="485" y="1"/>
                  </a:moveTo>
                  <a:cubicBezTo>
                    <a:pt x="219" y="1"/>
                    <a:pt x="0" y="332"/>
                    <a:pt x="231" y="592"/>
                  </a:cubicBezTo>
                  <a:cubicBezTo>
                    <a:pt x="389" y="772"/>
                    <a:pt x="542" y="946"/>
                    <a:pt x="743" y="1080"/>
                  </a:cubicBezTo>
                  <a:cubicBezTo>
                    <a:pt x="796" y="1116"/>
                    <a:pt x="853" y="1132"/>
                    <a:pt x="908" y="1132"/>
                  </a:cubicBezTo>
                  <a:cubicBezTo>
                    <a:pt x="1145" y="1132"/>
                    <a:pt x="1359" y="843"/>
                    <a:pt x="1209" y="616"/>
                  </a:cubicBezTo>
                  <a:cubicBezTo>
                    <a:pt x="1075" y="413"/>
                    <a:pt x="903" y="260"/>
                    <a:pt x="724" y="99"/>
                  </a:cubicBezTo>
                  <a:cubicBezTo>
                    <a:pt x="647" y="30"/>
                    <a:pt x="564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>
              <a:extLst>
                <a:ext uri="{FF2B5EF4-FFF2-40B4-BE49-F238E27FC236}">
                  <a16:creationId xmlns:a16="http://schemas.microsoft.com/office/drawing/2014/main" id="{19FA4E6C-FBBF-C135-C35B-F18E77F2B253}"/>
                </a:ext>
              </a:extLst>
            </p:cNvPr>
            <p:cNvSpPr/>
            <p:nvPr/>
          </p:nvSpPr>
          <p:spPr>
            <a:xfrm>
              <a:off x="2445600" y="1184550"/>
              <a:ext cx="28025" cy="25700"/>
            </a:xfrm>
            <a:custGeom>
              <a:avLst/>
              <a:gdLst/>
              <a:ahLst/>
              <a:cxnLst/>
              <a:rect l="l" t="t" r="r" b="b"/>
              <a:pathLst>
                <a:path w="1121" h="1028" extrusionOk="0">
                  <a:moveTo>
                    <a:pt x="493" y="1"/>
                  </a:moveTo>
                  <a:cubicBezTo>
                    <a:pt x="244" y="1"/>
                    <a:pt x="1" y="252"/>
                    <a:pt x="176" y="514"/>
                  </a:cubicBezTo>
                  <a:cubicBezTo>
                    <a:pt x="274" y="662"/>
                    <a:pt x="363" y="832"/>
                    <a:pt x="499" y="947"/>
                  </a:cubicBezTo>
                  <a:cubicBezTo>
                    <a:pt x="566" y="1002"/>
                    <a:pt x="648" y="1028"/>
                    <a:pt x="728" y="1028"/>
                  </a:cubicBezTo>
                  <a:cubicBezTo>
                    <a:pt x="929" y="1028"/>
                    <a:pt x="1121" y="870"/>
                    <a:pt x="1047" y="629"/>
                  </a:cubicBezTo>
                  <a:cubicBezTo>
                    <a:pt x="992" y="454"/>
                    <a:pt x="884" y="311"/>
                    <a:pt x="784" y="160"/>
                  </a:cubicBezTo>
                  <a:cubicBezTo>
                    <a:pt x="708" y="47"/>
                    <a:pt x="600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5">
              <a:extLst>
                <a:ext uri="{FF2B5EF4-FFF2-40B4-BE49-F238E27FC236}">
                  <a16:creationId xmlns:a16="http://schemas.microsoft.com/office/drawing/2014/main" id="{C0418B1D-4C8F-8E17-F439-0A60A8DEF7A0}"/>
                </a:ext>
              </a:extLst>
            </p:cNvPr>
            <p:cNvSpPr/>
            <p:nvPr/>
          </p:nvSpPr>
          <p:spPr>
            <a:xfrm>
              <a:off x="2032750" y="763875"/>
              <a:ext cx="284850" cy="428000"/>
            </a:xfrm>
            <a:custGeom>
              <a:avLst/>
              <a:gdLst/>
              <a:ahLst/>
              <a:cxnLst/>
              <a:rect l="l" t="t" r="r" b="b"/>
              <a:pathLst>
                <a:path w="11394" h="17120" extrusionOk="0">
                  <a:moveTo>
                    <a:pt x="2909" y="4441"/>
                  </a:moveTo>
                  <a:cubicBezTo>
                    <a:pt x="3199" y="5359"/>
                    <a:pt x="3505" y="6276"/>
                    <a:pt x="3816" y="7187"/>
                  </a:cubicBezTo>
                  <a:cubicBezTo>
                    <a:pt x="3811" y="7187"/>
                    <a:pt x="3806" y="7187"/>
                    <a:pt x="3801" y="7187"/>
                  </a:cubicBezTo>
                  <a:cubicBezTo>
                    <a:pt x="2557" y="7187"/>
                    <a:pt x="1507" y="6883"/>
                    <a:pt x="1940" y="5606"/>
                  </a:cubicBezTo>
                  <a:cubicBezTo>
                    <a:pt x="2093" y="5154"/>
                    <a:pt x="2452" y="4766"/>
                    <a:pt x="2909" y="4441"/>
                  </a:cubicBezTo>
                  <a:close/>
                  <a:moveTo>
                    <a:pt x="6708" y="8254"/>
                  </a:moveTo>
                  <a:cubicBezTo>
                    <a:pt x="7998" y="8254"/>
                    <a:pt x="9095" y="8566"/>
                    <a:pt x="9517" y="9910"/>
                  </a:cubicBezTo>
                  <a:cubicBezTo>
                    <a:pt x="10008" y="11467"/>
                    <a:pt x="8783" y="12834"/>
                    <a:pt x="7493" y="13518"/>
                  </a:cubicBezTo>
                  <a:cubicBezTo>
                    <a:pt x="6945" y="11766"/>
                    <a:pt x="6218" y="10032"/>
                    <a:pt x="5658" y="8357"/>
                  </a:cubicBezTo>
                  <a:cubicBezTo>
                    <a:pt x="5654" y="8340"/>
                    <a:pt x="5646" y="8324"/>
                    <a:pt x="5642" y="8307"/>
                  </a:cubicBezTo>
                  <a:cubicBezTo>
                    <a:pt x="6005" y="8276"/>
                    <a:pt x="6363" y="8254"/>
                    <a:pt x="6708" y="8254"/>
                  </a:cubicBezTo>
                  <a:close/>
                  <a:moveTo>
                    <a:pt x="2336" y="1"/>
                  </a:moveTo>
                  <a:cubicBezTo>
                    <a:pt x="2080" y="1"/>
                    <a:pt x="1806" y="254"/>
                    <a:pt x="1871" y="558"/>
                  </a:cubicBezTo>
                  <a:cubicBezTo>
                    <a:pt x="2055" y="1448"/>
                    <a:pt x="2285" y="2328"/>
                    <a:pt x="2538" y="3204"/>
                  </a:cubicBezTo>
                  <a:cubicBezTo>
                    <a:pt x="1993" y="3548"/>
                    <a:pt x="1495" y="3976"/>
                    <a:pt x="1084" y="4496"/>
                  </a:cubicBezTo>
                  <a:cubicBezTo>
                    <a:pt x="91" y="5752"/>
                    <a:pt x="0" y="7386"/>
                    <a:pt x="1570" y="8187"/>
                  </a:cubicBezTo>
                  <a:cubicBezTo>
                    <a:pt x="2024" y="8419"/>
                    <a:pt x="2587" y="8493"/>
                    <a:pt x="3204" y="8493"/>
                  </a:cubicBezTo>
                  <a:cubicBezTo>
                    <a:pt x="3537" y="8493"/>
                    <a:pt x="3886" y="8471"/>
                    <a:pt x="4242" y="8441"/>
                  </a:cubicBezTo>
                  <a:cubicBezTo>
                    <a:pt x="4314" y="8651"/>
                    <a:pt x="4385" y="8862"/>
                    <a:pt x="4455" y="9075"/>
                  </a:cubicBezTo>
                  <a:cubicBezTo>
                    <a:pt x="4986" y="10659"/>
                    <a:pt x="5421" y="12391"/>
                    <a:pt x="6003" y="14035"/>
                  </a:cubicBezTo>
                  <a:cubicBezTo>
                    <a:pt x="4845" y="14274"/>
                    <a:pt x="3644" y="14250"/>
                    <a:pt x="2481" y="14523"/>
                  </a:cubicBezTo>
                  <a:cubicBezTo>
                    <a:pt x="2012" y="14633"/>
                    <a:pt x="1983" y="15413"/>
                    <a:pt x="2481" y="15504"/>
                  </a:cubicBezTo>
                  <a:cubicBezTo>
                    <a:pt x="2906" y="15581"/>
                    <a:pt x="3367" y="15619"/>
                    <a:pt x="3848" y="15619"/>
                  </a:cubicBezTo>
                  <a:cubicBezTo>
                    <a:pt x="4697" y="15619"/>
                    <a:pt x="5605" y="15499"/>
                    <a:pt x="6479" y="15257"/>
                  </a:cubicBezTo>
                  <a:cubicBezTo>
                    <a:pt x="6716" y="15822"/>
                    <a:pt x="6974" y="16372"/>
                    <a:pt x="7276" y="16889"/>
                  </a:cubicBezTo>
                  <a:cubicBezTo>
                    <a:pt x="7366" y="17046"/>
                    <a:pt x="7540" y="17119"/>
                    <a:pt x="7714" y="17119"/>
                  </a:cubicBezTo>
                  <a:cubicBezTo>
                    <a:pt x="7979" y="17119"/>
                    <a:pt x="8244" y="16946"/>
                    <a:pt x="8206" y="16635"/>
                  </a:cubicBezTo>
                  <a:cubicBezTo>
                    <a:pt x="8130" y="16011"/>
                    <a:pt x="8003" y="15386"/>
                    <a:pt x="7845" y="14762"/>
                  </a:cubicBezTo>
                  <a:cubicBezTo>
                    <a:pt x="9900" y="13817"/>
                    <a:pt x="11393" y="12089"/>
                    <a:pt x="10750" y="9570"/>
                  </a:cubicBezTo>
                  <a:cubicBezTo>
                    <a:pt x="10273" y="7711"/>
                    <a:pt x="8532" y="6962"/>
                    <a:pt x="6745" y="6934"/>
                  </a:cubicBezTo>
                  <a:lnTo>
                    <a:pt x="6742" y="6934"/>
                  </a:lnTo>
                  <a:cubicBezTo>
                    <a:pt x="6735" y="6934"/>
                    <a:pt x="6728" y="6933"/>
                    <a:pt x="6720" y="6933"/>
                  </a:cubicBezTo>
                  <a:cubicBezTo>
                    <a:pt x="6440" y="6933"/>
                    <a:pt x="5880" y="7019"/>
                    <a:pt x="5240" y="7092"/>
                  </a:cubicBezTo>
                  <a:cubicBezTo>
                    <a:pt x="4874" y="5989"/>
                    <a:pt x="4508" y="4881"/>
                    <a:pt x="4113" y="3785"/>
                  </a:cubicBezTo>
                  <a:cubicBezTo>
                    <a:pt x="4907" y="3445"/>
                    <a:pt x="5737" y="3220"/>
                    <a:pt x="6295" y="3094"/>
                  </a:cubicBezTo>
                  <a:cubicBezTo>
                    <a:pt x="6795" y="2979"/>
                    <a:pt x="6661" y="2249"/>
                    <a:pt x="6177" y="2230"/>
                  </a:cubicBezTo>
                  <a:cubicBezTo>
                    <a:pt x="6093" y="2226"/>
                    <a:pt x="6008" y="2225"/>
                    <a:pt x="5923" y="2225"/>
                  </a:cubicBezTo>
                  <a:cubicBezTo>
                    <a:pt x="5157" y="2225"/>
                    <a:pt x="4398" y="2369"/>
                    <a:pt x="3684" y="2634"/>
                  </a:cubicBezTo>
                  <a:cubicBezTo>
                    <a:pt x="3371" y="1818"/>
                    <a:pt x="3036" y="1012"/>
                    <a:pt x="2665" y="223"/>
                  </a:cubicBezTo>
                  <a:cubicBezTo>
                    <a:pt x="2591" y="66"/>
                    <a:pt x="2466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47748194"/>
      </p:ext>
    </p:extLst>
  </p:cSld>
  <p:clrMapOvr>
    <a:masterClrMapping/>
  </p:clrMapOvr>
  <p:transition spd="slow">
    <p:cover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94E6522A-A7C8-F7F3-CFD7-824F52321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A9753827-2B09-D1AF-EADE-AF9132CCCF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3932" y="2439946"/>
            <a:ext cx="4794300" cy="71971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Tail End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E9C8FB78-1743-4591-AEE4-AFA70532881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652141" y="1542750"/>
            <a:ext cx="1170737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3366C90E-A402-2880-F4AF-4819AD8AF8BD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227421EA-5065-A01A-2BCC-8C20D6D42BA6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8D8666BC-0677-DA59-848F-57A4DF57E566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98D7400F-1DC9-2061-2E42-08BD91FA56E6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214DF6E2-2083-B62C-FE76-3004D2163934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2BBA0B07-A121-A6C0-0AE8-4D8F21543E06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17A66CFD-7A80-E7AF-925A-5669B3192BEB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29019759-E10A-F93E-663A-6B2D8F08D48D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E042CF4F-1808-2B20-0867-0AC8B59C5010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32A664AC-A081-5083-BC47-7EF19526E7EC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3369E218-EF94-39AC-2A9E-CCA91905F912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A312D0BB-6B14-ED5A-EC26-D2FB85477BBF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912A2B65-2794-392C-2D90-34F7E4BE52A3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D5B6384F-38BD-8CBB-1990-2D4E5EC52781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6D8D03A7-31C8-1703-D867-9BD12D2ABE29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CF60F5E5-AC34-BF42-2E5E-973AA3DAF4A2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C9B7F9B1-5015-CCBB-ACD2-238A0F378885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AAF7E8CB-5C68-7D16-F815-F29153FAC439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896A1F9D-02D2-D205-8FAB-C94780E432E1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42507552-4244-387D-23B1-5DCF7D2437CA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46809BE0-795F-60CD-A33E-060B97990863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85;p26">
            <a:extLst>
              <a:ext uri="{FF2B5EF4-FFF2-40B4-BE49-F238E27FC236}">
                <a16:creationId xmlns:a16="http://schemas.microsoft.com/office/drawing/2014/main" id="{312BDF2D-3DA1-9368-C835-B585F32A308D}"/>
              </a:ext>
            </a:extLst>
          </p:cNvPr>
          <p:cNvSpPr txBox="1">
            <a:spLocks/>
          </p:cNvSpPr>
          <p:nvPr/>
        </p:nvSpPr>
        <p:spPr>
          <a:xfrm>
            <a:off x="4331082" y="1918310"/>
            <a:ext cx="1532169" cy="5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accent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ubik SemiBold"/>
              <a:buNone/>
              <a:defRPr sz="6000" b="0" i="0" u="none" strike="noStrike" cap="none">
                <a:solidFill>
                  <a:schemeClr val="dk1"/>
                </a:solidFill>
                <a:latin typeface="Rubik SemiBold"/>
                <a:ea typeface="Rubik SemiBold"/>
                <a:cs typeface="Rubik SemiBold"/>
                <a:sym typeface="Rubik SemiBold"/>
              </a:defRPr>
            </a:lvl9pPr>
          </a:lstStyle>
          <a:p>
            <a:r>
              <a:rPr lang="en" sz="2400" dirty="0"/>
              <a:t>Chaper</a:t>
            </a:r>
          </a:p>
        </p:txBody>
      </p:sp>
    </p:spTree>
    <p:extLst>
      <p:ext uri="{BB962C8B-B14F-4D97-AF65-F5344CB8AC3E}">
        <p14:creationId xmlns:p14="http://schemas.microsoft.com/office/powerpoint/2010/main" val="29498444"/>
      </p:ext>
    </p:extLst>
  </p:cSld>
  <p:clrMapOvr>
    <a:masterClrMapping/>
  </p:clrMapOvr>
  <p:transition spd="slow">
    <p:cover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>
          <a:extLst>
            <a:ext uri="{FF2B5EF4-FFF2-40B4-BE49-F238E27FC236}">
              <a16:creationId xmlns:a16="http://schemas.microsoft.com/office/drawing/2014/main" id="{0B90F8B6-8BE7-7AD9-5EBF-DABFE0A5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">
            <a:extLst>
              <a:ext uri="{FF2B5EF4-FFF2-40B4-BE49-F238E27FC236}">
                <a16:creationId xmlns:a16="http://schemas.microsoft.com/office/drawing/2014/main" id="{21E4C552-3C9E-DA95-7150-7CA68CBC04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9425" y="1134238"/>
            <a:ext cx="6876600" cy="23169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“And Still Some of you Are not going to get it Right, This is For you to </a:t>
            </a:r>
            <a:r>
              <a:rPr lang="en" dirty="0">
                <a:solidFill>
                  <a:srgbClr val="C00000"/>
                </a:solidFill>
              </a:rPr>
              <a:t>remember</a:t>
            </a:r>
            <a:r>
              <a:rPr lang="en" dirty="0"/>
              <a:t>”</a:t>
            </a:r>
            <a:endParaRPr dirty="0"/>
          </a:p>
        </p:txBody>
      </p:sp>
      <p:sp>
        <p:nvSpPr>
          <p:cNvPr id="4" name="Google Shape;525;p28">
            <a:extLst>
              <a:ext uri="{FF2B5EF4-FFF2-40B4-BE49-F238E27FC236}">
                <a16:creationId xmlns:a16="http://schemas.microsoft.com/office/drawing/2014/main" id="{AC5E80EC-3BB0-D51F-9ECF-0EA92976A7A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33700" y="3460638"/>
            <a:ext cx="6876600" cy="5391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 Personal Note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7225657"/>
      </p:ext>
    </p:extLst>
  </p:cSld>
  <p:clrMapOvr>
    <a:masterClrMapping/>
  </p:clrMapOvr>
  <p:transition spd="slow">
    <p:cover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CE563DE4-799D-8084-9D45-4D0907C1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825DB8DA-9128-3EFE-1BA6-737AB0D29C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174850" y="2009174"/>
            <a:ext cx="4794300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2010</a:t>
            </a:r>
            <a:endParaRPr sz="9600" dirty="0"/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5E8CB33B-979F-C97C-0CA7-80BF321BB18F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C3D11178-37E5-C1B7-86FD-2E0D5ECD5369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E7A80B8A-9A8B-946A-8B22-92F73346ECE7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58DAD53A-D969-60A6-0786-3BBA84316E4A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C6932F10-E0FB-7D3B-03E8-E685A66B3C1F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AEEC866E-AB6C-F0E4-DDB4-8005A835FBD8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6CE027B0-4B70-D5B2-AD11-85D65A895146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117F80F3-3243-6153-6208-B101C8B804DB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2BD66646-EC82-4842-55CF-F934A9DDF6D7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15360A3B-63BB-4696-3B3F-F19FF9A62BFF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F87623E5-3DA0-2779-B998-C3EE1C904E5F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2975C323-6D7C-BCB6-50C6-7C037CEEB921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D6482658-2557-1DE0-C57B-6CA2B5DCAE84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8F959573-3674-8DEC-FA04-E3078DDB44F3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B70B37C6-52FC-57F9-CF76-2200FD0D5D7B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A07EA3F6-8E0E-5D02-C261-58A2B9120120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A9383032-7456-4506-EDDA-ED2D3F811BB9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D91390BE-B744-8E38-3305-C2A34C5D1D17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D6FA31A1-4C08-8DA6-AA50-9C9C428DC487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3B08C488-347C-8272-EFE0-E572F7DF782B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96776480-2C40-D71A-7E56-0310F49D0B44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08044077"/>
      </p:ext>
    </p:extLst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C681BB89-A310-5BF4-E548-BF4113C6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A80682BC-E147-8C12-170E-471F29041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4850" y="2396000"/>
            <a:ext cx="4794300" cy="7635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34 Rejections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542D22B7-1C98-386E-8619-3C4C44B7A5A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174850" y="1367000"/>
            <a:ext cx="4794300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2010</a:t>
            </a:r>
            <a:endParaRPr dirty="0"/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5F752F7E-3489-7A6A-112F-DB130B0EEF42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B7C3773D-4540-2A4E-48F5-044CB3A1EA3D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9926CA8D-5631-7449-DB7D-2BD9EE7CCB66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525AABE4-A048-5F44-2921-52051898B853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CCDDF894-9068-40B8-B775-E471F2E171BB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4BA7A002-2164-B87C-739C-7A2783670253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CBF35526-7EFF-DEA3-E3B9-6169571A5C68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E9F0D554-299A-B172-DB49-F97873457AAC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28DC865E-C305-1474-B74E-540D0AD48BC9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FA778251-EF68-873B-9C5C-12B54BFA6B19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2CFF6A05-3850-4FED-EC8F-2C9583E3A919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4BE8EF72-3108-4C13-D9BE-2BD849318AA7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24F5767F-5685-753E-9C72-AFD25726618D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9370DF20-4E7B-4EE6-CD20-0B1FFF4559C6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8129F3B1-F255-AC99-E21E-083372462BC4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6E84E73C-AB88-2A61-50D2-8A98442F94F4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4A3187F7-ABF5-84F4-B0C9-10A6AF35F577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F43BFDB5-D2FC-BAB1-035C-AFA832AA6371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D535E6C8-8C94-5B5F-A6F4-9AA3842B4C11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277E82F6-9310-CE47-4E49-3B3E76A20E2B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2FF34A1B-3B4E-C808-259E-71E5679AF1BA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A6DBFB4-F397-1B6D-48DF-12A4AB309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609" y="333218"/>
            <a:ext cx="5135297" cy="425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4596"/>
      </p:ext>
    </p:extLst>
  </p:cSld>
  <p:clrMapOvr>
    <a:masterClrMapping/>
  </p:clrMapOvr>
  <p:transition spd="slow">
    <p:cover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5CEA744B-5173-F6A4-84C1-AE04C52C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">
            <a:extLst>
              <a:ext uri="{FF2B5EF4-FFF2-40B4-BE49-F238E27FC236}">
                <a16:creationId xmlns:a16="http://schemas.microsoft.com/office/drawing/2014/main" id="{DB246381-BE20-D86C-D839-FF57127F2A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4850" y="2396000"/>
            <a:ext cx="4794300" cy="763500"/>
          </a:xfrm>
          <a:prstGeom prst="rect">
            <a:avLst/>
          </a:prstGeom>
        </p:spPr>
        <p:txBody>
          <a:bodyPr spcFirstLastPara="1" wrap="square" lIns="36000" tIns="36000" rIns="36000" bIns="360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34 Rejections</a:t>
            </a:r>
            <a:endParaRPr dirty="0"/>
          </a:p>
        </p:txBody>
      </p:sp>
      <p:sp>
        <p:nvSpPr>
          <p:cNvPr id="485" name="Google Shape;485;p26">
            <a:extLst>
              <a:ext uri="{FF2B5EF4-FFF2-40B4-BE49-F238E27FC236}">
                <a16:creationId xmlns:a16="http://schemas.microsoft.com/office/drawing/2014/main" id="{7B5BFA2D-80BB-79B3-7543-B7208226F54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174850" y="1367000"/>
            <a:ext cx="4794300" cy="1029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2010</a:t>
            </a:r>
            <a:endParaRPr dirty="0"/>
          </a:p>
        </p:txBody>
      </p:sp>
      <p:grpSp>
        <p:nvGrpSpPr>
          <p:cNvPr id="487" name="Google Shape;487;p26">
            <a:extLst>
              <a:ext uri="{FF2B5EF4-FFF2-40B4-BE49-F238E27FC236}">
                <a16:creationId xmlns:a16="http://schemas.microsoft.com/office/drawing/2014/main" id="{53DE10F9-D0D2-2C2C-DB00-1FBDAED12F79}"/>
              </a:ext>
            </a:extLst>
          </p:cNvPr>
          <p:cNvGrpSpPr/>
          <p:nvPr/>
        </p:nvGrpSpPr>
        <p:grpSpPr>
          <a:xfrm>
            <a:off x="7937112" y="2685261"/>
            <a:ext cx="1054476" cy="1152429"/>
            <a:chOff x="4783375" y="553650"/>
            <a:chExt cx="612000" cy="668850"/>
          </a:xfrm>
        </p:grpSpPr>
        <p:sp>
          <p:nvSpPr>
            <p:cNvPr id="488" name="Google Shape;488;p26">
              <a:extLst>
                <a:ext uri="{FF2B5EF4-FFF2-40B4-BE49-F238E27FC236}">
                  <a16:creationId xmlns:a16="http://schemas.microsoft.com/office/drawing/2014/main" id="{105DF78E-1D1C-B234-2932-DC37EFC5684A}"/>
                </a:ext>
              </a:extLst>
            </p:cNvPr>
            <p:cNvSpPr/>
            <p:nvPr/>
          </p:nvSpPr>
          <p:spPr>
            <a:xfrm>
              <a:off x="4970800" y="1181350"/>
              <a:ext cx="63725" cy="22875"/>
            </a:xfrm>
            <a:custGeom>
              <a:avLst/>
              <a:gdLst/>
              <a:ahLst/>
              <a:cxnLst/>
              <a:rect l="l" t="t" r="r" b="b"/>
              <a:pathLst>
                <a:path w="2549" h="915" extrusionOk="0">
                  <a:moveTo>
                    <a:pt x="1" y="1"/>
                  </a:moveTo>
                  <a:lnTo>
                    <a:pt x="1" y="1"/>
                  </a:lnTo>
                  <a:cubicBezTo>
                    <a:pt x="22" y="173"/>
                    <a:pt x="84" y="336"/>
                    <a:pt x="235" y="484"/>
                  </a:cubicBezTo>
                  <a:cubicBezTo>
                    <a:pt x="470" y="711"/>
                    <a:pt x="819" y="821"/>
                    <a:pt x="1132" y="879"/>
                  </a:cubicBezTo>
                  <a:cubicBezTo>
                    <a:pt x="1262" y="903"/>
                    <a:pt x="1385" y="915"/>
                    <a:pt x="1502" y="915"/>
                  </a:cubicBezTo>
                  <a:cubicBezTo>
                    <a:pt x="1943" y="915"/>
                    <a:pt x="2289" y="744"/>
                    <a:pt x="2549" y="412"/>
                  </a:cubicBezTo>
                  <a:lnTo>
                    <a:pt x="2549" y="412"/>
                  </a:lnTo>
                  <a:cubicBezTo>
                    <a:pt x="2264" y="478"/>
                    <a:pt x="1967" y="511"/>
                    <a:pt x="1671" y="511"/>
                  </a:cubicBezTo>
                  <a:cubicBezTo>
                    <a:pt x="1557" y="511"/>
                    <a:pt x="1442" y="506"/>
                    <a:pt x="1329" y="496"/>
                  </a:cubicBezTo>
                  <a:cubicBezTo>
                    <a:pt x="896" y="458"/>
                    <a:pt x="427" y="27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6">
              <a:extLst>
                <a:ext uri="{FF2B5EF4-FFF2-40B4-BE49-F238E27FC236}">
                  <a16:creationId xmlns:a16="http://schemas.microsoft.com/office/drawing/2014/main" id="{1A63D349-C7F3-DE20-F0F2-71902318BFDB}"/>
                </a:ext>
              </a:extLst>
            </p:cNvPr>
            <p:cNvSpPr/>
            <p:nvPr/>
          </p:nvSpPr>
          <p:spPr>
            <a:xfrm>
              <a:off x="4952925" y="1120950"/>
              <a:ext cx="112225" cy="53050"/>
            </a:xfrm>
            <a:custGeom>
              <a:avLst/>
              <a:gdLst/>
              <a:ahLst/>
              <a:cxnLst/>
              <a:rect l="l" t="t" r="r" b="b"/>
              <a:pathLst>
                <a:path w="4489" h="2122" extrusionOk="0">
                  <a:moveTo>
                    <a:pt x="402" y="0"/>
                  </a:moveTo>
                  <a:lnTo>
                    <a:pt x="402" y="0"/>
                  </a:lnTo>
                  <a:cubicBezTo>
                    <a:pt x="1" y="1333"/>
                    <a:pt x="1222" y="2121"/>
                    <a:pt x="2523" y="2121"/>
                  </a:cubicBezTo>
                  <a:cubicBezTo>
                    <a:pt x="2586" y="2121"/>
                    <a:pt x="2650" y="2119"/>
                    <a:pt x="2713" y="2115"/>
                  </a:cubicBezTo>
                  <a:cubicBezTo>
                    <a:pt x="3544" y="2068"/>
                    <a:pt x="4209" y="1797"/>
                    <a:pt x="4441" y="924"/>
                  </a:cubicBezTo>
                  <a:cubicBezTo>
                    <a:pt x="4460" y="847"/>
                    <a:pt x="4474" y="773"/>
                    <a:pt x="4489" y="699"/>
                  </a:cubicBezTo>
                  <a:lnTo>
                    <a:pt x="4489" y="699"/>
                  </a:lnTo>
                  <a:cubicBezTo>
                    <a:pt x="3994" y="921"/>
                    <a:pt x="3448" y="1046"/>
                    <a:pt x="2868" y="1046"/>
                  </a:cubicBezTo>
                  <a:cubicBezTo>
                    <a:pt x="2823" y="1046"/>
                    <a:pt x="2776" y="1045"/>
                    <a:pt x="2730" y="1044"/>
                  </a:cubicBezTo>
                  <a:cubicBezTo>
                    <a:pt x="1716" y="1008"/>
                    <a:pt x="948" y="606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6">
              <a:extLst>
                <a:ext uri="{FF2B5EF4-FFF2-40B4-BE49-F238E27FC236}">
                  <a16:creationId xmlns:a16="http://schemas.microsoft.com/office/drawing/2014/main" id="{F7B89E1E-2A52-E19D-38DE-7FBCC882B5A7}"/>
                </a:ext>
              </a:extLst>
            </p:cNvPr>
            <p:cNvSpPr/>
            <p:nvPr/>
          </p:nvSpPr>
          <p:spPr>
            <a:xfrm>
              <a:off x="4905800" y="699000"/>
              <a:ext cx="339150" cy="425750"/>
            </a:xfrm>
            <a:custGeom>
              <a:avLst/>
              <a:gdLst/>
              <a:ahLst/>
              <a:cxnLst/>
              <a:rect l="l" t="t" r="r" b="b"/>
              <a:pathLst>
                <a:path w="13566" h="17030" extrusionOk="0">
                  <a:moveTo>
                    <a:pt x="6777" y="1"/>
                  </a:moveTo>
                  <a:cubicBezTo>
                    <a:pt x="3919" y="1"/>
                    <a:pt x="1393" y="1656"/>
                    <a:pt x="581" y="4507"/>
                  </a:cubicBezTo>
                  <a:cubicBezTo>
                    <a:pt x="0" y="6550"/>
                    <a:pt x="400" y="8493"/>
                    <a:pt x="1158" y="10349"/>
                  </a:cubicBezTo>
                  <a:cubicBezTo>
                    <a:pt x="1464" y="10945"/>
                    <a:pt x="1773" y="11524"/>
                    <a:pt x="2170" y="12086"/>
                  </a:cubicBezTo>
                  <a:cubicBezTo>
                    <a:pt x="2271" y="12230"/>
                    <a:pt x="2228" y="12369"/>
                    <a:pt x="2132" y="12459"/>
                  </a:cubicBezTo>
                  <a:cubicBezTo>
                    <a:pt x="2132" y="12467"/>
                    <a:pt x="2132" y="12471"/>
                    <a:pt x="2132" y="12479"/>
                  </a:cubicBezTo>
                  <a:cubicBezTo>
                    <a:pt x="1878" y="13890"/>
                    <a:pt x="2074" y="15570"/>
                    <a:pt x="3015" y="16481"/>
                  </a:cubicBezTo>
                  <a:cubicBezTo>
                    <a:pt x="3316" y="15390"/>
                    <a:pt x="3668" y="14316"/>
                    <a:pt x="3917" y="13208"/>
                  </a:cubicBezTo>
                  <a:lnTo>
                    <a:pt x="3917" y="13206"/>
                  </a:lnTo>
                  <a:cubicBezTo>
                    <a:pt x="4101" y="12385"/>
                    <a:pt x="4460" y="11194"/>
                    <a:pt x="4481" y="10132"/>
                  </a:cubicBezTo>
                  <a:cubicBezTo>
                    <a:pt x="4414" y="10129"/>
                    <a:pt x="4342" y="10124"/>
                    <a:pt x="4271" y="10112"/>
                  </a:cubicBezTo>
                  <a:cubicBezTo>
                    <a:pt x="3158" y="9914"/>
                    <a:pt x="3132" y="8536"/>
                    <a:pt x="3897" y="7930"/>
                  </a:cubicBezTo>
                  <a:cubicBezTo>
                    <a:pt x="3944" y="7895"/>
                    <a:pt x="3992" y="7879"/>
                    <a:pt x="4038" y="7879"/>
                  </a:cubicBezTo>
                  <a:cubicBezTo>
                    <a:pt x="4045" y="7879"/>
                    <a:pt x="4051" y="7880"/>
                    <a:pt x="4058" y="7880"/>
                  </a:cubicBezTo>
                  <a:cubicBezTo>
                    <a:pt x="4101" y="7852"/>
                    <a:pt x="4150" y="7835"/>
                    <a:pt x="4200" y="7835"/>
                  </a:cubicBezTo>
                  <a:cubicBezTo>
                    <a:pt x="4264" y="7835"/>
                    <a:pt x="4330" y="7862"/>
                    <a:pt x="4390" y="7928"/>
                  </a:cubicBezTo>
                  <a:cubicBezTo>
                    <a:pt x="4744" y="8308"/>
                    <a:pt x="4933" y="8727"/>
                    <a:pt x="5017" y="9167"/>
                  </a:cubicBezTo>
                  <a:cubicBezTo>
                    <a:pt x="5072" y="9120"/>
                    <a:pt x="5122" y="9069"/>
                    <a:pt x="5163" y="9021"/>
                  </a:cubicBezTo>
                  <a:cubicBezTo>
                    <a:pt x="5527" y="8600"/>
                    <a:pt x="5706" y="8081"/>
                    <a:pt x="6106" y="7684"/>
                  </a:cubicBezTo>
                  <a:cubicBezTo>
                    <a:pt x="6160" y="7631"/>
                    <a:pt x="6228" y="7608"/>
                    <a:pt x="6295" y="7608"/>
                  </a:cubicBezTo>
                  <a:cubicBezTo>
                    <a:pt x="6328" y="7608"/>
                    <a:pt x="6361" y="7614"/>
                    <a:pt x="6393" y="7624"/>
                  </a:cubicBezTo>
                  <a:cubicBezTo>
                    <a:pt x="6498" y="7634"/>
                    <a:pt x="6601" y="7701"/>
                    <a:pt x="6630" y="7804"/>
                  </a:cubicBezTo>
                  <a:cubicBezTo>
                    <a:pt x="6764" y="8268"/>
                    <a:pt x="6737" y="8713"/>
                    <a:pt x="6972" y="9112"/>
                  </a:cubicBezTo>
                  <a:cubicBezTo>
                    <a:pt x="7338" y="8439"/>
                    <a:pt x="7759" y="8011"/>
                    <a:pt x="8233" y="8011"/>
                  </a:cubicBezTo>
                  <a:cubicBezTo>
                    <a:pt x="8383" y="8011"/>
                    <a:pt x="8537" y="8053"/>
                    <a:pt x="8697" y="8143"/>
                  </a:cubicBezTo>
                  <a:cubicBezTo>
                    <a:pt x="8699" y="8143"/>
                    <a:pt x="8699" y="8146"/>
                    <a:pt x="8702" y="8148"/>
                  </a:cubicBezTo>
                  <a:cubicBezTo>
                    <a:pt x="8857" y="8153"/>
                    <a:pt x="9005" y="8251"/>
                    <a:pt x="9020" y="8457"/>
                  </a:cubicBezTo>
                  <a:cubicBezTo>
                    <a:pt x="9053" y="9029"/>
                    <a:pt x="9020" y="9646"/>
                    <a:pt x="8599" y="10081"/>
                  </a:cubicBezTo>
                  <a:cubicBezTo>
                    <a:pt x="8375" y="10316"/>
                    <a:pt x="8085" y="10422"/>
                    <a:pt x="7785" y="10422"/>
                  </a:cubicBezTo>
                  <a:cubicBezTo>
                    <a:pt x="7616" y="10422"/>
                    <a:pt x="7445" y="10388"/>
                    <a:pt x="7280" y="10325"/>
                  </a:cubicBezTo>
                  <a:cubicBezTo>
                    <a:pt x="7269" y="10321"/>
                    <a:pt x="7259" y="10316"/>
                    <a:pt x="7247" y="10311"/>
                  </a:cubicBezTo>
                  <a:cubicBezTo>
                    <a:pt x="6491" y="12376"/>
                    <a:pt x="6079" y="15823"/>
                    <a:pt x="5835" y="17029"/>
                  </a:cubicBezTo>
                  <a:cubicBezTo>
                    <a:pt x="7603" y="16541"/>
                    <a:pt x="8520" y="14649"/>
                    <a:pt x="8869" y="13041"/>
                  </a:cubicBezTo>
                  <a:cubicBezTo>
                    <a:pt x="8520" y="12888"/>
                    <a:pt x="8785" y="12718"/>
                    <a:pt x="8986" y="12656"/>
                  </a:cubicBezTo>
                  <a:cubicBezTo>
                    <a:pt x="11994" y="11711"/>
                    <a:pt x="13566" y="8933"/>
                    <a:pt x="13331" y="5827"/>
                  </a:cubicBezTo>
                  <a:cubicBezTo>
                    <a:pt x="13075" y="2480"/>
                    <a:pt x="10699" y="294"/>
                    <a:pt x="7383" y="26"/>
                  </a:cubicBezTo>
                  <a:cubicBezTo>
                    <a:pt x="7180" y="9"/>
                    <a:pt x="6978" y="1"/>
                    <a:pt x="67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6">
              <a:extLst>
                <a:ext uri="{FF2B5EF4-FFF2-40B4-BE49-F238E27FC236}">
                  <a16:creationId xmlns:a16="http://schemas.microsoft.com/office/drawing/2014/main" id="{F1C0C514-8129-5EB7-4A20-2E408F212F7D}"/>
                </a:ext>
              </a:extLst>
            </p:cNvPr>
            <p:cNvSpPr/>
            <p:nvPr/>
          </p:nvSpPr>
          <p:spPr>
            <a:xfrm>
              <a:off x="5048575" y="849150"/>
              <a:ext cx="193150" cy="275600"/>
            </a:xfrm>
            <a:custGeom>
              <a:avLst/>
              <a:gdLst/>
              <a:ahLst/>
              <a:cxnLst/>
              <a:rect l="l" t="t" r="r" b="b"/>
              <a:pathLst>
                <a:path w="7726" h="11024" extrusionOk="0">
                  <a:moveTo>
                    <a:pt x="7565" y="1"/>
                  </a:moveTo>
                  <a:lnTo>
                    <a:pt x="7565" y="1"/>
                  </a:lnTo>
                  <a:cubicBezTo>
                    <a:pt x="6972" y="2353"/>
                    <a:pt x="5295" y="4379"/>
                    <a:pt x="3072" y="5585"/>
                  </a:cubicBezTo>
                  <a:cubicBezTo>
                    <a:pt x="2412" y="5941"/>
                    <a:pt x="1677" y="6233"/>
                    <a:pt x="919" y="6430"/>
                  </a:cubicBezTo>
                  <a:cubicBezTo>
                    <a:pt x="486" y="8231"/>
                    <a:pt x="170" y="10176"/>
                    <a:pt x="0" y="11023"/>
                  </a:cubicBezTo>
                  <a:cubicBezTo>
                    <a:pt x="1770" y="10535"/>
                    <a:pt x="2656" y="8650"/>
                    <a:pt x="2912" y="7035"/>
                  </a:cubicBezTo>
                  <a:cubicBezTo>
                    <a:pt x="2861" y="6886"/>
                    <a:pt x="2950" y="6712"/>
                    <a:pt x="3151" y="6647"/>
                  </a:cubicBezTo>
                  <a:cubicBezTo>
                    <a:pt x="6099" y="5724"/>
                    <a:pt x="7725" y="3032"/>
                    <a:pt x="7565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6">
              <a:extLst>
                <a:ext uri="{FF2B5EF4-FFF2-40B4-BE49-F238E27FC236}">
                  <a16:creationId xmlns:a16="http://schemas.microsoft.com/office/drawing/2014/main" id="{BE9FE8DC-4583-82E6-5AE1-1B92D9F4541E}"/>
                </a:ext>
              </a:extLst>
            </p:cNvPr>
            <p:cNvSpPr/>
            <p:nvPr/>
          </p:nvSpPr>
          <p:spPr>
            <a:xfrm>
              <a:off x="4952675" y="1001550"/>
              <a:ext cx="54275" cy="109500"/>
            </a:xfrm>
            <a:custGeom>
              <a:avLst/>
              <a:gdLst/>
              <a:ahLst/>
              <a:cxnLst/>
              <a:rect l="l" t="t" r="r" b="b"/>
              <a:pathLst>
                <a:path w="2171" h="4380" extrusionOk="0">
                  <a:moveTo>
                    <a:pt x="297" y="1"/>
                  </a:moveTo>
                  <a:lnTo>
                    <a:pt x="297" y="1"/>
                  </a:lnTo>
                  <a:cubicBezTo>
                    <a:pt x="386" y="137"/>
                    <a:pt x="348" y="269"/>
                    <a:pt x="257" y="357"/>
                  </a:cubicBezTo>
                  <a:cubicBezTo>
                    <a:pt x="254" y="365"/>
                    <a:pt x="257" y="369"/>
                    <a:pt x="254" y="377"/>
                  </a:cubicBezTo>
                  <a:cubicBezTo>
                    <a:pt x="1" y="1786"/>
                    <a:pt x="199" y="3465"/>
                    <a:pt x="1140" y="4379"/>
                  </a:cubicBezTo>
                  <a:cubicBezTo>
                    <a:pt x="1439" y="3288"/>
                    <a:pt x="1793" y="2212"/>
                    <a:pt x="2042" y="1104"/>
                  </a:cubicBezTo>
                  <a:cubicBezTo>
                    <a:pt x="2078" y="939"/>
                    <a:pt x="2123" y="757"/>
                    <a:pt x="2171" y="568"/>
                  </a:cubicBezTo>
                  <a:cubicBezTo>
                    <a:pt x="1506" y="501"/>
                    <a:pt x="869" y="319"/>
                    <a:pt x="29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6">
              <a:extLst>
                <a:ext uri="{FF2B5EF4-FFF2-40B4-BE49-F238E27FC236}">
                  <a16:creationId xmlns:a16="http://schemas.microsoft.com/office/drawing/2014/main" id="{7E233CAC-FC7E-239C-A523-DD3777226633}"/>
                </a:ext>
              </a:extLst>
            </p:cNvPr>
            <p:cNvSpPr/>
            <p:nvPr/>
          </p:nvSpPr>
          <p:spPr>
            <a:xfrm>
              <a:off x="5094150" y="916575"/>
              <a:ext cx="19925" cy="24175"/>
            </a:xfrm>
            <a:custGeom>
              <a:avLst/>
              <a:gdLst/>
              <a:ahLst/>
              <a:cxnLst/>
              <a:rect l="l" t="t" r="r" b="b"/>
              <a:pathLst>
                <a:path w="797" h="967" extrusionOk="0">
                  <a:moveTo>
                    <a:pt x="797" y="0"/>
                  </a:moveTo>
                  <a:lnTo>
                    <a:pt x="797" y="0"/>
                  </a:lnTo>
                  <a:cubicBezTo>
                    <a:pt x="512" y="67"/>
                    <a:pt x="247" y="405"/>
                    <a:pt x="0" y="917"/>
                  </a:cubicBezTo>
                  <a:cubicBezTo>
                    <a:pt x="78" y="948"/>
                    <a:pt x="160" y="967"/>
                    <a:pt x="240" y="967"/>
                  </a:cubicBezTo>
                  <a:cubicBezTo>
                    <a:pt x="372" y="967"/>
                    <a:pt x="501" y="916"/>
                    <a:pt x="610" y="787"/>
                  </a:cubicBezTo>
                  <a:cubicBezTo>
                    <a:pt x="785" y="584"/>
                    <a:pt x="797" y="278"/>
                    <a:pt x="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6">
              <a:extLst>
                <a:ext uri="{FF2B5EF4-FFF2-40B4-BE49-F238E27FC236}">
                  <a16:creationId xmlns:a16="http://schemas.microsoft.com/office/drawing/2014/main" id="{13B6526C-93D1-3990-651D-227D76773205}"/>
                </a:ext>
              </a:extLst>
            </p:cNvPr>
            <p:cNvSpPr/>
            <p:nvPr/>
          </p:nvSpPr>
          <p:spPr>
            <a:xfrm>
              <a:off x="5006575" y="913875"/>
              <a:ext cx="10125" cy="20775"/>
            </a:xfrm>
            <a:custGeom>
              <a:avLst/>
              <a:gdLst/>
              <a:ahLst/>
              <a:cxnLst/>
              <a:rect l="l" t="t" r="r" b="b"/>
              <a:pathLst>
                <a:path w="405" h="831" extrusionOk="0">
                  <a:moveTo>
                    <a:pt x="99" y="1"/>
                  </a:moveTo>
                  <a:cubicBezTo>
                    <a:pt x="91" y="27"/>
                    <a:pt x="79" y="53"/>
                    <a:pt x="72" y="80"/>
                  </a:cubicBezTo>
                  <a:cubicBezTo>
                    <a:pt x="15" y="297"/>
                    <a:pt x="0" y="651"/>
                    <a:pt x="249" y="788"/>
                  </a:cubicBezTo>
                  <a:cubicBezTo>
                    <a:pt x="300" y="814"/>
                    <a:pt x="352" y="826"/>
                    <a:pt x="405" y="831"/>
                  </a:cubicBezTo>
                  <a:cubicBezTo>
                    <a:pt x="355" y="525"/>
                    <a:pt x="256" y="245"/>
                    <a:pt x="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6">
              <a:extLst>
                <a:ext uri="{FF2B5EF4-FFF2-40B4-BE49-F238E27FC236}">
                  <a16:creationId xmlns:a16="http://schemas.microsoft.com/office/drawing/2014/main" id="{6311D006-A5B7-F338-5E71-1E8AB54F8106}"/>
                </a:ext>
              </a:extLst>
            </p:cNvPr>
            <p:cNvSpPr/>
            <p:nvPr/>
          </p:nvSpPr>
          <p:spPr>
            <a:xfrm>
              <a:off x="4993175" y="921300"/>
              <a:ext cx="78075" cy="206525"/>
            </a:xfrm>
            <a:custGeom>
              <a:avLst/>
              <a:gdLst/>
              <a:ahLst/>
              <a:cxnLst/>
              <a:rect l="l" t="t" r="r" b="b"/>
              <a:pathLst>
                <a:path w="3123" h="8261" extrusionOk="0">
                  <a:moveTo>
                    <a:pt x="2549" y="0"/>
                  </a:moveTo>
                  <a:cubicBezTo>
                    <a:pt x="2295" y="457"/>
                    <a:pt x="1998" y="897"/>
                    <a:pt x="1580" y="1110"/>
                  </a:cubicBezTo>
                  <a:cubicBezTo>
                    <a:pt x="1560" y="1649"/>
                    <a:pt x="1455" y="2204"/>
                    <a:pt x="1359" y="2756"/>
                  </a:cubicBezTo>
                  <a:cubicBezTo>
                    <a:pt x="1060" y="4501"/>
                    <a:pt x="680" y="6307"/>
                    <a:pt x="1" y="7953"/>
                  </a:cubicBezTo>
                  <a:lnTo>
                    <a:pt x="3" y="7953"/>
                  </a:lnTo>
                  <a:cubicBezTo>
                    <a:pt x="354" y="8148"/>
                    <a:pt x="778" y="8260"/>
                    <a:pt x="1282" y="8260"/>
                  </a:cubicBezTo>
                  <a:cubicBezTo>
                    <a:pt x="1389" y="8260"/>
                    <a:pt x="1501" y="8255"/>
                    <a:pt x="1615" y="8245"/>
                  </a:cubicBezTo>
                  <a:cubicBezTo>
                    <a:pt x="1687" y="7096"/>
                    <a:pt x="2190" y="3297"/>
                    <a:pt x="3123" y="976"/>
                  </a:cubicBezTo>
                  <a:cubicBezTo>
                    <a:pt x="2860" y="706"/>
                    <a:pt x="2651" y="361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6">
              <a:extLst>
                <a:ext uri="{FF2B5EF4-FFF2-40B4-BE49-F238E27FC236}">
                  <a16:creationId xmlns:a16="http://schemas.microsoft.com/office/drawing/2014/main" id="{BA5D8978-27E2-00BF-7556-330296A1ABAB}"/>
                </a:ext>
              </a:extLst>
            </p:cNvPr>
            <p:cNvSpPr/>
            <p:nvPr/>
          </p:nvSpPr>
          <p:spPr>
            <a:xfrm>
              <a:off x="4873200" y="677850"/>
              <a:ext cx="387475" cy="544650"/>
            </a:xfrm>
            <a:custGeom>
              <a:avLst/>
              <a:gdLst/>
              <a:ahLst/>
              <a:cxnLst/>
              <a:rect l="l" t="t" r="r" b="b"/>
              <a:pathLst>
                <a:path w="15499" h="21786" extrusionOk="0">
                  <a:moveTo>
                    <a:pt x="5434" y="9442"/>
                  </a:moveTo>
                  <a:cubicBezTo>
                    <a:pt x="5591" y="9686"/>
                    <a:pt x="5690" y="9966"/>
                    <a:pt x="5740" y="10272"/>
                  </a:cubicBezTo>
                  <a:cubicBezTo>
                    <a:pt x="5687" y="10267"/>
                    <a:pt x="5635" y="10255"/>
                    <a:pt x="5584" y="10229"/>
                  </a:cubicBezTo>
                  <a:cubicBezTo>
                    <a:pt x="5335" y="10092"/>
                    <a:pt x="5350" y="9738"/>
                    <a:pt x="5407" y="9521"/>
                  </a:cubicBezTo>
                  <a:cubicBezTo>
                    <a:pt x="5414" y="9494"/>
                    <a:pt x="5426" y="9468"/>
                    <a:pt x="5434" y="9442"/>
                  </a:cubicBezTo>
                  <a:close/>
                  <a:moveTo>
                    <a:pt x="9635" y="9549"/>
                  </a:moveTo>
                  <a:lnTo>
                    <a:pt x="9635" y="9549"/>
                  </a:lnTo>
                  <a:cubicBezTo>
                    <a:pt x="9637" y="9824"/>
                    <a:pt x="9623" y="10131"/>
                    <a:pt x="9448" y="10336"/>
                  </a:cubicBezTo>
                  <a:cubicBezTo>
                    <a:pt x="9339" y="10464"/>
                    <a:pt x="9209" y="10515"/>
                    <a:pt x="9076" y="10515"/>
                  </a:cubicBezTo>
                  <a:cubicBezTo>
                    <a:pt x="8996" y="10515"/>
                    <a:pt x="8916" y="10497"/>
                    <a:pt x="8838" y="10466"/>
                  </a:cubicBezTo>
                  <a:cubicBezTo>
                    <a:pt x="9085" y="9954"/>
                    <a:pt x="9350" y="9616"/>
                    <a:pt x="9635" y="9549"/>
                  </a:cubicBezTo>
                  <a:close/>
                  <a:moveTo>
                    <a:pt x="8055" y="843"/>
                  </a:moveTo>
                  <a:cubicBezTo>
                    <a:pt x="8254" y="843"/>
                    <a:pt x="8454" y="851"/>
                    <a:pt x="8656" y="867"/>
                  </a:cubicBezTo>
                  <a:cubicBezTo>
                    <a:pt x="11972" y="1135"/>
                    <a:pt x="14319" y="3324"/>
                    <a:pt x="14573" y="6671"/>
                  </a:cubicBezTo>
                  <a:cubicBezTo>
                    <a:pt x="14807" y="9777"/>
                    <a:pt x="13298" y="12554"/>
                    <a:pt x="10290" y="13499"/>
                  </a:cubicBezTo>
                  <a:cubicBezTo>
                    <a:pt x="10087" y="13561"/>
                    <a:pt x="9824" y="13731"/>
                    <a:pt x="10173" y="13884"/>
                  </a:cubicBezTo>
                  <a:cubicBezTo>
                    <a:pt x="9824" y="15492"/>
                    <a:pt x="8907" y="17387"/>
                    <a:pt x="7137" y="17873"/>
                  </a:cubicBezTo>
                  <a:cubicBezTo>
                    <a:pt x="7381" y="16667"/>
                    <a:pt x="7857" y="13219"/>
                    <a:pt x="8613" y="11155"/>
                  </a:cubicBezTo>
                  <a:lnTo>
                    <a:pt x="8613" y="11155"/>
                  </a:lnTo>
                  <a:cubicBezTo>
                    <a:pt x="8623" y="11159"/>
                    <a:pt x="8604" y="11167"/>
                    <a:pt x="8616" y="11171"/>
                  </a:cubicBezTo>
                  <a:cubicBezTo>
                    <a:pt x="8779" y="11233"/>
                    <a:pt x="8948" y="11267"/>
                    <a:pt x="9114" y="11267"/>
                  </a:cubicBezTo>
                  <a:cubicBezTo>
                    <a:pt x="9410" y="11267"/>
                    <a:pt x="9694" y="11162"/>
                    <a:pt x="9920" y="10927"/>
                  </a:cubicBezTo>
                  <a:cubicBezTo>
                    <a:pt x="10338" y="10492"/>
                    <a:pt x="10365" y="9872"/>
                    <a:pt x="10331" y="9303"/>
                  </a:cubicBezTo>
                  <a:cubicBezTo>
                    <a:pt x="10317" y="9095"/>
                    <a:pt x="10164" y="8997"/>
                    <a:pt x="10008" y="8992"/>
                  </a:cubicBezTo>
                  <a:cubicBezTo>
                    <a:pt x="10008" y="8989"/>
                    <a:pt x="10006" y="8989"/>
                    <a:pt x="10003" y="8989"/>
                  </a:cubicBezTo>
                  <a:cubicBezTo>
                    <a:pt x="9842" y="8898"/>
                    <a:pt x="9687" y="8855"/>
                    <a:pt x="9537" y="8855"/>
                  </a:cubicBezTo>
                  <a:cubicBezTo>
                    <a:pt x="9063" y="8855"/>
                    <a:pt x="8643" y="9283"/>
                    <a:pt x="8276" y="9956"/>
                  </a:cubicBezTo>
                  <a:cubicBezTo>
                    <a:pt x="8041" y="9559"/>
                    <a:pt x="8068" y="9111"/>
                    <a:pt x="7934" y="8647"/>
                  </a:cubicBezTo>
                  <a:cubicBezTo>
                    <a:pt x="7905" y="8547"/>
                    <a:pt x="7802" y="8480"/>
                    <a:pt x="7694" y="8468"/>
                  </a:cubicBezTo>
                  <a:cubicBezTo>
                    <a:pt x="7664" y="8458"/>
                    <a:pt x="7631" y="8452"/>
                    <a:pt x="7598" y="8452"/>
                  </a:cubicBezTo>
                  <a:cubicBezTo>
                    <a:pt x="7532" y="8452"/>
                    <a:pt x="7464" y="8475"/>
                    <a:pt x="7410" y="8528"/>
                  </a:cubicBezTo>
                  <a:cubicBezTo>
                    <a:pt x="7010" y="8925"/>
                    <a:pt x="6831" y="9444"/>
                    <a:pt x="6467" y="9867"/>
                  </a:cubicBezTo>
                  <a:cubicBezTo>
                    <a:pt x="6426" y="9913"/>
                    <a:pt x="6376" y="9963"/>
                    <a:pt x="6321" y="10013"/>
                  </a:cubicBezTo>
                  <a:cubicBezTo>
                    <a:pt x="6237" y="9571"/>
                    <a:pt x="6048" y="9154"/>
                    <a:pt x="5694" y="8772"/>
                  </a:cubicBezTo>
                  <a:cubicBezTo>
                    <a:pt x="5635" y="8707"/>
                    <a:pt x="5569" y="8680"/>
                    <a:pt x="5506" y="8680"/>
                  </a:cubicBezTo>
                  <a:cubicBezTo>
                    <a:pt x="5455" y="8680"/>
                    <a:pt x="5406" y="8697"/>
                    <a:pt x="5362" y="8726"/>
                  </a:cubicBezTo>
                  <a:cubicBezTo>
                    <a:pt x="5355" y="8726"/>
                    <a:pt x="5347" y="8725"/>
                    <a:pt x="5340" y="8725"/>
                  </a:cubicBezTo>
                  <a:cubicBezTo>
                    <a:pt x="5294" y="8725"/>
                    <a:pt x="5247" y="8739"/>
                    <a:pt x="5201" y="8774"/>
                  </a:cubicBezTo>
                  <a:cubicBezTo>
                    <a:pt x="4436" y="9379"/>
                    <a:pt x="4462" y="10760"/>
                    <a:pt x="5575" y="10956"/>
                  </a:cubicBezTo>
                  <a:cubicBezTo>
                    <a:pt x="5646" y="10968"/>
                    <a:pt x="5718" y="10973"/>
                    <a:pt x="5785" y="10975"/>
                  </a:cubicBezTo>
                  <a:cubicBezTo>
                    <a:pt x="5764" y="12037"/>
                    <a:pt x="5405" y="13229"/>
                    <a:pt x="5221" y="14050"/>
                  </a:cubicBezTo>
                  <a:cubicBezTo>
                    <a:pt x="4972" y="15157"/>
                    <a:pt x="4618" y="16234"/>
                    <a:pt x="4319" y="17325"/>
                  </a:cubicBezTo>
                  <a:cubicBezTo>
                    <a:pt x="3378" y="16411"/>
                    <a:pt x="3180" y="14731"/>
                    <a:pt x="3433" y="13322"/>
                  </a:cubicBezTo>
                  <a:cubicBezTo>
                    <a:pt x="3436" y="13315"/>
                    <a:pt x="3433" y="13310"/>
                    <a:pt x="3436" y="13303"/>
                  </a:cubicBezTo>
                  <a:cubicBezTo>
                    <a:pt x="3529" y="13212"/>
                    <a:pt x="3570" y="13073"/>
                    <a:pt x="3469" y="12930"/>
                  </a:cubicBezTo>
                  <a:cubicBezTo>
                    <a:pt x="3072" y="12368"/>
                    <a:pt x="2761" y="11789"/>
                    <a:pt x="2455" y="11193"/>
                  </a:cubicBezTo>
                  <a:cubicBezTo>
                    <a:pt x="1696" y="9336"/>
                    <a:pt x="1290" y="7391"/>
                    <a:pt x="1871" y="5350"/>
                  </a:cubicBezTo>
                  <a:cubicBezTo>
                    <a:pt x="2683" y="2496"/>
                    <a:pt x="5197" y="843"/>
                    <a:pt x="8055" y="843"/>
                  </a:cubicBezTo>
                  <a:close/>
                  <a:moveTo>
                    <a:pt x="7348" y="9738"/>
                  </a:moveTo>
                  <a:cubicBezTo>
                    <a:pt x="7450" y="10099"/>
                    <a:pt x="7659" y="10444"/>
                    <a:pt x="7922" y="10714"/>
                  </a:cubicBezTo>
                  <a:cubicBezTo>
                    <a:pt x="6989" y="13035"/>
                    <a:pt x="6486" y="16834"/>
                    <a:pt x="6414" y="17983"/>
                  </a:cubicBezTo>
                  <a:cubicBezTo>
                    <a:pt x="6300" y="17993"/>
                    <a:pt x="6188" y="17998"/>
                    <a:pt x="6081" y="17998"/>
                  </a:cubicBezTo>
                  <a:cubicBezTo>
                    <a:pt x="5578" y="17998"/>
                    <a:pt x="5155" y="17886"/>
                    <a:pt x="4802" y="17691"/>
                  </a:cubicBezTo>
                  <a:cubicBezTo>
                    <a:pt x="5479" y="16045"/>
                    <a:pt x="5859" y="14239"/>
                    <a:pt x="6161" y="12494"/>
                  </a:cubicBezTo>
                  <a:cubicBezTo>
                    <a:pt x="6254" y="11942"/>
                    <a:pt x="6359" y="11387"/>
                    <a:pt x="6379" y="10848"/>
                  </a:cubicBezTo>
                  <a:cubicBezTo>
                    <a:pt x="6797" y="10638"/>
                    <a:pt x="7094" y="10195"/>
                    <a:pt x="7348" y="9738"/>
                  </a:cubicBezTo>
                  <a:close/>
                  <a:moveTo>
                    <a:pt x="3591" y="17724"/>
                  </a:moveTo>
                  <a:lnTo>
                    <a:pt x="3591" y="17724"/>
                  </a:lnTo>
                  <a:cubicBezTo>
                    <a:pt x="4137" y="18330"/>
                    <a:pt x="4905" y="18732"/>
                    <a:pt x="5919" y="18768"/>
                  </a:cubicBezTo>
                  <a:cubicBezTo>
                    <a:pt x="5965" y="18769"/>
                    <a:pt x="6012" y="18770"/>
                    <a:pt x="6057" y="18770"/>
                  </a:cubicBezTo>
                  <a:cubicBezTo>
                    <a:pt x="6637" y="18770"/>
                    <a:pt x="7183" y="18645"/>
                    <a:pt x="7678" y="18423"/>
                  </a:cubicBezTo>
                  <a:lnTo>
                    <a:pt x="7678" y="18423"/>
                  </a:lnTo>
                  <a:cubicBezTo>
                    <a:pt x="7663" y="18495"/>
                    <a:pt x="7649" y="18571"/>
                    <a:pt x="7630" y="18646"/>
                  </a:cubicBezTo>
                  <a:lnTo>
                    <a:pt x="7630" y="18648"/>
                  </a:lnTo>
                  <a:cubicBezTo>
                    <a:pt x="7398" y="19521"/>
                    <a:pt x="6733" y="19792"/>
                    <a:pt x="5902" y="19839"/>
                  </a:cubicBezTo>
                  <a:cubicBezTo>
                    <a:pt x="5839" y="19843"/>
                    <a:pt x="5775" y="19845"/>
                    <a:pt x="5712" y="19845"/>
                  </a:cubicBezTo>
                  <a:cubicBezTo>
                    <a:pt x="4411" y="19845"/>
                    <a:pt x="3190" y="19057"/>
                    <a:pt x="3591" y="17724"/>
                  </a:cubicBezTo>
                  <a:close/>
                  <a:moveTo>
                    <a:pt x="3905" y="20141"/>
                  </a:moveTo>
                  <a:lnTo>
                    <a:pt x="3905" y="20141"/>
                  </a:lnTo>
                  <a:cubicBezTo>
                    <a:pt x="4331" y="20414"/>
                    <a:pt x="4800" y="20598"/>
                    <a:pt x="5233" y="20636"/>
                  </a:cubicBezTo>
                  <a:cubicBezTo>
                    <a:pt x="5346" y="20646"/>
                    <a:pt x="5461" y="20651"/>
                    <a:pt x="5575" y="20651"/>
                  </a:cubicBezTo>
                  <a:cubicBezTo>
                    <a:pt x="5871" y="20651"/>
                    <a:pt x="6169" y="20618"/>
                    <a:pt x="6455" y="20552"/>
                  </a:cubicBezTo>
                  <a:lnTo>
                    <a:pt x="6455" y="20552"/>
                  </a:lnTo>
                  <a:cubicBezTo>
                    <a:pt x="6194" y="20884"/>
                    <a:pt x="5847" y="21055"/>
                    <a:pt x="5406" y="21055"/>
                  </a:cubicBezTo>
                  <a:cubicBezTo>
                    <a:pt x="5289" y="21055"/>
                    <a:pt x="5166" y="21043"/>
                    <a:pt x="5036" y="21019"/>
                  </a:cubicBezTo>
                  <a:cubicBezTo>
                    <a:pt x="4723" y="20961"/>
                    <a:pt x="4374" y="20851"/>
                    <a:pt x="4139" y="20624"/>
                  </a:cubicBezTo>
                  <a:cubicBezTo>
                    <a:pt x="3988" y="20476"/>
                    <a:pt x="3926" y="20313"/>
                    <a:pt x="3905" y="20141"/>
                  </a:cubicBezTo>
                  <a:close/>
                  <a:moveTo>
                    <a:pt x="8072" y="1"/>
                  </a:moveTo>
                  <a:cubicBezTo>
                    <a:pt x="5501" y="1"/>
                    <a:pt x="3017" y="1192"/>
                    <a:pt x="1718" y="3534"/>
                  </a:cubicBezTo>
                  <a:cubicBezTo>
                    <a:pt x="0" y="6628"/>
                    <a:pt x="751" y="10492"/>
                    <a:pt x="2713" y="13279"/>
                  </a:cubicBezTo>
                  <a:cubicBezTo>
                    <a:pt x="2400" y="14557"/>
                    <a:pt x="2524" y="16004"/>
                    <a:pt x="3139" y="17093"/>
                  </a:cubicBezTo>
                  <a:cubicBezTo>
                    <a:pt x="2275" y="17921"/>
                    <a:pt x="2579" y="18913"/>
                    <a:pt x="3283" y="19636"/>
                  </a:cubicBezTo>
                  <a:cubicBezTo>
                    <a:pt x="2622" y="20533"/>
                    <a:pt x="3998" y="21557"/>
                    <a:pt x="4785" y="21732"/>
                  </a:cubicBezTo>
                  <a:cubicBezTo>
                    <a:pt x="4946" y="21767"/>
                    <a:pt x="5121" y="21785"/>
                    <a:pt x="5301" y="21785"/>
                  </a:cubicBezTo>
                  <a:cubicBezTo>
                    <a:pt x="6227" y="21785"/>
                    <a:pt x="7288" y="21310"/>
                    <a:pt x="7238" y="20272"/>
                  </a:cubicBezTo>
                  <a:cubicBezTo>
                    <a:pt x="8082" y="19844"/>
                    <a:pt x="8649" y="19064"/>
                    <a:pt x="8462" y="17956"/>
                  </a:cubicBezTo>
                  <a:cubicBezTo>
                    <a:pt x="9608" y="17102"/>
                    <a:pt x="10348" y="15681"/>
                    <a:pt x="10408" y="14210"/>
                  </a:cubicBezTo>
                  <a:cubicBezTo>
                    <a:pt x="13681" y="13353"/>
                    <a:pt x="15499" y="10207"/>
                    <a:pt x="15377" y="6932"/>
                  </a:cubicBezTo>
                  <a:cubicBezTo>
                    <a:pt x="15250" y="3508"/>
                    <a:pt x="13082" y="831"/>
                    <a:pt x="9704" y="161"/>
                  </a:cubicBezTo>
                  <a:cubicBezTo>
                    <a:pt x="9163" y="54"/>
                    <a:pt x="8615" y="1"/>
                    <a:pt x="8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6">
              <a:extLst>
                <a:ext uri="{FF2B5EF4-FFF2-40B4-BE49-F238E27FC236}">
                  <a16:creationId xmlns:a16="http://schemas.microsoft.com/office/drawing/2014/main" id="{34B65D41-CB7C-87DB-BC50-323F18F66C92}"/>
                </a:ext>
              </a:extLst>
            </p:cNvPr>
            <p:cNvSpPr/>
            <p:nvPr/>
          </p:nvSpPr>
          <p:spPr>
            <a:xfrm>
              <a:off x="4795275" y="957350"/>
              <a:ext cx="54775" cy="32175"/>
            </a:xfrm>
            <a:custGeom>
              <a:avLst/>
              <a:gdLst/>
              <a:ahLst/>
              <a:cxnLst/>
              <a:rect l="l" t="t" r="r" b="b"/>
              <a:pathLst>
                <a:path w="2191" h="1287" extrusionOk="0">
                  <a:moveTo>
                    <a:pt x="1835" y="1"/>
                  </a:moveTo>
                  <a:cubicBezTo>
                    <a:pt x="1805" y="1"/>
                    <a:pt x="1773" y="6"/>
                    <a:pt x="1739" y="18"/>
                  </a:cubicBezTo>
                  <a:cubicBezTo>
                    <a:pt x="1215" y="195"/>
                    <a:pt x="761" y="499"/>
                    <a:pt x="282" y="769"/>
                  </a:cubicBezTo>
                  <a:cubicBezTo>
                    <a:pt x="0" y="928"/>
                    <a:pt x="200" y="1286"/>
                    <a:pt x="467" y="1286"/>
                  </a:cubicBezTo>
                  <a:cubicBezTo>
                    <a:pt x="512" y="1286"/>
                    <a:pt x="560" y="1276"/>
                    <a:pt x="607" y="1252"/>
                  </a:cubicBezTo>
                  <a:cubicBezTo>
                    <a:pt x="1076" y="1018"/>
                    <a:pt x="1560" y="822"/>
                    <a:pt x="1978" y="503"/>
                  </a:cubicBezTo>
                  <a:cubicBezTo>
                    <a:pt x="2191" y="342"/>
                    <a:pt x="2077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6">
              <a:extLst>
                <a:ext uri="{FF2B5EF4-FFF2-40B4-BE49-F238E27FC236}">
                  <a16:creationId xmlns:a16="http://schemas.microsoft.com/office/drawing/2014/main" id="{7EE033C8-AD79-0244-BF4C-330B0813483D}"/>
                </a:ext>
              </a:extLst>
            </p:cNvPr>
            <p:cNvSpPr/>
            <p:nvPr/>
          </p:nvSpPr>
          <p:spPr>
            <a:xfrm>
              <a:off x="4783375" y="742250"/>
              <a:ext cx="64800" cy="32450"/>
            </a:xfrm>
            <a:custGeom>
              <a:avLst/>
              <a:gdLst/>
              <a:ahLst/>
              <a:cxnLst/>
              <a:rect l="l" t="t" r="r" b="b"/>
              <a:pathLst>
                <a:path w="2592" h="1298" extrusionOk="0">
                  <a:moveTo>
                    <a:pt x="412" y="1"/>
                  </a:moveTo>
                  <a:cubicBezTo>
                    <a:pt x="141" y="1"/>
                    <a:pt x="0" y="440"/>
                    <a:pt x="289" y="549"/>
                  </a:cubicBezTo>
                  <a:cubicBezTo>
                    <a:pt x="902" y="781"/>
                    <a:pt x="1490" y="1121"/>
                    <a:pt x="2124" y="1289"/>
                  </a:cubicBezTo>
                  <a:cubicBezTo>
                    <a:pt x="2147" y="1294"/>
                    <a:pt x="2169" y="1297"/>
                    <a:pt x="2190" y="1297"/>
                  </a:cubicBezTo>
                  <a:cubicBezTo>
                    <a:pt x="2434" y="1297"/>
                    <a:pt x="2591" y="944"/>
                    <a:pt x="2378" y="779"/>
                  </a:cubicBezTo>
                  <a:lnTo>
                    <a:pt x="2380" y="779"/>
                  </a:lnTo>
                  <a:cubicBezTo>
                    <a:pt x="1837" y="360"/>
                    <a:pt x="1129" y="174"/>
                    <a:pt x="476" y="9"/>
                  </a:cubicBezTo>
                  <a:cubicBezTo>
                    <a:pt x="454" y="3"/>
                    <a:pt x="432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6">
              <a:extLst>
                <a:ext uri="{FF2B5EF4-FFF2-40B4-BE49-F238E27FC236}">
                  <a16:creationId xmlns:a16="http://schemas.microsoft.com/office/drawing/2014/main" id="{9AF5C9F7-5AA5-2B5C-64C9-35267AD07DC7}"/>
                </a:ext>
              </a:extLst>
            </p:cNvPr>
            <p:cNvSpPr/>
            <p:nvPr/>
          </p:nvSpPr>
          <p:spPr>
            <a:xfrm>
              <a:off x="4988875" y="581475"/>
              <a:ext cx="30950" cy="56500"/>
            </a:xfrm>
            <a:custGeom>
              <a:avLst/>
              <a:gdLst/>
              <a:ahLst/>
              <a:cxnLst/>
              <a:rect l="l" t="t" r="r" b="b"/>
              <a:pathLst>
                <a:path w="1238" h="2260" extrusionOk="0">
                  <a:moveTo>
                    <a:pt x="317" y="0"/>
                  </a:moveTo>
                  <a:cubicBezTo>
                    <a:pt x="154" y="0"/>
                    <a:pt x="0" y="137"/>
                    <a:pt x="58" y="353"/>
                  </a:cubicBezTo>
                  <a:cubicBezTo>
                    <a:pt x="213" y="958"/>
                    <a:pt x="378" y="1619"/>
                    <a:pt x="728" y="2147"/>
                  </a:cubicBezTo>
                  <a:cubicBezTo>
                    <a:pt x="778" y="2225"/>
                    <a:pt x="861" y="2260"/>
                    <a:pt x="944" y="2260"/>
                  </a:cubicBezTo>
                  <a:cubicBezTo>
                    <a:pt x="1090" y="2260"/>
                    <a:pt x="1238" y="2153"/>
                    <a:pt x="1218" y="1982"/>
                  </a:cubicBezTo>
                  <a:cubicBezTo>
                    <a:pt x="1146" y="1351"/>
                    <a:pt x="852" y="745"/>
                    <a:pt x="582" y="176"/>
                  </a:cubicBezTo>
                  <a:cubicBezTo>
                    <a:pt x="524" y="54"/>
                    <a:pt x="418" y="0"/>
                    <a:pt x="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6">
              <a:extLst>
                <a:ext uri="{FF2B5EF4-FFF2-40B4-BE49-F238E27FC236}">
                  <a16:creationId xmlns:a16="http://schemas.microsoft.com/office/drawing/2014/main" id="{C9BA828F-0CB6-C9AF-7586-C148E3937B0A}"/>
                </a:ext>
              </a:extLst>
            </p:cNvPr>
            <p:cNvSpPr/>
            <p:nvPr/>
          </p:nvSpPr>
          <p:spPr>
            <a:xfrm>
              <a:off x="5159650" y="553650"/>
              <a:ext cx="47350" cy="70625"/>
            </a:xfrm>
            <a:custGeom>
              <a:avLst/>
              <a:gdLst/>
              <a:ahLst/>
              <a:cxnLst/>
              <a:rect l="l" t="t" r="r" b="b"/>
              <a:pathLst>
                <a:path w="1894" h="2825" extrusionOk="0">
                  <a:moveTo>
                    <a:pt x="1559" y="0"/>
                  </a:moveTo>
                  <a:cubicBezTo>
                    <a:pt x="1494" y="0"/>
                    <a:pt x="1428" y="32"/>
                    <a:pt x="1373" y="107"/>
                  </a:cubicBezTo>
                  <a:cubicBezTo>
                    <a:pt x="859" y="811"/>
                    <a:pt x="505" y="1614"/>
                    <a:pt x="120" y="2392"/>
                  </a:cubicBezTo>
                  <a:cubicBezTo>
                    <a:pt x="1" y="2629"/>
                    <a:pt x="200" y="2825"/>
                    <a:pt x="403" y="2825"/>
                  </a:cubicBezTo>
                  <a:cubicBezTo>
                    <a:pt x="503" y="2825"/>
                    <a:pt x="604" y="2778"/>
                    <a:pt x="667" y="2665"/>
                  </a:cubicBezTo>
                  <a:cubicBezTo>
                    <a:pt x="1081" y="1930"/>
                    <a:pt x="1541" y="1205"/>
                    <a:pt x="1825" y="409"/>
                  </a:cubicBezTo>
                  <a:cubicBezTo>
                    <a:pt x="1893" y="218"/>
                    <a:pt x="1730" y="0"/>
                    <a:pt x="1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6">
              <a:extLst>
                <a:ext uri="{FF2B5EF4-FFF2-40B4-BE49-F238E27FC236}">
                  <a16:creationId xmlns:a16="http://schemas.microsoft.com/office/drawing/2014/main" id="{F033C9E9-A1D9-4E52-8B4B-665B65014BFC}"/>
                </a:ext>
              </a:extLst>
            </p:cNvPr>
            <p:cNvSpPr/>
            <p:nvPr/>
          </p:nvSpPr>
          <p:spPr>
            <a:xfrm>
              <a:off x="5286025" y="670025"/>
              <a:ext cx="75400" cy="59375"/>
            </a:xfrm>
            <a:custGeom>
              <a:avLst/>
              <a:gdLst/>
              <a:ahLst/>
              <a:cxnLst/>
              <a:rect l="l" t="t" r="r" b="b"/>
              <a:pathLst>
                <a:path w="3016" h="2375" extrusionOk="0">
                  <a:moveTo>
                    <a:pt x="2637" y="0"/>
                  </a:moveTo>
                  <a:cubicBezTo>
                    <a:pt x="2592" y="0"/>
                    <a:pt x="2547" y="12"/>
                    <a:pt x="2503" y="39"/>
                  </a:cubicBezTo>
                  <a:cubicBezTo>
                    <a:pt x="1682" y="536"/>
                    <a:pt x="969" y="1177"/>
                    <a:pt x="242" y="1795"/>
                  </a:cubicBezTo>
                  <a:cubicBezTo>
                    <a:pt x="1" y="1999"/>
                    <a:pt x="166" y="2375"/>
                    <a:pt x="410" y="2375"/>
                  </a:cubicBezTo>
                  <a:cubicBezTo>
                    <a:pt x="466" y="2375"/>
                    <a:pt x="526" y="2355"/>
                    <a:pt x="586" y="2309"/>
                  </a:cubicBezTo>
                  <a:cubicBezTo>
                    <a:pt x="1366" y="1716"/>
                    <a:pt x="2166" y="1139"/>
                    <a:pt x="2843" y="426"/>
                  </a:cubicBezTo>
                  <a:cubicBezTo>
                    <a:pt x="3015" y="245"/>
                    <a:pt x="2840" y="0"/>
                    <a:pt x="2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6">
              <a:extLst>
                <a:ext uri="{FF2B5EF4-FFF2-40B4-BE49-F238E27FC236}">
                  <a16:creationId xmlns:a16="http://schemas.microsoft.com/office/drawing/2014/main" id="{8D61D45F-DABB-14E0-19B9-110116F9688B}"/>
                </a:ext>
              </a:extLst>
            </p:cNvPr>
            <p:cNvSpPr/>
            <p:nvPr/>
          </p:nvSpPr>
          <p:spPr>
            <a:xfrm>
              <a:off x="5314375" y="844775"/>
              <a:ext cx="81000" cy="20325"/>
            </a:xfrm>
            <a:custGeom>
              <a:avLst/>
              <a:gdLst/>
              <a:ahLst/>
              <a:cxnLst/>
              <a:rect l="l" t="t" r="r" b="b"/>
              <a:pathLst>
                <a:path w="3240" h="813" extrusionOk="0">
                  <a:moveTo>
                    <a:pt x="945" y="1"/>
                  </a:moveTo>
                  <a:cubicBezTo>
                    <a:pt x="759" y="1"/>
                    <a:pt x="573" y="4"/>
                    <a:pt x="390" y="8"/>
                  </a:cubicBezTo>
                  <a:cubicBezTo>
                    <a:pt x="0" y="16"/>
                    <a:pt x="43" y="592"/>
                    <a:pt x="424" y="604"/>
                  </a:cubicBezTo>
                  <a:cubicBezTo>
                    <a:pt x="1237" y="633"/>
                    <a:pt x="2048" y="805"/>
                    <a:pt x="2862" y="812"/>
                  </a:cubicBezTo>
                  <a:cubicBezTo>
                    <a:pt x="2863" y="812"/>
                    <a:pt x="2863" y="812"/>
                    <a:pt x="2864" y="812"/>
                  </a:cubicBezTo>
                  <a:cubicBezTo>
                    <a:pt x="3133" y="812"/>
                    <a:pt x="3239" y="374"/>
                    <a:pt x="2972" y="279"/>
                  </a:cubicBezTo>
                  <a:cubicBezTo>
                    <a:pt x="2330" y="47"/>
                    <a:pt x="1631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6">
              <a:extLst>
                <a:ext uri="{FF2B5EF4-FFF2-40B4-BE49-F238E27FC236}">
                  <a16:creationId xmlns:a16="http://schemas.microsoft.com/office/drawing/2014/main" id="{9B93CEDF-4EEF-C068-2C62-F755E20E3FB9}"/>
                </a:ext>
              </a:extLst>
            </p:cNvPr>
            <p:cNvSpPr/>
            <p:nvPr/>
          </p:nvSpPr>
          <p:spPr>
            <a:xfrm>
              <a:off x="5209700" y="1040600"/>
              <a:ext cx="77475" cy="42625"/>
            </a:xfrm>
            <a:custGeom>
              <a:avLst/>
              <a:gdLst/>
              <a:ahLst/>
              <a:cxnLst/>
              <a:rect l="l" t="t" r="r" b="b"/>
              <a:pathLst>
                <a:path w="3099" h="1705" extrusionOk="0">
                  <a:moveTo>
                    <a:pt x="458" y="1"/>
                  </a:moveTo>
                  <a:cubicBezTo>
                    <a:pt x="165" y="1"/>
                    <a:pt x="1" y="423"/>
                    <a:pt x="314" y="592"/>
                  </a:cubicBezTo>
                  <a:cubicBezTo>
                    <a:pt x="1096" y="1013"/>
                    <a:pt x="1871" y="1401"/>
                    <a:pt x="2714" y="1688"/>
                  </a:cubicBezTo>
                  <a:cubicBezTo>
                    <a:pt x="2745" y="1699"/>
                    <a:pt x="2775" y="1704"/>
                    <a:pt x="2803" y="1704"/>
                  </a:cubicBezTo>
                  <a:cubicBezTo>
                    <a:pt x="3041" y="1704"/>
                    <a:pt x="3099" y="1318"/>
                    <a:pt x="2888" y="1183"/>
                  </a:cubicBezTo>
                  <a:cubicBezTo>
                    <a:pt x="2161" y="717"/>
                    <a:pt x="1388" y="367"/>
                    <a:pt x="594" y="30"/>
                  </a:cubicBezTo>
                  <a:cubicBezTo>
                    <a:pt x="547" y="10"/>
                    <a:pt x="50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26">
            <a:extLst>
              <a:ext uri="{FF2B5EF4-FFF2-40B4-BE49-F238E27FC236}">
                <a16:creationId xmlns:a16="http://schemas.microsoft.com/office/drawing/2014/main" id="{1F8A1E13-6513-816D-0932-B294F39139A8}"/>
              </a:ext>
            </a:extLst>
          </p:cNvPr>
          <p:cNvSpPr/>
          <p:nvPr/>
        </p:nvSpPr>
        <p:spPr>
          <a:xfrm rot="-2700000">
            <a:off x="7177239" y="3664087"/>
            <a:ext cx="143826" cy="143826"/>
          </a:xfrm>
          <a:prstGeom prst="star4">
            <a:avLst>
              <a:gd name="adj" fmla="val 2015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5" name="Google Shape;505;p26">
            <a:extLst>
              <a:ext uri="{FF2B5EF4-FFF2-40B4-BE49-F238E27FC236}">
                <a16:creationId xmlns:a16="http://schemas.microsoft.com/office/drawing/2014/main" id="{13025D8A-5FC0-256C-C2AA-EC056B5D81D9}"/>
              </a:ext>
            </a:extLst>
          </p:cNvPr>
          <p:cNvGrpSpPr/>
          <p:nvPr/>
        </p:nvGrpSpPr>
        <p:grpSpPr>
          <a:xfrm>
            <a:off x="1578045" y="1390167"/>
            <a:ext cx="312648" cy="276728"/>
            <a:chOff x="5383800" y="4852900"/>
            <a:chExt cx="297675" cy="263475"/>
          </a:xfrm>
        </p:grpSpPr>
        <p:sp>
          <p:nvSpPr>
            <p:cNvPr id="506" name="Google Shape;506;p26">
              <a:extLst>
                <a:ext uri="{FF2B5EF4-FFF2-40B4-BE49-F238E27FC236}">
                  <a16:creationId xmlns:a16="http://schemas.microsoft.com/office/drawing/2014/main" id="{360694A4-2D68-FB81-C311-455A2CD7FBAB}"/>
                </a:ext>
              </a:extLst>
            </p:cNvPr>
            <p:cNvSpPr/>
            <p:nvPr/>
          </p:nvSpPr>
          <p:spPr>
            <a:xfrm>
              <a:off x="5477125" y="4923950"/>
              <a:ext cx="123825" cy="123850"/>
            </a:xfrm>
            <a:custGeom>
              <a:avLst/>
              <a:gdLst/>
              <a:ahLst/>
              <a:cxnLst/>
              <a:rect l="l" t="t" r="r" b="b"/>
              <a:pathLst>
                <a:path w="4953" h="4954" extrusionOk="0">
                  <a:moveTo>
                    <a:pt x="776" y="1"/>
                  </a:moveTo>
                  <a:cubicBezTo>
                    <a:pt x="1122" y="711"/>
                    <a:pt x="1311" y="1479"/>
                    <a:pt x="1182" y="2326"/>
                  </a:cubicBezTo>
                  <a:cubicBezTo>
                    <a:pt x="1051" y="3178"/>
                    <a:pt x="589" y="4003"/>
                    <a:pt x="0" y="4771"/>
                  </a:cubicBezTo>
                  <a:cubicBezTo>
                    <a:pt x="647" y="4579"/>
                    <a:pt x="1326" y="4484"/>
                    <a:pt x="2006" y="4484"/>
                  </a:cubicBezTo>
                  <a:cubicBezTo>
                    <a:pt x="2890" y="4484"/>
                    <a:pt x="3776" y="4644"/>
                    <a:pt x="4594" y="4953"/>
                  </a:cubicBezTo>
                  <a:cubicBezTo>
                    <a:pt x="4302" y="4305"/>
                    <a:pt x="4120" y="3616"/>
                    <a:pt x="4130" y="2881"/>
                  </a:cubicBezTo>
                  <a:cubicBezTo>
                    <a:pt x="4144" y="1919"/>
                    <a:pt x="4467" y="1044"/>
                    <a:pt x="4953" y="252"/>
                  </a:cubicBezTo>
                  <a:lnTo>
                    <a:pt x="4953" y="252"/>
                  </a:lnTo>
                  <a:cubicBezTo>
                    <a:pt x="4382" y="415"/>
                    <a:pt x="3790" y="497"/>
                    <a:pt x="3200" y="497"/>
                  </a:cubicBezTo>
                  <a:cubicBezTo>
                    <a:pt x="2369" y="497"/>
                    <a:pt x="1541" y="334"/>
                    <a:pt x="7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>
              <a:extLst>
                <a:ext uri="{FF2B5EF4-FFF2-40B4-BE49-F238E27FC236}">
                  <a16:creationId xmlns:a16="http://schemas.microsoft.com/office/drawing/2014/main" id="{4CA5737A-6A1E-9002-58C3-E95D3A53032B}"/>
                </a:ext>
              </a:extLst>
            </p:cNvPr>
            <p:cNvSpPr/>
            <p:nvPr/>
          </p:nvSpPr>
          <p:spPr>
            <a:xfrm>
              <a:off x="5383800" y="4852900"/>
              <a:ext cx="297675" cy="263475"/>
            </a:xfrm>
            <a:custGeom>
              <a:avLst/>
              <a:gdLst/>
              <a:ahLst/>
              <a:cxnLst/>
              <a:rect l="l" t="t" r="r" b="b"/>
              <a:pathLst>
                <a:path w="11907" h="10539" extrusionOk="0">
                  <a:moveTo>
                    <a:pt x="4509" y="2843"/>
                  </a:moveTo>
                  <a:lnTo>
                    <a:pt x="4509" y="2843"/>
                  </a:lnTo>
                  <a:cubicBezTo>
                    <a:pt x="5274" y="3176"/>
                    <a:pt x="6102" y="3339"/>
                    <a:pt x="6933" y="3339"/>
                  </a:cubicBezTo>
                  <a:cubicBezTo>
                    <a:pt x="7523" y="3339"/>
                    <a:pt x="8115" y="3257"/>
                    <a:pt x="8686" y="3094"/>
                  </a:cubicBezTo>
                  <a:lnTo>
                    <a:pt x="8686" y="3094"/>
                  </a:lnTo>
                  <a:cubicBezTo>
                    <a:pt x="8200" y="3886"/>
                    <a:pt x="7877" y="4761"/>
                    <a:pt x="7863" y="5723"/>
                  </a:cubicBezTo>
                  <a:cubicBezTo>
                    <a:pt x="7851" y="6458"/>
                    <a:pt x="8035" y="7149"/>
                    <a:pt x="8327" y="7795"/>
                  </a:cubicBezTo>
                  <a:cubicBezTo>
                    <a:pt x="7509" y="7486"/>
                    <a:pt x="6623" y="7326"/>
                    <a:pt x="5739" y="7326"/>
                  </a:cubicBezTo>
                  <a:cubicBezTo>
                    <a:pt x="5059" y="7326"/>
                    <a:pt x="4380" y="7421"/>
                    <a:pt x="3733" y="7613"/>
                  </a:cubicBezTo>
                  <a:cubicBezTo>
                    <a:pt x="4322" y="6845"/>
                    <a:pt x="4784" y="6022"/>
                    <a:pt x="4915" y="5168"/>
                  </a:cubicBezTo>
                  <a:cubicBezTo>
                    <a:pt x="5044" y="4321"/>
                    <a:pt x="4855" y="3553"/>
                    <a:pt x="4509" y="2843"/>
                  </a:cubicBezTo>
                  <a:close/>
                  <a:moveTo>
                    <a:pt x="2421" y="1"/>
                  </a:moveTo>
                  <a:cubicBezTo>
                    <a:pt x="2357" y="1"/>
                    <a:pt x="2293" y="13"/>
                    <a:pt x="2233" y="36"/>
                  </a:cubicBezTo>
                  <a:cubicBezTo>
                    <a:pt x="2180" y="15"/>
                    <a:pt x="2125" y="6"/>
                    <a:pt x="2072" y="6"/>
                  </a:cubicBezTo>
                  <a:cubicBezTo>
                    <a:pt x="1676" y="6"/>
                    <a:pt x="1331" y="540"/>
                    <a:pt x="1683" y="924"/>
                  </a:cubicBezTo>
                  <a:cubicBezTo>
                    <a:pt x="3138" y="2503"/>
                    <a:pt x="4365" y="4233"/>
                    <a:pt x="2963" y="6305"/>
                  </a:cubicBezTo>
                  <a:cubicBezTo>
                    <a:pt x="2176" y="7467"/>
                    <a:pt x="1104" y="8422"/>
                    <a:pt x="291" y="9573"/>
                  </a:cubicBezTo>
                  <a:cubicBezTo>
                    <a:pt x="1" y="9981"/>
                    <a:pt x="399" y="10377"/>
                    <a:pt x="804" y="10377"/>
                  </a:cubicBezTo>
                  <a:cubicBezTo>
                    <a:pt x="824" y="10377"/>
                    <a:pt x="843" y="10376"/>
                    <a:pt x="862" y="10374"/>
                  </a:cubicBezTo>
                  <a:cubicBezTo>
                    <a:pt x="942" y="10421"/>
                    <a:pt x="1032" y="10448"/>
                    <a:pt x="1123" y="10448"/>
                  </a:cubicBezTo>
                  <a:cubicBezTo>
                    <a:pt x="1200" y="10448"/>
                    <a:pt x="1277" y="10428"/>
                    <a:pt x="1348" y="10381"/>
                  </a:cubicBezTo>
                  <a:cubicBezTo>
                    <a:pt x="2681" y="9513"/>
                    <a:pt x="3877" y="8695"/>
                    <a:pt x="5535" y="8630"/>
                  </a:cubicBezTo>
                  <a:cubicBezTo>
                    <a:pt x="5610" y="8627"/>
                    <a:pt x="5685" y="8626"/>
                    <a:pt x="5759" y="8626"/>
                  </a:cubicBezTo>
                  <a:cubicBezTo>
                    <a:pt x="7512" y="8626"/>
                    <a:pt x="8781" y="9484"/>
                    <a:pt x="10184" y="10456"/>
                  </a:cubicBezTo>
                  <a:cubicBezTo>
                    <a:pt x="10267" y="10513"/>
                    <a:pt x="10356" y="10538"/>
                    <a:pt x="10445" y="10538"/>
                  </a:cubicBezTo>
                  <a:cubicBezTo>
                    <a:pt x="10597" y="10538"/>
                    <a:pt x="10747" y="10464"/>
                    <a:pt x="10861" y="10353"/>
                  </a:cubicBezTo>
                  <a:cubicBezTo>
                    <a:pt x="11114" y="10192"/>
                    <a:pt x="11270" y="9874"/>
                    <a:pt x="11062" y="9568"/>
                  </a:cubicBezTo>
                  <a:cubicBezTo>
                    <a:pt x="10320" y="8479"/>
                    <a:pt x="9282" y="7369"/>
                    <a:pt x="9195" y="5979"/>
                  </a:cubicBezTo>
                  <a:cubicBezTo>
                    <a:pt x="9085" y="4139"/>
                    <a:pt x="10605" y="2742"/>
                    <a:pt x="11665" y="1441"/>
                  </a:cubicBezTo>
                  <a:cubicBezTo>
                    <a:pt x="11906" y="1146"/>
                    <a:pt x="11820" y="823"/>
                    <a:pt x="11605" y="649"/>
                  </a:cubicBezTo>
                  <a:cubicBezTo>
                    <a:pt x="11507" y="503"/>
                    <a:pt x="11334" y="403"/>
                    <a:pt x="11144" y="403"/>
                  </a:cubicBezTo>
                  <a:cubicBezTo>
                    <a:pt x="11023" y="403"/>
                    <a:pt x="10895" y="444"/>
                    <a:pt x="10775" y="539"/>
                  </a:cubicBezTo>
                  <a:cubicBezTo>
                    <a:pt x="9572" y="1502"/>
                    <a:pt x="8299" y="1960"/>
                    <a:pt x="7036" y="1960"/>
                  </a:cubicBezTo>
                  <a:cubicBezTo>
                    <a:pt x="5547" y="1960"/>
                    <a:pt x="4072" y="1323"/>
                    <a:pt x="2743" y="125"/>
                  </a:cubicBezTo>
                  <a:cubicBezTo>
                    <a:pt x="2646" y="38"/>
                    <a:pt x="2533" y="1"/>
                    <a:pt x="2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1736904"/>
      </p:ext>
    </p:extLst>
  </p:cSld>
  <p:clrMapOvr>
    <a:masterClrMapping/>
  </p:clrMapOvr>
  <p:transition spd="slow">
    <p:cov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F0F76F-5532-2471-99E5-D4A248D57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60" y="913179"/>
            <a:ext cx="3663561" cy="1561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B4875C-47C7-269C-4C12-3B35123B4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91" y="2797406"/>
            <a:ext cx="2338281" cy="1995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9C19A2-988E-15FD-A104-A3FA1426F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2318" y="2244547"/>
            <a:ext cx="2856206" cy="26277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B89DB4-9462-CB4E-C94E-87302FC23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069" y="1771240"/>
            <a:ext cx="2947605" cy="32065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CB3D7F-AD78-4037-9DEA-1F372E151F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4082" y="239645"/>
            <a:ext cx="2237918" cy="7208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699C14-AE22-BD38-9F66-5FA5F5EBFA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5563" y="198566"/>
            <a:ext cx="3955715" cy="1561392"/>
          </a:xfrm>
          <a:prstGeom prst="rect">
            <a:avLst/>
          </a:prstGeom>
        </p:spPr>
      </p:pic>
      <p:pic>
        <p:nvPicPr>
          <p:cNvPr id="2" name="Google Shape;514;p27">
            <a:extLst>
              <a:ext uri="{FF2B5EF4-FFF2-40B4-BE49-F238E27FC236}">
                <a16:creationId xmlns:a16="http://schemas.microsoft.com/office/drawing/2014/main" id="{51160FCF-22D8-A904-3BE9-2A872EB55B5E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rcRect t="16782" b="16782"/>
          <a:stretch/>
        </p:blipFill>
        <p:spPr>
          <a:xfrm>
            <a:off x="2811505" y="1019175"/>
            <a:ext cx="1141369" cy="113653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64898508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0514586D-D705-2A74-FAD7-9DBD072A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6">
            <a:extLst>
              <a:ext uri="{FF2B5EF4-FFF2-40B4-BE49-F238E27FC236}">
                <a16:creationId xmlns:a16="http://schemas.microsoft.com/office/drawing/2014/main" id="{373DDB0E-880C-C362-8870-A6960C589C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1795" y="1689627"/>
            <a:ext cx="8896148" cy="1084508"/>
          </a:xfrm>
          <a:prstGeom prst="rect">
            <a:avLst/>
          </a:prstGeom>
          <a:ln>
            <a:noFill/>
          </a:ln>
        </p:spPr>
        <p:txBody>
          <a:bodyPr spcFirstLastPara="1" wrap="square" lIns="36000" tIns="36000" rIns="36000" bIns="36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0" dirty="0"/>
              <a:t>Adios</a:t>
            </a:r>
            <a:endParaRPr sz="8000" dirty="0"/>
          </a:p>
        </p:txBody>
      </p:sp>
      <p:grpSp>
        <p:nvGrpSpPr>
          <p:cNvPr id="678" name="Google Shape;678;p36">
            <a:extLst>
              <a:ext uri="{FF2B5EF4-FFF2-40B4-BE49-F238E27FC236}">
                <a16:creationId xmlns:a16="http://schemas.microsoft.com/office/drawing/2014/main" id="{A5A57091-F4D4-4F2E-9CD6-18419E2238C2}"/>
              </a:ext>
            </a:extLst>
          </p:cNvPr>
          <p:cNvGrpSpPr/>
          <p:nvPr/>
        </p:nvGrpSpPr>
        <p:grpSpPr>
          <a:xfrm>
            <a:off x="1471504" y="3300855"/>
            <a:ext cx="1106126" cy="1084508"/>
            <a:chOff x="2260750" y="2201400"/>
            <a:chExt cx="881375" cy="864150"/>
          </a:xfrm>
        </p:grpSpPr>
        <p:sp>
          <p:nvSpPr>
            <p:cNvPr id="679" name="Google Shape;679;p36">
              <a:extLst>
                <a:ext uri="{FF2B5EF4-FFF2-40B4-BE49-F238E27FC236}">
                  <a16:creationId xmlns:a16="http://schemas.microsoft.com/office/drawing/2014/main" id="{0798F521-FDCD-3383-03EA-F6E2E000851D}"/>
                </a:ext>
              </a:extLst>
            </p:cNvPr>
            <p:cNvSpPr/>
            <p:nvPr/>
          </p:nvSpPr>
          <p:spPr>
            <a:xfrm>
              <a:off x="2571300" y="2300925"/>
              <a:ext cx="125150" cy="208000"/>
            </a:xfrm>
            <a:custGeom>
              <a:avLst/>
              <a:gdLst/>
              <a:ahLst/>
              <a:cxnLst/>
              <a:rect l="l" t="t" r="r" b="b"/>
              <a:pathLst>
                <a:path w="5006" h="8320" extrusionOk="0">
                  <a:moveTo>
                    <a:pt x="4072" y="1"/>
                  </a:moveTo>
                  <a:cubicBezTo>
                    <a:pt x="2615" y="1979"/>
                    <a:pt x="1201" y="3984"/>
                    <a:pt x="0" y="6150"/>
                  </a:cubicBezTo>
                  <a:cubicBezTo>
                    <a:pt x="577" y="6836"/>
                    <a:pt x="1111" y="7580"/>
                    <a:pt x="1615" y="8320"/>
                  </a:cubicBezTo>
                  <a:cubicBezTo>
                    <a:pt x="2596" y="6145"/>
                    <a:pt x="3668" y="3939"/>
                    <a:pt x="5006" y="1972"/>
                  </a:cubicBezTo>
                  <a:cubicBezTo>
                    <a:pt x="4675" y="1333"/>
                    <a:pt x="4364" y="671"/>
                    <a:pt x="4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>
              <a:extLst>
                <a:ext uri="{FF2B5EF4-FFF2-40B4-BE49-F238E27FC236}">
                  <a16:creationId xmlns:a16="http://schemas.microsoft.com/office/drawing/2014/main" id="{E767B4B2-E0DD-8A5B-F4B4-56B61E10A2BC}"/>
                </a:ext>
              </a:extLst>
            </p:cNvPr>
            <p:cNvSpPr/>
            <p:nvPr/>
          </p:nvSpPr>
          <p:spPr>
            <a:xfrm>
              <a:off x="2392400" y="2227950"/>
              <a:ext cx="265950" cy="213500"/>
            </a:xfrm>
            <a:custGeom>
              <a:avLst/>
              <a:gdLst/>
              <a:ahLst/>
              <a:cxnLst/>
              <a:rect l="l" t="t" r="r" b="b"/>
              <a:pathLst>
                <a:path w="10638" h="8540" extrusionOk="0">
                  <a:moveTo>
                    <a:pt x="3838" y="1"/>
                  </a:moveTo>
                  <a:cubicBezTo>
                    <a:pt x="2469" y="2145"/>
                    <a:pt x="1163" y="4322"/>
                    <a:pt x="0" y="6573"/>
                  </a:cubicBezTo>
                  <a:cubicBezTo>
                    <a:pt x="2087" y="7360"/>
                    <a:pt x="4202" y="7980"/>
                    <a:pt x="6357" y="8540"/>
                  </a:cubicBezTo>
                  <a:cubicBezTo>
                    <a:pt x="7597" y="6267"/>
                    <a:pt x="9044" y="4078"/>
                    <a:pt x="10638" y="2027"/>
                  </a:cubicBezTo>
                  <a:cubicBezTo>
                    <a:pt x="8355" y="1458"/>
                    <a:pt x="6080" y="721"/>
                    <a:pt x="38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>
              <a:extLst>
                <a:ext uri="{FF2B5EF4-FFF2-40B4-BE49-F238E27FC236}">
                  <a16:creationId xmlns:a16="http://schemas.microsoft.com/office/drawing/2014/main" id="{3F9ACC23-5640-9046-0CE7-67C6F5BE05EE}"/>
                </a:ext>
              </a:extLst>
            </p:cNvPr>
            <p:cNvSpPr/>
            <p:nvPr/>
          </p:nvSpPr>
          <p:spPr>
            <a:xfrm>
              <a:off x="2833625" y="2340825"/>
              <a:ext cx="250225" cy="271100"/>
            </a:xfrm>
            <a:custGeom>
              <a:avLst/>
              <a:gdLst/>
              <a:ahLst/>
              <a:cxnLst/>
              <a:rect l="l" t="t" r="r" b="b"/>
              <a:pathLst>
                <a:path w="10009" h="10844" extrusionOk="0">
                  <a:moveTo>
                    <a:pt x="3774" y="1"/>
                  </a:moveTo>
                  <a:cubicBezTo>
                    <a:pt x="3202" y="1441"/>
                    <a:pt x="2544" y="2860"/>
                    <a:pt x="1934" y="4247"/>
                  </a:cubicBezTo>
                  <a:cubicBezTo>
                    <a:pt x="1322" y="5640"/>
                    <a:pt x="678" y="7018"/>
                    <a:pt x="1" y="8379"/>
                  </a:cubicBezTo>
                  <a:cubicBezTo>
                    <a:pt x="2252" y="8989"/>
                    <a:pt x="4513" y="9994"/>
                    <a:pt x="6669" y="10843"/>
                  </a:cubicBezTo>
                  <a:cubicBezTo>
                    <a:pt x="7918" y="8324"/>
                    <a:pt x="9018" y="5731"/>
                    <a:pt x="10009" y="3092"/>
                  </a:cubicBezTo>
                  <a:cubicBezTo>
                    <a:pt x="9980" y="2967"/>
                    <a:pt x="9951" y="2845"/>
                    <a:pt x="9923" y="2721"/>
                  </a:cubicBezTo>
                  <a:cubicBezTo>
                    <a:pt x="9277" y="2381"/>
                    <a:pt x="8626" y="2051"/>
                    <a:pt x="7961" y="1745"/>
                  </a:cubicBezTo>
                  <a:cubicBezTo>
                    <a:pt x="6590" y="1113"/>
                    <a:pt x="5188" y="541"/>
                    <a:pt x="37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>
              <a:extLst>
                <a:ext uri="{FF2B5EF4-FFF2-40B4-BE49-F238E27FC236}">
                  <a16:creationId xmlns:a16="http://schemas.microsoft.com/office/drawing/2014/main" id="{4C8C1D8D-C2DB-4B6E-ECF5-9C877CCB75CD}"/>
                </a:ext>
              </a:extLst>
            </p:cNvPr>
            <p:cNvSpPr/>
            <p:nvPr/>
          </p:nvSpPr>
          <p:spPr>
            <a:xfrm>
              <a:off x="2491675" y="2473850"/>
              <a:ext cx="110875" cy="264750"/>
            </a:xfrm>
            <a:custGeom>
              <a:avLst/>
              <a:gdLst/>
              <a:ahLst/>
              <a:cxnLst/>
              <a:rect l="l" t="t" r="r" b="b"/>
              <a:pathLst>
                <a:path w="4435" h="10590" extrusionOk="0">
                  <a:moveTo>
                    <a:pt x="2769" y="1"/>
                  </a:moveTo>
                  <a:cubicBezTo>
                    <a:pt x="1838" y="1761"/>
                    <a:pt x="1013" y="3606"/>
                    <a:pt x="482" y="5525"/>
                  </a:cubicBezTo>
                  <a:cubicBezTo>
                    <a:pt x="1" y="7252"/>
                    <a:pt x="116" y="9245"/>
                    <a:pt x="1082" y="10590"/>
                  </a:cubicBezTo>
                  <a:cubicBezTo>
                    <a:pt x="1159" y="9705"/>
                    <a:pt x="1645" y="8819"/>
                    <a:pt x="1992" y="7965"/>
                  </a:cubicBezTo>
                  <a:cubicBezTo>
                    <a:pt x="2628" y="6398"/>
                    <a:pt x="3279" y="4833"/>
                    <a:pt x="3961" y="3283"/>
                  </a:cubicBezTo>
                  <a:cubicBezTo>
                    <a:pt x="4118" y="2931"/>
                    <a:pt x="4274" y="2575"/>
                    <a:pt x="4434" y="2216"/>
                  </a:cubicBezTo>
                  <a:cubicBezTo>
                    <a:pt x="4432" y="2214"/>
                    <a:pt x="4430" y="2214"/>
                    <a:pt x="4430" y="2211"/>
                  </a:cubicBezTo>
                  <a:cubicBezTo>
                    <a:pt x="3865" y="1505"/>
                    <a:pt x="3284" y="764"/>
                    <a:pt x="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>
              <a:extLst>
                <a:ext uri="{FF2B5EF4-FFF2-40B4-BE49-F238E27FC236}">
                  <a16:creationId xmlns:a16="http://schemas.microsoft.com/office/drawing/2014/main" id="{4CF32EF3-9BA0-AFD8-1A8D-C84B63C2389B}"/>
                </a:ext>
              </a:extLst>
            </p:cNvPr>
            <p:cNvSpPr/>
            <p:nvPr/>
          </p:nvSpPr>
          <p:spPr>
            <a:xfrm>
              <a:off x="3020075" y="2461050"/>
              <a:ext cx="92725" cy="197575"/>
            </a:xfrm>
            <a:custGeom>
              <a:avLst/>
              <a:gdLst/>
              <a:ahLst/>
              <a:cxnLst/>
              <a:rect l="l" t="t" r="r" b="b"/>
              <a:pathLst>
                <a:path w="3709" h="7903" extrusionOk="0">
                  <a:moveTo>
                    <a:pt x="2991" y="1"/>
                  </a:moveTo>
                  <a:cubicBezTo>
                    <a:pt x="2135" y="2328"/>
                    <a:pt x="1130" y="4611"/>
                    <a:pt x="0" y="6826"/>
                  </a:cubicBezTo>
                  <a:cubicBezTo>
                    <a:pt x="185" y="7082"/>
                    <a:pt x="345" y="7360"/>
                    <a:pt x="508" y="7628"/>
                  </a:cubicBezTo>
                  <a:cubicBezTo>
                    <a:pt x="563" y="7719"/>
                    <a:pt x="620" y="7810"/>
                    <a:pt x="680" y="7903"/>
                  </a:cubicBezTo>
                  <a:cubicBezTo>
                    <a:pt x="1675" y="5996"/>
                    <a:pt x="2668" y="4089"/>
                    <a:pt x="3709" y="2209"/>
                  </a:cubicBezTo>
                  <a:cubicBezTo>
                    <a:pt x="3436" y="1489"/>
                    <a:pt x="3202" y="749"/>
                    <a:pt x="29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>
              <a:extLst>
                <a:ext uri="{FF2B5EF4-FFF2-40B4-BE49-F238E27FC236}">
                  <a16:creationId xmlns:a16="http://schemas.microsoft.com/office/drawing/2014/main" id="{24DC4B6A-D037-0EA2-EADA-E9522941B478}"/>
                </a:ext>
              </a:extLst>
            </p:cNvPr>
            <p:cNvSpPr/>
            <p:nvPr/>
          </p:nvSpPr>
          <p:spPr>
            <a:xfrm>
              <a:off x="2427100" y="2652575"/>
              <a:ext cx="598450" cy="389675"/>
            </a:xfrm>
            <a:custGeom>
              <a:avLst/>
              <a:gdLst/>
              <a:ahLst/>
              <a:cxnLst/>
              <a:rect l="l" t="t" r="r" b="b"/>
              <a:pathLst>
                <a:path w="23938" h="15587" extrusionOk="0">
                  <a:moveTo>
                    <a:pt x="23284" y="0"/>
                  </a:moveTo>
                  <a:cubicBezTo>
                    <a:pt x="22205" y="2046"/>
                    <a:pt x="21023" y="4034"/>
                    <a:pt x="19748" y="5939"/>
                  </a:cubicBezTo>
                  <a:cubicBezTo>
                    <a:pt x="16896" y="10190"/>
                    <a:pt x="13092" y="14080"/>
                    <a:pt x="7771" y="14733"/>
                  </a:cubicBezTo>
                  <a:cubicBezTo>
                    <a:pt x="7249" y="14798"/>
                    <a:pt x="6728" y="14829"/>
                    <a:pt x="6209" y="14829"/>
                  </a:cubicBezTo>
                  <a:cubicBezTo>
                    <a:pt x="4019" y="14829"/>
                    <a:pt x="1880" y="14267"/>
                    <a:pt x="0" y="13226"/>
                  </a:cubicBezTo>
                  <a:lnTo>
                    <a:pt x="0" y="13226"/>
                  </a:lnTo>
                  <a:cubicBezTo>
                    <a:pt x="203" y="13370"/>
                    <a:pt x="409" y="13511"/>
                    <a:pt x="625" y="13645"/>
                  </a:cubicBezTo>
                  <a:cubicBezTo>
                    <a:pt x="2701" y="14940"/>
                    <a:pt x="5141" y="15586"/>
                    <a:pt x="7583" y="15586"/>
                  </a:cubicBezTo>
                  <a:cubicBezTo>
                    <a:pt x="9579" y="15586"/>
                    <a:pt x="11577" y="15154"/>
                    <a:pt x="13379" y="14291"/>
                  </a:cubicBezTo>
                  <a:cubicBezTo>
                    <a:pt x="17406" y="12360"/>
                    <a:pt x="19918" y="8525"/>
                    <a:pt x="22006" y="4738"/>
                  </a:cubicBezTo>
                  <a:cubicBezTo>
                    <a:pt x="22664" y="3541"/>
                    <a:pt x="23303" y="2333"/>
                    <a:pt x="23937" y="1125"/>
                  </a:cubicBezTo>
                  <a:cubicBezTo>
                    <a:pt x="23782" y="883"/>
                    <a:pt x="23650" y="622"/>
                    <a:pt x="23511" y="386"/>
                  </a:cubicBezTo>
                  <a:cubicBezTo>
                    <a:pt x="23435" y="259"/>
                    <a:pt x="23358" y="130"/>
                    <a:pt x="232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6">
              <a:extLst>
                <a:ext uri="{FF2B5EF4-FFF2-40B4-BE49-F238E27FC236}">
                  <a16:creationId xmlns:a16="http://schemas.microsoft.com/office/drawing/2014/main" id="{ABEFC41F-441C-8AE1-05F3-BFE041F3F00A}"/>
                </a:ext>
              </a:extLst>
            </p:cNvPr>
            <p:cNvSpPr/>
            <p:nvPr/>
          </p:nvSpPr>
          <p:spPr>
            <a:xfrm>
              <a:off x="2279175" y="2406750"/>
              <a:ext cx="711725" cy="591450"/>
            </a:xfrm>
            <a:custGeom>
              <a:avLst/>
              <a:gdLst/>
              <a:ahLst/>
              <a:cxnLst/>
              <a:rect l="l" t="t" r="r" b="b"/>
              <a:pathLst>
                <a:path w="28469" h="23658" extrusionOk="0">
                  <a:moveTo>
                    <a:pt x="4233" y="0"/>
                  </a:moveTo>
                  <a:cubicBezTo>
                    <a:pt x="3123" y="2208"/>
                    <a:pt x="2151" y="4489"/>
                    <a:pt x="1398" y="6883"/>
                  </a:cubicBezTo>
                  <a:cubicBezTo>
                    <a:pt x="311" y="10324"/>
                    <a:pt x="0" y="13927"/>
                    <a:pt x="1663" y="17241"/>
                  </a:cubicBezTo>
                  <a:cubicBezTo>
                    <a:pt x="3080" y="20061"/>
                    <a:pt x="5599" y="22236"/>
                    <a:pt x="8630" y="23140"/>
                  </a:cubicBezTo>
                  <a:cubicBezTo>
                    <a:pt x="9813" y="23494"/>
                    <a:pt x="10954" y="23657"/>
                    <a:pt x="12052" y="23657"/>
                  </a:cubicBezTo>
                  <a:cubicBezTo>
                    <a:pt x="17517" y="23657"/>
                    <a:pt x="21904" y="19622"/>
                    <a:pt x="24952" y="15016"/>
                  </a:cubicBezTo>
                  <a:cubicBezTo>
                    <a:pt x="26249" y="13056"/>
                    <a:pt x="27409" y="11027"/>
                    <a:pt x="28469" y="8951"/>
                  </a:cubicBezTo>
                  <a:cubicBezTo>
                    <a:pt x="26277" y="8185"/>
                    <a:pt x="23918" y="7460"/>
                    <a:pt x="21822" y="6441"/>
                  </a:cubicBezTo>
                  <a:cubicBezTo>
                    <a:pt x="21334" y="7398"/>
                    <a:pt x="20834" y="8348"/>
                    <a:pt x="20303" y="9281"/>
                  </a:cubicBezTo>
                  <a:cubicBezTo>
                    <a:pt x="18701" y="12098"/>
                    <a:pt x="16376" y="15871"/>
                    <a:pt x="12963" y="15871"/>
                  </a:cubicBezTo>
                  <a:cubicBezTo>
                    <a:pt x="12283" y="15871"/>
                    <a:pt x="11560" y="15721"/>
                    <a:pt x="10791" y="15384"/>
                  </a:cubicBezTo>
                  <a:cubicBezTo>
                    <a:pt x="6233" y="13386"/>
                    <a:pt x="7788" y="8082"/>
                    <a:pt x="9322" y="4565"/>
                  </a:cubicBezTo>
                  <a:cubicBezTo>
                    <a:pt x="9695" y="3711"/>
                    <a:pt x="10102" y="2866"/>
                    <a:pt x="10537" y="2034"/>
                  </a:cubicBezTo>
                  <a:cubicBezTo>
                    <a:pt x="8405" y="1534"/>
                    <a:pt x="6317" y="833"/>
                    <a:pt x="4281" y="31"/>
                  </a:cubicBezTo>
                  <a:cubicBezTo>
                    <a:pt x="4261" y="24"/>
                    <a:pt x="4249" y="10"/>
                    <a:pt x="4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6">
              <a:extLst>
                <a:ext uri="{FF2B5EF4-FFF2-40B4-BE49-F238E27FC236}">
                  <a16:creationId xmlns:a16="http://schemas.microsoft.com/office/drawing/2014/main" id="{B5BC1BB8-69DC-CB06-F198-39180987548C}"/>
                </a:ext>
              </a:extLst>
            </p:cNvPr>
            <p:cNvSpPr/>
            <p:nvPr/>
          </p:nvSpPr>
          <p:spPr>
            <a:xfrm>
              <a:off x="2279175" y="2406750"/>
              <a:ext cx="711725" cy="591450"/>
            </a:xfrm>
            <a:custGeom>
              <a:avLst/>
              <a:gdLst/>
              <a:ahLst/>
              <a:cxnLst/>
              <a:rect l="l" t="t" r="r" b="b"/>
              <a:pathLst>
                <a:path w="28469" h="23658" extrusionOk="0">
                  <a:moveTo>
                    <a:pt x="4233" y="0"/>
                  </a:moveTo>
                  <a:cubicBezTo>
                    <a:pt x="3123" y="2208"/>
                    <a:pt x="2151" y="4489"/>
                    <a:pt x="1398" y="6883"/>
                  </a:cubicBezTo>
                  <a:cubicBezTo>
                    <a:pt x="311" y="10324"/>
                    <a:pt x="0" y="13927"/>
                    <a:pt x="1663" y="17241"/>
                  </a:cubicBezTo>
                  <a:cubicBezTo>
                    <a:pt x="3080" y="20061"/>
                    <a:pt x="5599" y="22236"/>
                    <a:pt x="8630" y="23140"/>
                  </a:cubicBezTo>
                  <a:cubicBezTo>
                    <a:pt x="9813" y="23494"/>
                    <a:pt x="10954" y="23657"/>
                    <a:pt x="12052" y="23657"/>
                  </a:cubicBezTo>
                  <a:cubicBezTo>
                    <a:pt x="17517" y="23657"/>
                    <a:pt x="21904" y="19622"/>
                    <a:pt x="24952" y="15016"/>
                  </a:cubicBezTo>
                  <a:cubicBezTo>
                    <a:pt x="26249" y="13056"/>
                    <a:pt x="27409" y="11027"/>
                    <a:pt x="28469" y="8951"/>
                  </a:cubicBezTo>
                  <a:cubicBezTo>
                    <a:pt x="26277" y="8185"/>
                    <a:pt x="23918" y="7460"/>
                    <a:pt x="21822" y="6441"/>
                  </a:cubicBezTo>
                  <a:cubicBezTo>
                    <a:pt x="21334" y="7398"/>
                    <a:pt x="20834" y="8348"/>
                    <a:pt x="20303" y="9281"/>
                  </a:cubicBezTo>
                  <a:cubicBezTo>
                    <a:pt x="18701" y="12098"/>
                    <a:pt x="16376" y="15871"/>
                    <a:pt x="12963" y="15871"/>
                  </a:cubicBezTo>
                  <a:cubicBezTo>
                    <a:pt x="12283" y="15871"/>
                    <a:pt x="11560" y="15721"/>
                    <a:pt x="10791" y="15384"/>
                  </a:cubicBezTo>
                  <a:cubicBezTo>
                    <a:pt x="6233" y="13386"/>
                    <a:pt x="7788" y="8082"/>
                    <a:pt x="9322" y="4565"/>
                  </a:cubicBezTo>
                  <a:cubicBezTo>
                    <a:pt x="9695" y="3711"/>
                    <a:pt x="10102" y="2866"/>
                    <a:pt x="10537" y="2034"/>
                  </a:cubicBezTo>
                  <a:cubicBezTo>
                    <a:pt x="8405" y="1534"/>
                    <a:pt x="6317" y="833"/>
                    <a:pt x="4281" y="31"/>
                  </a:cubicBezTo>
                  <a:cubicBezTo>
                    <a:pt x="4261" y="24"/>
                    <a:pt x="4249" y="10"/>
                    <a:pt x="4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6">
              <a:extLst>
                <a:ext uri="{FF2B5EF4-FFF2-40B4-BE49-F238E27FC236}">
                  <a16:creationId xmlns:a16="http://schemas.microsoft.com/office/drawing/2014/main" id="{AAB57657-FE4F-8E2D-D182-48C7B995FD9A}"/>
                </a:ext>
              </a:extLst>
            </p:cNvPr>
            <p:cNvSpPr/>
            <p:nvPr/>
          </p:nvSpPr>
          <p:spPr>
            <a:xfrm>
              <a:off x="2260750" y="2201400"/>
              <a:ext cx="881375" cy="864150"/>
            </a:xfrm>
            <a:custGeom>
              <a:avLst/>
              <a:gdLst/>
              <a:ahLst/>
              <a:cxnLst/>
              <a:rect l="l" t="t" r="r" b="b"/>
              <a:pathLst>
                <a:path w="35255" h="34566" extrusionOk="0">
                  <a:moveTo>
                    <a:pt x="9104" y="1063"/>
                  </a:moveTo>
                  <a:cubicBezTo>
                    <a:pt x="11346" y="1783"/>
                    <a:pt x="13621" y="2520"/>
                    <a:pt x="15904" y="3087"/>
                  </a:cubicBezTo>
                  <a:cubicBezTo>
                    <a:pt x="14310" y="5140"/>
                    <a:pt x="12863" y="7327"/>
                    <a:pt x="11623" y="9602"/>
                  </a:cubicBezTo>
                  <a:cubicBezTo>
                    <a:pt x="9468" y="9040"/>
                    <a:pt x="7353" y="8422"/>
                    <a:pt x="5266" y="7635"/>
                  </a:cubicBezTo>
                  <a:cubicBezTo>
                    <a:pt x="6429" y="5384"/>
                    <a:pt x="7735" y="3207"/>
                    <a:pt x="9104" y="1063"/>
                  </a:cubicBezTo>
                  <a:close/>
                  <a:moveTo>
                    <a:pt x="16494" y="3982"/>
                  </a:moveTo>
                  <a:cubicBezTo>
                    <a:pt x="16786" y="4652"/>
                    <a:pt x="17097" y="5314"/>
                    <a:pt x="17428" y="5953"/>
                  </a:cubicBezTo>
                  <a:cubicBezTo>
                    <a:pt x="16090" y="7920"/>
                    <a:pt x="15018" y="10126"/>
                    <a:pt x="14037" y="12301"/>
                  </a:cubicBezTo>
                  <a:cubicBezTo>
                    <a:pt x="13533" y="11561"/>
                    <a:pt x="12999" y="10817"/>
                    <a:pt x="12422" y="10131"/>
                  </a:cubicBezTo>
                  <a:cubicBezTo>
                    <a:pt x="13623" y="7965"/>
                    <a:pt x="15037" y="5960"/>
                    <a:pt x="16494" y="3982"/>
                  </a:cubicBezTo>
                  <a:close/>
                  <a:moveTo>
                    <a:pt x="26689" y="5578"/>
                  </a:moveTo>
                  <a:cubicBezTo>
                    <a:pt x="28103" y="6118"/>
                    <a:pt x="29505" y="6690"/>
                    <a:pt x="30876" y="7322"/>
                  </a:cubicBezTo>
                  <a:cubicBezTo>
                    <a:pt x="31541" y="7628"/>
                    <a:pt x="32192" y="7958"/>
                    <a:pt x="32838" y="8298"/>
                  </a:cubicBezTo>
                  <a:cubicBezTo>
                    <a:pt x="32866" y="8422"/>
                    <a:pt x="32895" y="8544"/>
                    <a:pt x="32924" y="8669"/>
                  </a:cubicBezTo>
                  <a:cubicBezTo>
                    <a:pt x="31936" y="11308"/>
                    <a:pt x="30833" y="13901"/>
                    <a:pt x="29584" y="16420"/>
                  </a:cubicBezTo>
                  <a:cubicBezTo>
                    <a:pt x="27428" y="15571"/>
                    <a:pt x="25167" y="14566"/>
                    <a:pt x="22916" y="13959"/>
                  </a:cubicBezTo>
                  <a:cubicBezTo>
                    <a:pt x="23593" y="12595"/>
                    <a:pt x="24237" y="11217"/>
                    <a:pt x="24849" y="9824"/>
                  </a:cubicBezTo>
                  <a:cubicBezTo>
                    <a:pt x="25459" y="8437"/>
                    <a:pt x="26117" y="7018"/>
                    <a:pt x="26689" y="5578"/>
                  </a:cubicBezTo>
                  <a:close/>
                  <a:moveTo>
                    <a:pt x="33364" y="10387"/>
                  </a:moveTo>
                  <a:cubicBezTo>
                    <a:pt x="33575" y="11135"/>
                    <a:pt x="33809" y="11877"/>
                    <a:pt x="34082" y="12595"/>
                  </a:cubicBezTo>
                  <a:cubicBezTo>
                    <a:pt x="33041" y="14475"/>
                    <a:pt x="32048" y="16382"/>
                    <a:pt x="31053" y="18289"/>
                  </a:cubicBezTo>
                  <a:cubicBezTo>
                    <a:pt x="30996" y="18196"/>
                    <a:pt x="30936" y="18105"/>
                    <a:pt x="30881" y="18016"/>
                  </a:cubicBezTo>
                  <a:cubicBezTo>
                    <a:pt x="30718" y="17746"/>
                    <a:pt x="30558" y="17468"/>
                    <a:pt x="30373" y="17212"/>
                  </a:cubicBezTo>
                  <a:cubicBezTo>
                    <a:pt x="31503" y="14997"/>
                    <a:pt x="32508" y="12714"/>
                    <a:pt x="33364" y="10387"/>
                  </a:cubicBezTo>
                  <a:close/>
                  <a:moveTo>
                    <a:pt x="12006" y="10899"/>
                  </a:moveTo>
                  <a:cubicBezTo>
                    <a:pt x="12521" y="11662"/>
                    <a:pt x="13102" y="12403"/>
                    <a:pt x="13667" y="13109"/>
                  </a:cubicBezTo>
                  <a:cubicBezTo>
                    <a:pt x="13667" y="13112"/>
                    <a:pt x="13669" y="13112"/>
                    <a:pt x="13671" y="13114"/>
                  </a:cubicBezTo>
                  <a:cubicBezTo>
                    <a:pt x="13513" y="13473"/>
                    <a:pt x="13355" y="13829"/>
                    <a:pt x="13200" y="14181"/>
                  </a:cubicBezTo>
                  <a:cubicBezTo>
                    <a:pt x="12516" y="15731"/>
                    <a:pt x="11867" y="17296"/>
                    <a:pt x="11229" y="18863"/>
                  </a:cubicBezTo>
                  <a:cubicBezTo>
                    <a:pt x="10882" y="19717"/>
                    <a:pt x="10398" y="20603"/>
                    <a:pt x="10319" y="21488"/>
                  </a:cubicBezTo>
                  <a:cubicBezTo>
                    <a:pt x="9353" y="20143"/>
                    <a:pt x="9240" y="18153"/>
                    <a:pt x="9719" y="16423"/>
                  </a:cubicBezTo>
                  <a:cubicBezTo>
                    <a:pt x="10250" y="14504"/>
                    <a:pt x="11075" y="12659"/>
                    <a:pt x="12006" y="10899"/>
                  </a:cubicBezTo>
                  <a:close/>
                  <a:moveTo>
                    <a:pt x="4970" y="8214"/>
                  </a:moveTo>
                  <a:cubicBezTo>
                    <a:pt x="4986" y="8224"/>
                    <a:pt x="4998" y="8238"/>
                    <a:pt x="5018" y="8245"/>
                  </a:cubicBezTo>
                  <a:cubicBezTo>
                    <a:pt x="7054" y="9047"/>
                    <a:pt x="9142" y="9748"/>
                    <a:pt x="11274" y="10248"/>
                  </a:cubicBezTo>
                  <a:cubicBezTo>
                    <a:pt x="10839" y="11080"/>
                    <a:pt x="10432" y="11925"/>
                    <a:pt x="10059" y="12779"/>
                  </a:cubicBezTo>
                  <a:cubicBezTo>
                    <a:pt x="8525" y="16294"/>
                    <a:pt x="6970" y="21600"/>
                    <a:pt x="11528" y="23598"/>
                  </a:cubicBezTo>
                  <a:cubicBezTo>
                    <a:pt x="12297" y="23935"/>
                    <a:pt x="13020" y="24085"/>
                    <a:pt x="13700" y="24085"/>
                  </a:cubicBezTo>
                  <a:cubicBezTo>
                    <a:pt x="17113" y="24085"/>
                    <a:pt x="19438" y="20312"/>
                    <a:pt x="21040" y="17495"/>
                  </a:cubicBezTo>
                  <a:cubicBezTo>
                    <a:pt x="21571" y="16562"/>
                    <a:pt x="22071" y="15612"/>
                    <a:pt x="22559" y="14655"/>
                  </a:cubicBezTo>
                  <a:cubicBezTo>
                    <a:pt x="24655" y="15674"/>
                    <a:pt x="27012" y="16399"/>
                    <a:pt x="29206" y="17165"/>
                  </a:cubicBezTo>
                  <a:cubicBezTo>
                    <a:pt x="28146" y="19241"/>
                    <a:pt x="26986" y="21270"/>
                    <a:pt x="25689" y="23230"/>
                  </a:cubicBezTo>
                  <a:cubicBezTo>
                    <a:pt x="22641" y="27836"/>
                    <a:pt x="18254" y="31871"/>
                    <a:pt x="12789" y="31871"/>
                  </a:cubicBezTo>
                  <a:cubicBezTo>
                    <a:pt x="11691" y="31871"/>
                    <a:pt x="10550" y="31708"/>
                    <a:pt x="9367" y="31354"/>
                  </a:cubicBezTo>
                  <a:cubicBezTo>
                    <a:pt x="6336" y="30450"/>
                    <a:pt x="3817" y="28275"/>
                    <a:pt x="2400" y="25455"/>
                  </a:cubicBezTo>
                  <a:cubicBezTo>
                    <a:pt x="737" y="22141"/>
                    <a:pt x="1048" y="18538"/>
                    <a:pt x="2135" y="15097"/>
                  </a:cubicBezTo>
                  <a:cubicBezTo>
                    <a:pt x="2888" y="12703"/>
                    <a:pt x="3860" y="10422"/>
                    <a:pt x="4970" y="8214"/>
                  </a:cubicBezTo>
                  <a:close/>
                  <a:moveTo>
                    <a:pt x="29938" y="18047"/>
                  </a:moveTo>
                  <a:cubicBezTo>
                    <a:pt x="30012" y="18177"/>
                    <a:pt x="30089" y="18306"/>
                    <a:pt x="30165" y="18433"/>
                  </a:cubicBezTo>
                  <a:cubicBezTo>
                    <a:pt x="30304" y="18669"/>
                    <a:pt x="30436" y="18930"/>
                    <a:pt x="30591" y="19172"/>
                  </a:cubicBezTo>
                  <a:cubicBezTo>
                    <a:pt x="29957" y="20380"/>
                    <a:pt x="29318" y="21588"/>
                    <a:pt x="28660" y="22785"/>
                  </a:cubicBezTo>
                  <a:cubicBezTo>
                    <a:pt x="26572" y="26572"/>
                    <a:pt x="24060" y="30407"/>
                    <a:pt x="20033" y="32338"/>
                  </a:cubicBezTo>
                  <a:cubicBezTo>
                    <a:pt x="18231" y="33201"/>
                    <a:pt x="16233" y="33633"/>
                    <a:pt x="14237" y="33633"/>
                  </a:cubicBezTo>
                  <a:cubicBezTo>
                    <a:pt x="11795" y="33633"/>
                    <a:pt x="9355" y="32987"/>
                    <a:pt x="7279" y="31692"/>
                  </a:cubicBezTo>
                  <a:cubicBezTo>
                    <a:pt x="7066" y="31558"/>
                    <a:pt x="6857" y="31417"/>
                    <a:pt x="6654" y="31273"/>
                  </a:cubicBezTo>
                  <a:lnTo>
                    <a:pt x="6654" y="31273"/>
                  </a:lnTo>
                  <a:cubicBezTo>
                    <a:pt x="8536" y="32314"/>
                    <a:pt x="10674" y="32876"/>
                    <a:pt x="12863" y="32876"/>
                  </a:cubicBezTo>
                  <a:cubicBezTo>
                    <a:pt x="13382" y="32876"/>
                    <a:pt x="13903" y="32845"/>
                    <a:pt x="14425" y="32780"/>
                  </a:cubicBezTo>
                  <a:cubicBezTo>
                    <a:pt x="19748" y="32127"/>
                    <a:pt x="23550" y="28237"/>
                    <a:pt x="26402" y="23986"/>
                  </a:cubicBezTo>
                  <a:cubicBezTo>
                    <a:pt x="27679" y="22081"/>
                    <a:pt x="28859" y="20093"/>
                    <a:pt x="29938" y="18047"/>
                  </a:cubicBezTo>
                  <a:close/>
                  <a:moveTo>
                    <a:pt x="8451" y="1"/>
                  </a:moveTo>
                  <a:lnTo>
                    <a:pt x="7980" y="702"/>
                  </a:lnTo>
                  <a:cubicBezTo>
                    <a:pt x="5647" y="4235"/>
                    <a:pt x="3752" y="8114"/>
                    <a:pt x="2197" y="11982"/>
                  </a:cubicBezTo>
                  <a:cubicBezTo>
                    <a:pt x="1391" y="13994"/>
                    <a:pt x="735" y="16078"/>
                    <a:pt x="443" y="18165"/>
                  </a:cubicBezTo>
                  <a:cubicBezTo>
                    <a:pt x="130" y="19722"/>
                    <a:pt x="0" y="21380"/>
                    <a:pt x="288" y="22828"/>
                  </a:cubicBezTo>
                  <a:cubicBezTo>
                    <a:pt x="300" y="22885"/>
                    <a:pt x="319" y="22928"/>
                    <a:pt x="345" y="22966"/>
                  </a:cubicBezTo>
                  <a:cubicBezTo>
                    <a:pt x="1494" y="29784"/>
                    <a:pt x="7777" y="34566"/>
                    <a:pt x="14493" y="34566"/>
                  </a:cubicBezTo>
                  <a:cubicBezTo>
                    <a:pt x="15663" y="34566"/>
                    <a:pt x="16847" y="34420"/>
                    <a:pt x="18019" y="34115"/>
                  </a:cubicBezTo>
                  <a:cubicBezTo>
                    <a:pt x="22481" y="32955"/>
                    <a:pt x="25663" y="29632"/>
                    <a:pt x="28041" y="25835"/>
                  </a:cubicBezTo>
                  <a:cubicBezTo>
                    <a:pt x="30440" y="22007"/>
                    <a:pt x="32594" y="17904"/>
                    <a:pt x="34589" y="13801"/>
                  </a:cubicBezTo>
                  <a:lnTo>
                    <a:pt x="35254" y="12430"/>
                  </a:lnTo>
                  <a:lnTo>
                    <a:pt x="34276" y="7719"/>
                  </a:lnTo>
                  <a:lnTo>
                    <a:pt x="32517" y="6805"/>
                  </a:lnTo>
                  <a:cubicBezTo>
                    <a:pt x="30749" y="5956"/>
                    <a:pt x="28895" y="5235"/>
                    <a:pt x="27053" y="4623"/>
                  </a:cubicBezTo>
                  <a:lnTo>
                    <a:pt x="25974" y="4278"/>
                  </a:lnTo>
                  <a:lnTo>
                    <a:pt x="25574" y="5157"/>
                  </a:lnTo>
                  <a:cubicBezTo>
                    <a:pt x="24316" y="8016"/>
                    <a:pt x="23261" y="10997"/>
                    <a:pt x="21858" y="13779"/>
                  </a:cubicBezTo>
                  <a:cubicBezTo>
                    <a:pt x="20235" y="16997"/>
                    <a:pt x="17878" y="23045"/>
                    <a:pt x="13581" y="23045"/>
                  </a:cubicBezTo>
                  <a:cubicBezTo>
                    <a:pt x="13463" y="23045"/>
                    <a:pt x="13344" y="23040"/>
                    <a:pt x="13224" y="23031"/>
                  </a:cubicBezTo>
                  <a:cubicBezTo>
                    <a:pt x="12449" y="22974"/>
                    <a:pt x="11812" y="22746"/>
                    <a:pt x="11291" y="22409"/>
                  </a:cubicBezTo>
                  <a:cubicBezTo>
                    <a:pt x="10982" y="20863"/>
                    <a:pt x="12186" y="18966"/>
                    <a:pt x="12757" y="17583"/>
                  </a:cubicBezTo>
                  <a:cubicBezTo>
                    <a:pt x="13415" y="15992"/>
                    <a:pt x="14090" y="14406"/>
                    <a:pt x="14815" y="12844"/>
                  </a:cubicBezTo>
                  <a:cubicBezTo>
                    <a:pt x="15760" y="10808"/>
                    <a:pt x="16882" y="8896"/>
                    <a:pt x="17985" y="6965"/>
                  </a:cubicBezTo>
                  <a:lnTo>
                    <a:pt x="18569" y="5932"/>
                  </a:lnTo>
                  <a:lnTo>
                    <a:pt x="18150" y="4956"/>
                  </a:lnTo>
                  <a:cubicBezTo>
                    <a:pt x="17920" y="4448"/>
                    <a:pt x="17681" y="3944"/>
                    <a:pt x="17428" y="3446"/>
                  </a:cubicBezTo>
                  <a:lnTo>
                    <a:pt x="16710" y="2075"/>
                  </a:lnTo>
                  <a:lnTo>
                    <a:pt x="15600" y="1814"/>
                  </a:lnTo>
                  <a:cubicBezTo>
                    <a:pt x="13631" y="1230"/>
                    <a:pt x="11607" y="750"/>
                    <a:pt x="9609" y="276"/>
                  </a:cubicBezTo>
                  <a:lnTo>
                    <a:pt x="84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8" name="Google Shape;688;p36">
            <a:extLst>
              <a:ext uri="{FF2B5EF4-FFF2-40B4-BE49-F238E27FC236}">
                <a16:creationId xmlns:a16="http://schemas.microsoft.com/office/drawing/2014/main" id="{7B8817C7-7DF2-F474-E875-4C98479F8FCC}"/>
              </a:ext>
            </a:extLst>
          </p:cNvPr>
          <p:cNvGrpSpPr/>
          <p:nvPr/>
        </p:nvGrpSpPr>
        <p:grpSpPr>
          <a:xfrm rot="-4500119">
            <a:off x="3944139" y="393404"/>
            <a:ext cx="1077306" cy="829881"/>
            <a:chOff x="8313025" y="1776975"/>
            <a:chExt cx="799975" cy="616200"/>
          </a:xfrm>
        </p:grpSpPr>
        <p:sp>
          <p:nvSpPr>
            <p:cNvPr id="689" name="Google Shape;689;p36">
              <a:extLst>
                <a:ext uri="{FF2B5EF4-FFF2-40B4-BE49-F238E27FC236}">
                  <a16:creationId xmlns:a16="http://schemas.microsoft.com/office/drawing/2014/main" id="{957B2717-218C-4335-6013-DC29D4EB516B}"/>
                </a:ext>
              </a:extLst>
            </p:cNvPr>
            <p:cNvSpPr/>
            <p:nvPr/>
          </p:nvSpPr>
          <p:spPr>
            <a:xfrm>
              <a:off x="8383675" y="2233450"/>
              <a:ext cx="212425" cy="130225"/>
            </a:xfrm>
            <a:custGeom>
              <a:avLst/>
              <a:gdLst/>
              <a:ahLst/>
              <a:cxnLst/>
              <a:rect l="l" t="t" r="r" b="b"/>
              <a:pathLst>
                <a:path w="8497" h="5209" extrusionOk="0">
                  <a:moveTo>
                    <a:pt x="8168" y="0"/>
                  </a:moveTo>
                  <a:cubicBezTo>
                    <a:pt x="6266" y="2357"/>
                    <a:pt x="3024" y="3922"/>
                    <a:pt x="0" y="4305"/>
                  </a:cubicBezTo>
                  <a:cubicBezTo>
                    <a:pt x="242" y="4625"/>
                    <a:pt x="508" y="4927"/>
                    <a:pt x="799" y="5209"/>
                  </a:cubicBezTo>
                  <a:cubicBezTo>
                    <a:pt x="2460" y="4960"/>
                    <a:pt x="4025" y="4644"/>
                    <a:pt x="5606" y="3711"/>
                  </a:cubicBezTo>
                  <a:cubicBezTo>
                    <a:pt x="6730" y="3049"/>
                    <a:pt x="7678" y="2197"/>
                    <a:pt x="8496" y="1225"/>
                  </a:cubicBezTo>
                  <a:cubicBezTo>
                    <a:pt x="8420" y="797"/>
                    <a:pt x="8310" y="390"/>
                    <a:pt x="8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6">
              <a:extLst>
                <a:ext uri="{FF2B5EF4-FFF2-40B4-BE49-F238E27FC236}">
                  <a16:creationId xmlns:a16="http://schemas.microsoft.com/office/drawing/2014/main" id="{5CDC467A-6261-AEAD-0651-F4B90967F010}"/>
                </a:ext>
              </a:extLst>
            </p:cNvPr>
            <p:cNvSpPr/>
            <p:nvPr/>
          </p:nvSpPr>
          <p:spPr>
            <a:xfrm>
              <a:off x="8863600" y="1955500"/>
              <a:ext cx="218300" cy="131550"/>
            </a:xfrm>
            <a:custGeom>
              <a:avLst/>
              <a:gdLst/>
              <a:ahLst/>
              <a:cxnLst/>
              <a:rect l="l" t="t" r="r" b="b"/>
              <a:pathLst>
                <a:path w="8732" h="5262" extrusionOk="0">
                  <a:moveTo>
                    <a:pt x="8425" y="0"/>
                  </a:moveTo>
                  <a:cubicBezTo>
                    <a:pt x="6560" y="2391"/>
                    <a:pt x="3491" y="4234"/>
                    <a:pt x="408" y="4234"/>
                  </a:cubicBezTo>
                  <a:cubicBezTo>
                    <a:pt x="273" y="4234"/>
                    <a:pt x="137" y="4231"/>
                    <a:pt x="1" y="4223"/>
                  </a:cubicBezTo>
                  <a:lnTo>
                    <a:pt x="1" y="4223"/>
                  </a:lnTo>
                  <a:cubicBezTo>
                    <a:pt x="183" y="4577"/>
                    <a:pt x="396" y="4924"/>
                    <a:pt x="644" y="5262"/>
                  </a:cubicBezTo>
                  <a:cubicBezTo>
                    <a:pt x="2649" y="5125"/>
                    <a:pt x="4544" y="4656"/>
                    <a:pt x="6329" y="3460"/>
                  </a:cubicBezTo>
                  <a:cubicBezTo>
                    <a:pt x="7348" y="2781"/>
                    <a:pt x="8095" y="1998"/>
                    <a:pt x="8731" y="1137"/>
                  </a:cubicBezTo>
                  <a:cubicBezTo>
                    <a:pt x="8647" y="749"/>
                    <a:pt x="8547" y="371"/>
                    <a:pt x="84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6">
              <a:extLst>
                <a:ext uri="{FF2B5EF4-FFF2-40B4-BE49-F238E27FC236}">
                  <a16:creationId xmlns:a16="http://schemas.microsoft.com/office/drawing/2014/main" id="{C170F573-1A9E-5B82-BD55-7007CAE7D122}"/>
                </a:ext>
              </a:extLst>
            </p:cNvPr>
            <p:cNvSpPr/>
            <p:nvPr/>
          </p:nvSpPr>
          <p:spPr>
            <a:xfrm>
              <a:off x="8337550" y="1803950"/>
              <a:ext cx="727125" cy="517975"/>
            </a:xfrm>
            <a:custGeom>
              <a:avLst/>
              <a:gdLst/>
              <a:ahLst/>
              <a:cxnLst/>
              <a:rect l="l" t="t" r="r" b="b"/>
              <a:pathLst>
                <a:path w="29085" h="20719" extrusionOk="0">
                  <a:moveTo>
                    <a:pt x="21214" y="5416"/>
                  </a:moveTo>
                  <a:cubicBezTo>
                    <a:pt x="21215" y="5416"/>
                    <a:pt x="21216" y="5416"/>
                    <a:pt x="21217" y="5417"/>
                  </a:cubicBezTo>
                  <a:cubicBezTo>
                    <a:pt x="21548" y="5419"/>
                    <a:pt x="21942" y="5553"/>
                    <a:pt x="22201" y="5761"/>
                  </a:cubicBezTo>
                  <a:cubicBezTo>
                    <a:pt x="22474" y="5979"/>
                    <a:pt x="22365" y="6429"/>
                    <a:pt x="21992" y="6429"/>
                  </a:cubicBezTo>
                  <a:cubicBezTo>
                    <a:pt x="21989" y="6429"/>
                    <a:pt x="21986" y="6429"/>
                    <a:pt x="21983" y="6429"/>
                  </a:cubicBezTo>
                  <a:cubicBezTo>
                    <a:pt x="21653" y="6421"/>
                    <a:pt x="21263" y="6283"/>
                    <a:pt x="21005" y="6072"/>
                  </a:cubicBezTo>
                  <a:cubicBezTo>
                    <a:pt x="20737" y="5855"/>
                    <a:pt x="20841" y="5416"/>
                    <a:pt x="21214" y="5416"/>
                  </a:cubicBezTo>
                  <a:close/>
                  <a:moveTo>
                    <a:pt x="21409" y="6549"/>
                  </a:moveTo>
                  <a:cubicBezTo>
                    <a:pt x="21470" y="6549"/>
                    <a:pt x="21534" y="6565"/>
                    <a:pt x="21598" y="6601"/>
                  </a:cubicBezTo>
                  <a:cubicBezTo>
                    <a:pt x="21789" y="6708"/>
                    <a:pt x="21976" y="6809"/>
                    <a:pt x="22136" y="6960"/>
                  </a:cubicBezTo>
                  <a:cubicBezTo>
                    <a:pt x="22377" y="7187"/>
                    <a:pt x="22137" y="7526"/>
                    <a:pt x="21862" y="7526"/>
                  </a:cubicBezTo>
                  <a:cubicBezTo>
                    <a:pt x="21833" y="7526"/>
                    <a:pt x="21804" y="7523"/>
                    <a:pt x="21775" y="7515"/>
                  </a:cubicBezTo>
                  <a:cubicBezTo>
                    <a:pt x="21567" y="7457"/>
                    <a:pt x="21378" y="7331"/>
                    <a:pt x="21191" y="7225"/>
                  </a:cubicBezTo>
                  <a:cubicBezTo>
                    <a:pt x="20837" y="7027"/>
                    <a:pt x="21075" y="6549"/>
                    <a:pt x="21409" y="6549"/>
                  </a:cubicBezTo>
                  <a:close/>
                  <a:moveTo>
                    <a:pt x="1100" y="17830"/>
                  </a:moveTo>
                  <a:cubicBezTo>
                    <a:pt x="1111" y="17830"/>
                    <a:pt x="1121" y="17830"/>
                    <a:pt x="1132" y="17831"/>
                  </a:cubicBezTo>
                  <a:cubicBezTo>
                    <a:pt x="1491" y="17869"/>
                    <a:pt x="1800" y="17936"/>
                    <a:pt x="2116" y="18128"/>
                  </a:cubicBezTo>
                  <a:cubicBezTo>
                    <a:pt x="2435" y="18323"/>
                    <a:pt x="2247" y="18798"/>
                    <a:pt x="1903" y="18798"/>
                  </a:cubicBezTo>
                  <a:cubicBezTo>
                    <a:pt x="1901" y="18798"/>
                    <a:pt x="1900" y="18798"/>
                    <a:pt x="1898" y="18798"/>
                  </a:cubicBezTo>
                  <a:cubicBezTo>
                    <a:pt x="1728" y="18795"/>
                    <a:pt x="1549" y="18767"/>
                    <a:pt x="1381" y="18724"/>
                  </a:cubicBezTo>
                  <a:cubicBezTo>
                    <a:pt x="1209" y="18678"/>
                    <a:pt x="1068" y="18590"/>
                    <a:pt x="910" y="18513"/>
                  </a:cubicBezTo>
                  <a:cubicBezTo>
                    <a:pt x="588" y="18353"/>
                    <a:pt x="771" y="17830"/>
                    <a:pt x="1100" y="17830"/>
                  </a:cubicBezTo>
                  <a:close/>
                  <a:moveTo>
                    <a:pt x="1259" y="18845"/>
                  </a:moveTo>
                  <a:cubicBezTo>
                    <a:pt x="1338" y="18845"/>
                    <a:pt x="1411" y="18852"/>
                    <a:pt x="1486" y="18889"/>
                  </a:cubicBezTo>
                  <a:cubicBezTo>
                    <a:pt x="1819" y="19044"/>
                    <a:pt x="1797" y="19458"/>
                    <a:pt x="1451" y="19580"/>
                  </a:cubicBezTo>
                  <a:cubicBezTo>
                    <a:pt x="1399" y="19599"/>
                    <a:pt x="1351" y="19605"/>
                    <a:pt x="1303" y="19605"/>
                  </a:cubicBezTo>
                  <a:cubicBezTo>
                    <a:pt x="1259" y="19605"/>
                    <a:pt x="1215" y="19600"/>
                    <a:pt x="1166" y="19594"/>
                  </a:cubicBezTo>
                  <a:cubicBezTo>
                    <a:pt x="687" y="19537"/>
                    <a:pt x="721" y="18855"/>
                    <a:pt x="1204" y="18846"/>
                  </a:cubicBezTo>
                  <a:cubicBezTo>
                    <a:pt x="1223" y="18845"/>
                    <a:pt x="1241" y="18845"/>
                    <a:pt x="1259" y="18845"/>
                  </a:cubicBezTo>
                  <a:close/>
                  <a:moveTo>
                    <a:pt x="20321" y="1"/>
                  </a:moveTo>
                  <a:cubicBezTo>
                    <a:pt x="17705" y="1"/>
                    <a:pt x="15053" y="823"/>
                    <a:pt x="12722" y="2041"/>
                  </a:cubicBezTo>
                  <a:cubicBezTo>
                    <a:pt x="8803" y="4089"/>
                    <a:pt x="4590" y="7139"/>
                    <a:pt x="2226" y="10950"/>
                  </a:cubicBezTo>
                  <a:cubicBezTo>
                    <a:pt x="833" y="13197"/>
                    <a:pt x="1" y="15936"/>
                    <a:pt x="544" y="18580"/>
                  </a:cubicBezTo>
                  <a:cubicBezTo>
                    <a:pt x="709" y="19384"/>
                    <a:pt x="977" y="20090"/>
                    <a:pt x="1336" y="20719"/>
                  </a:cubicBezTo>
                  <a:cubicBezTo>
                    <a:pt x="2798" y="20408"/>
                    <a:pt x="4223" y="20028"/>
                    <a:pt x="5573" y="19358"/>
                  </a:cubicBezTo>
                  <a:lnTo>
                    <a:pt x="5570" y="19358"/>
                  </a:lnTo>
                  <a:cubicBezTo>
                    <a:pt x="7085" y="18606"/>
                    <a:pt x="8262" y="17542"/>
                    <a:pt x="9564" y="16496"/>
                  </a:cubicBezTo>
                  <a:cubicBezTo>
                    <a:pt x="9602" y="16465"/>
                    <a:pt x="9647" y="16444"/>
                    <a:pt x="9690" y="16429"/>
                  </a:cubicBezTo>
                  <a:cubicBezTo>
                    <a:pt x="8975" y="14987"/>
                    <a:pt x="7781" y="13814"/>
                    <a:pt x="6161" y="12862"/>
                  </a:cubicBezTo>
                  <a:cubicBezTo>
                    <a:pt x="6087" y="12986"/>
                    <a:pt x="6013" y="13111"/>
                    <a:pt x="5939" y="13235"/>
                  </a:cubicBezTo>
                  <a:cubicBezTo>
                    <a:pt x="5884" y="13329"/>
                    <a:pt x="5797" y="13368"/>
                    <a:pt x="5709" y="13368"/>
                  </a:cubicBezTo>
                  <a:cubicBezTo>
                    <a:pt x="5524" y="13368"/>
                    <a:pt x="5332" y="13193"/>
                    <a:pt x="5410" y="12982"/>
                  </a:cubicBezTo>
                  <a:cubicBezTo>
                    <a:pt x="7242" y="7986"/>
                    <a:pt x="12922" y="3793"/>
                    <a:pt x="18434" y="3793"/>
                  </a:cubicBezTo>
                  <a:cubicBezTo>
                    <a:pt x="19300" y="3793"/>
                    <a:pt x="20162" y="3897"/>
                    <a:pt x="21005" y="4117"/>
                  </a:cubicBezTo>
                  <a:cubicBezTo>
                    <a:pt x="21464" y="4239"/>
                    <a:pt x="21265" y="4852"/>
                    <a:pt x="20863" y="4876"/>
                  </a:cubicBezTo>
                  <a:cubicBezTo>
                    <a:pt x="20746" y="4881"/>
                    <a:pt x="20631" y="4888"/>
                    <a:pt x="20514" y="4895"/>
                  </a:cubicBezTo>
                  <a:cubicBezTo>
                    <a:pt x="20148" y="6567"/>
                    <a:pt x="20193" y="8060"/>
                    <a:pt x="20672" y="9422"/>
                  </a:cubicBezTo>
                  <a:cubicBezTo>
                    <a:pt x="24103" y="9060"/>
                    <a:pt x="26945" y="8051"/>
                    <a:pt x="29084" y="5079"/>
                  </a:cubicBezTo>
                  <a:cubicBezTo>
                    <a:pt x="28436" y="3663"/>
                    <a:pt x="27414" y="2419"/>
                    <a:pt x="25849" y="1478"/>
                  </a:cubicBezTo>
                  <a:cubicBezTo>
                    <a:pt x="24118" y="438"/>
                    <a:pt x="22229" y="1"/>
                    <a:pt x="203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6">
              <a:extLst>
                <a:ext uri="{FF2B5EF4-FFF2-40B4-BE49-F238E27FC236}">
                  <a16:creationId xmlns:a16="http://schemas.microsoft.com/office/drawing/2014/main" id="{C3322FCD-0C4D-38AB-36CD-B9F92290C47C}"/>
                </a:ext>
              </a:extLst>
            </p:cNvPr>
            <p:cNvSpPr/>
            <p:nvPr/>
          </p:nvSpPr>
          <p:spPr>
            <a:xfrm>
              <a:off x="8681550" y="1868050"/>
              <a:ext cx="383125" cy="171450"/>
            </a:xfrm>
            <a:custGeom>
              <a:avLst/>
              <a:gdLst/>
              <a:ahLst/>
              <a:cxnLst/>
              <a:rect l="l" t="t" r="r" b="b"/>
              <a:pathLst>
                <a:path w="15325" h="6858" extrusionOk="0">
                  <a:moveTo>
                    <a:pt x="7454" y="2852"/>
                  </a:moveTo>
                  <a:cubicBezTo>
                    <a:pt x="7455" y="2852"/>
                    <a:pt x="7456" y="2852"/>
                    <a:pt x="7457" y="2853"/>
                  </a:cubicBezTo>
                  <a:cubicBezTo>
                    <a:pt x="7788" y="2855"/>
                    <a:pt x="8182" y="2989"/>
                    <a:pt x="8441" y="3197"/>
                  </a:cubicBezTo>
                  <a:cubicBezTo>
                    <a:pt x="8711" y="3415"/>
                    <a:pt x="8605" y="3865"/>
                    <a:pt x="8232" y="3865"/>
                  </a:cubicBezTo>
                  <a:cubicBezTo>
                    <a:pt x="8229" y="3865"/>
                    <a:pt x="8226" y="3865"/>
                    <a:pt x="8223" y="3865"/>
                  </a:cubicBezTo>
                  <a:cubicBezTo>
                    <a:pt x="7893" y="3857"/>
                    <a:pt x="7501" y="3719"/>
                    <a:pt x="7245" y="3508"/>
                  </a:cubicBezTo>
                  <a:cubicBezTo>
                    <a:pt x="6977" y="3291"/>
                    <a:pt x="7081" y="2852"/>
                    <a:pt x="7454" y="2852"/>
                  </a:cubicBezTo>
                  <a:close/>
                  <a:moveTo>
                    <a:pt x="7649" y="3985"/>
                  </a:moveTo>
                  <a:cubicBezTo>
                    <a:pt x="7710" y="3985"/>
                    <a:pt x="7774" y="4001"/>
                    <a:pt x="7838" y="4037"/>
                  </a:cubicBezTo>
                  <a:cubicBezTo>
                    <a:pt x="8027" y="4144"/>
                    <a:pt x="8216" y="4245"/>
                    <a:pt x="8376" y="4396"/>
                  </a:cubicBezTo>
                  <a:cubicBezTo>
                    <a:pt x="8617" y="4623"/>
                    <a:pt x="8375" y="4962"/>
                    <a:pt x="8101" y="4962"/>
                  </a:cubicBezTo>
                  <a:cubicBezTo>
                    <a:pt x="8073" y="4962"/>
                    <a:pt x="8044" y="4959"/>
                    <a:pt x="8015" y="4951"/>
                  </a:cubicBezTo>
                  <a:cubicBezTo>
                    <a:pt x="7807" y="4893"/>
                    <a:pt x="7618" y="4767"/>
                    <a:pt x="7429" y="4661"/>
                  </a:cubicBezTo>
                  <a:cubicBezTo>
                    <a:pt x="7076" y="4463"/>
                    <a:pt x="7315" y="3985"/>
                    <a:pt x="7649" y="3985"/>
                  </a:cubicBezTo>
                  <a:close/>
                  <a:moveTo>
                    <a:pt x="13527" y="1"/>
                  </a:moveTo>
                  <a:cubicBezTo>
                    <a:pt x="13465" y="166"/>
                    <a:pt x="13389" y="328"/>
                    <a:pt x="13300" y="482"/>
                  </a:cubicBezTo>
                  <a:cubicBezTo>
                    <a:pt x="12975" y="1046"/>
                    <a:pt x="12446" y="1745"/>
                    <a:pt x="11757" y="1879"/>
                  </a:cubicBezTo>
                  <a:cubicBezTo>
                    <a:pt x="11614" y="1906"/>
                    <a:pt x="11478" y="1919"/>
                    <a:pt x="11348" y="1919"/>
                  </a:cubicBezTo>
                  <a:cubicBezTo>
                    <a:pt x="10564" y="1919"/>
                    <a:pt x="9968" y="1467"/>
                    <a:pt x="9228" y="1104"/>
                  </a:cubicBezTo>
                  <a:cubicBezTo>
                    <a:pt x="8150" y="575"/>
                    <a:pt x="7076" y="216"/>
                    <a:pt x="5956" y="216"/>
                  </a:cubicBezTo>
                  <a:cubicBezTo>
                    <a:pt x="5423" y="216"/>
                    <a:pt x="4878" y="298"/>
                    <a:pt x="4319" y="482"/>
                  </a:cubicBezTo>
                  <a:cubicBezTo>
                    <a:pt x="3450" y="764"/>
                    <a:pt x="2584" y="1063"/>
                    <a:pt x="1737" y="1410"/>
                  </a:cubicBezTo>
                  <a:cubicBezTo>
                    <a:pt x="1170" y="1644"/>
                    <a:pt x="579" y="1896"/>
                    <a:pt x="0" y="2180"/>
                  </a:cubicBezTo>
                  <a:cubicBezTo>
                    <a:pt x="1512" y="1574"/>
                    <a:pt x="3103" y="1231"/>
                    <a:pt x="4681" y="1231"/>
                  </a:cubicBezTo>
                  <a:cubicBezTo>
                    <a:pt x="5545" y="1231"/>
                    <a:pt x="6405" y="1334"/>
                    <a:pt x="7245" y="1553"/>
                  </a:cubicBezTo>
                  <a:cubicBezTo>
                    <a:pt x="7704" y="1675"/>
                    <a:pt x="7505" y="2288"/>
                    <a:pt x="7103" y="2312"/>
                  </a:cubicBezTo>
                  <a:cubicBezTo>
                    <a:pt x="6986" y="2317"/>
                    <a:pt x="6871" y="2324"/>
                    <a:pt x="6754" y="2331"/>
                  </a:cubicBezTo>
                  <a:cubicBezTo>
                    <a:pt x="6386" y="4003"/>
                    <a:pt x="6433" y="5496"/>
                    <a:pt x="6912" y="6858"/>
                  </a:cubicBezTo>
                  <a:cubicBezTo>
                    <a:pt x="10343" y="6496"/>
                    <a:pt x="13185" y="5487"/>
                    <a:pt x="15324" y="2515"/>
                  </a:cubicBezTo>
                  <a:cubicBezTo>
                    <a:pt x="14901" y="1592"/>
                    <a:pt x="14314" y="742"/>
                    <a:pt x="13527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6">
              <a:extLst>
                <a:ext uri="{FF2B5EF4-FFF2-40B4-BE49-F238E27FC236}">
                  <a16:creationId xmlns:a16="http://schemas.microsoft.com/office/drawing/2014/main" id="{353B9103-74E8-A6FB-8C47-0700038BAD0A}"/>
                </a:ext>
              </a:extLst>
            </p:cNvPr>
            <p:cNvSpPr/>
            <p:nvPr/>
          </p:nvSpPr>
          <p:spPr>
            <a:xfrm>
              <a:off x="8345325" y="2181525"/>
              <a:ext cx="234500" cy="140400"/>
            </a:xfrm>
            <a:custGeom>
              <a:avLst/>
              <a:gdLst/>
              <a:ahLst/>
              <a:cxnLst/>
              <a:rect l="l" t="t" r="r" b="b"/>
              <a:pathLst>
                <a:path w="9380" h="5616" extrusionOk="0">
                  <a:moveTo>
                    <a:pt x="785" y="2729"/>
                  </a:moveTo>
                  <a:cubicBezTo>
                    <a:pt x="796" y="2729"/>
                    <a:pt x="807" y="2729"/>
                    <a:pt x="819" y="2731"/>
                  </a:cubicBezTo>
                  <a:cubicBezTo>
                    <a:pt x="1180" y="2766"/>
                    <a:pt x="1489" y="2833"/>
                    <a:pt x="1805" y="3027"/>
                  </a:cubicBezTo>
                  <a:cubicBezTo>
                    <a:pt x="2124" y="3220"/>
                    <a:pt x="1936" y="3695"/>
                    <a:pt x="1592" y="3695"/>
                  </a:cubicBezTo>
                  <a:cubicBezTo>
                    <a:pt x="1590" y="3695"/>
                    <a:pt x="1589" y="3695"/>
                    <a:pt x="1587" y="3695"/>
                  </a:cubicBezTo>
                  <a:cubicBezTo>
                    <a:pt x="1417" y="3692"/>
                    <a:pt x="1238" y="3664"/>
                    <a:pt x="1070" y="3621"/>
                  </a:cubicBezTo>
                  <a:cubicBezTo>
                    <a:pt x="898" y="3578"/>
                    <a:pt x="757" y="3487"/>
                    <a:pt x="599" y="3410"/>
                  </a:cubicBezTo>
                  <a:cubicBezTo>
                    <a:pt x="275" y="3253"/>
                    <a:pt x="459" y="2729"/>
                    <a:pt x="785" y="2729"/>
                  </a:cubicBezTo>
                  <a:close/>
                  <a:moveTo>
                    <a:pt x="893" y="3743"/>
                  </a:moveTo>
                  <a:cubicBezTo>
                    <a:pt x="994" y="3743"/>
                    <a:pt x="1080" y="3743"/>
                    <a:pt x="1175" y="3786"/>
                  </a:cubicBezTo>
                  <a:cubicBezTo>
                    <a:pt x="1506" y="3941"/>
                    <a:pt x="1486" y="4355"/>
                    <a:pt x="1140" y="4477"/>
                  </a:cubicBezTo>
                  <a:lnTo>
                    <a:pt x="1140" y="4480"/>
                  </a:lnTo>
                  <a:cubicBezTo>
                    <a:pt x="1089" y="4497"/>
                    <a:pt x="1042" y="4503"/>
                    <a:pt x="994" y="4503"/>
                  </a:cubicBezTo>
                  <a:cubicBezTo>
                    <a:pt x="949" y="4503"/>
                    <a:pt x="904" y="4497"/>
                    <a:pt x="855" y="4491"/>
                  </a:cubicBezTo>
                  <a:cubicBezTo>
                    <a:pt x="374" y="4436"/>
                    <a:pt x="410" y="3752"/>
                    <a:pt x="893" y="3743"/>
                  </a:cubicBezTo>
                  <a:close/>
                  <a:moveTo>
                    <a:pt x="8523" y="1"/>
                  </a:moveTo>
                  <a:cubicBezTo>
                    <a:pt x="7785" y="1516"/>
                    <a:pt x="5833" y="2318"/>
                    <a:pt x="4013" y="2318"/>
                  </a:cubicBezTo>
                  <a:cubicBezTo>
                    <a:pt x="3160" y="2318"/>
                    <a:pt x="2337" y="2142"/>
                    <a:pt x="1680" y="1781"/>
                  </a:cubicBezTo>
                  <a:cubicBezTo>
                    <a:pt x="898" y="1350"/>
                    <a:pt x="448" y="757"/>
                    <a:pt x="230" y="73"/>
                  </a:cubicBezTo>
                  <a:lnTo>
                    <a:pt x="230" y="73"/>
                  </a:lnTo>
                  <a:cubicBezTo>
                    <a:pt x="22" y="1195"/>
                    <a:pt x="1" y="2345"/>
                    <a:pt x="233" y="3477"/>
                  </a:cubicBezTo>
                  <a:cubicBezTo>
                    <a:pt x="398" y="4283"/>
                    <a:pt x="666" y="4987"/>
                    <a:pt x="1025" y="5616"/>
                  </a:cubicBezTo>
                  <a:cubicBezTo>
                    <a:pt x="2484" y="5305"/>
                    <a:pt x="3910" y="4925"/>
                    <a:pt x="5259" y="4255"/>
                  </a:cubicBezTo>
                  <a:cubicBezTo>
                    <a:pt x="6774" y="3503"/>
                    <a:pt x="7951" y="2439"/>
                    <a:pt x="9253" y="1393"/>
                  </a:cubicBezTo>
                  <a:cubicBezTo>
                    <a:pt x="9293" y="1362"/>
                    <a:pt x="9336" y="1341"/>
                    <a:pt x="9379" y="1326"/>
                  </a:cubicBezTo>
                  <a:cubicBezTo>
                    <a:pt x="9147" y="855"/>
                    <a:pt x="8858" y="415"/>
                    <a:pt x="8523" y="1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6">
              <a:extLst>
                <a:ext uri="{FF2B5EF4-FFF2-40B4-BE49-F238E27FC236}">
                  <a16:creationId xmlns:a16="http://schemas.microsoft.com/office/drawing/2014/main" id="{96919832-477D-C269-5B24-BC3856E83950}"/>
                </a:ext>
              </a:extLst>
            </p:cNvPr>
            <p:cNvSpPr/>
            <p:nvPr/>
          </p:nvSpPr>
          <p:spPr>
            <a:xfrm>
              <a:off x="8313025" y="1776975"/>
              <a:ext cx="799975" cy="616200"/>
            </a:xfrm>
            <a:custGeom>
              <a:avLst/>
              <a:gdLst/>
              <a:ahLst/>
              <a:cxnLst/>
              <a:rect l="l" t="t" r="r" b="b"/>
              <a:pathLst>
                <a:path w="31999" h="24648" extrusionOk="0">
                  <a:moveTo>
                    <a:pt x="30448" y="7141"/>
                  </a:moveTo>
                  <a:cubicBezTo>
                    <a:pt x="30570" y="7512"/>
                    <a:pt x="30670" y="7890"/>
                    <a:pt x="30752" y="8278"/>
                  </a:cubicBezTo>
                  <a:cubicBezTo>
                    <a:pt x="30118" y="9139"/>
                    <a:pt x="29369" y="9922"/>
                    <a:pt x="28352" y="10601"/>
                  </a:cubicBezTo>
                  <a:cubicBezTo>
                    <a:pt x="26567" y="11797"/>
                    <a:pt x="24672" y="12266"/>
                    <a:pt x="22667" y="12403"/>
                  </a:cubicBezTo>
                  <a:cubicBezTo>
                    <a:pt x="22419" y="12065"/>
                    <a:pt x="22206" y="11718"/>
                    <a:pt x="22024" y="11364"/>
                  </a:cubicBezTo>
                  <a:lnTo>
                    <a:pt x="22024" y="11364"/>
                  </a:lnTo>
                  <a:cubicBezTo>
                    <a:pt x="22160" y="11372"/>
                    <a:pt x="22295" y="11375"/>
                    <a:pt x="22431" y="11375"/>
                  </a:cubicBezTo>
                  <a:cubicBezTo>
                    <a:pt x="25512" y="11375"/>
                    <a:pt x="28580" y="9532"/>
                    <a:pt x="30448" y="7141"/>
                  </a:cubicBezTo>
                  <a:close/>
                  <a:moveTo>
                    <a:pt x="21299" y="1081"/>
                  </a:moveTo>
                  <a:cubicBezTo>
                    <a:pt x="23207" y="1081"/>
                    <a:pt x="25096" y="1518"/>
                    <a:pt x="26828" y="2560"/>
                  </a:cubicBezTo>
                  <a:cubicBezTo>
                    <a:pt x="28393" y="3498"/>
                    <a:pt x="29417" y="4742"/>
                    <a:pt x="30065" y="6158"/>
                  </a:cubicBezTo>
                  <a:cubicBezTo>
                    <a:pt x="27924" y="9130"/>
                    <a:pt x="25084" y="10139"/>
                    <a:pt x="21653" y="10501"/>
                  </a:cubicBezTo>
                  <a:cubicBezTo>
                    <a:pt x="21172" y="9139"/>
                    <a:pt x="21127" y="7646"/>
                    <a:pt x="21495" y="5974"/>
                  </a:cubicBezTo>
                  <a:cubicBezTo>
                    <a:pt x="21610" y="5967"/>
                    <a:pt x="21727" y="5960"/>
                    <a:pt x="21844" y="5955"/>
                  </a:cubicBezTo>
                  <a:cubicBezTo>
                    <a:pt x="22246" y="5931"/>
                    <a:pt x="22445" y="5318"/>
                    <a:pt x="21986" y="5196"/>
                  </a:cubicBezTo>
                  <a:cubicBezTo>
                    <a:pt x="21143" y="4976"/>
                    <a:pt x="20281" y="4872"/>
                    <a:pt x="19415" y="4872"/>
                  </a:cubicBezTo>
                  <a:cubicBezTo>
                    <a:pt x="13903" y="4872"/>
                    <a:pt x="8221" y="9065"/>
                    <a:pt x="6391" y="14061"/>
                  </a:cubicBezTo>
                  <a:cubicBezTo>
                    <a:pt x="6313" y="14272"/>
                    <a:pt x="6505" y="14447"/>
                    <a:pt x="6690" y="14447"/>
                  </a:cubicBezTo>
                  <a:cubicBezTo>
                    <a:pt x="6777" y="14447"/>
                    <a:pt x="6863" y="14408"/>
                    <a:pt x="6917" y="14314"/>
                  </a:cubicBezTo>
                  <a:cubicBezTo>
                    <a:pt x="6992" y="14190"/>
                    <a:pt x="7068" y="14065"/>
                    <a:pt x="7142" y="13941"/>
                  </a:cubicBezTo>
                  <a:cubicBezTo>
                    <a:pt x="8762" y="14893"/>
                    <a:pt x="9954" y="16066"/>
                    <a:pt x="10671" y="17508"/>
                  </a:cubicBezTo>
                  <a:cubicBezTo>
                    <a:pt x="10626" y="17523"/>
                    <a:pt x="10583" y="17544"/>
                    <a:pt x="10542" y="17575"/>
                  </a:cubicBezTo>
                  <a:cubicBezTo>
                    <a:pt x="9243" y="18621"/>
                    <a:pt x="8066" y="19685"/>
                    <a:pt x="6551" y="20437"/>
                  </a:cubicBezTo>
                  <a:cubicBezTo>
                    <a:pt x="5202" y="21109"/>
                    <a:pt x="3776" y="21489"/>
                    <a:pt x="2314" y="21798"/>
                  </a:cubicBezTo>
                  <a:cubicBezTo>
                    <a:pt x="1958" y="21169"/>
                    <a:pt x="1687" y="20465"/>
                    <a:pt x="1522" y="19659"/>
                  </a:cubicBezTo>
                  <a:cubicBezTo>
                    <a:pt x="982" y="17015"/>
                    <a:pt x="1812" y="14278"/>
                    <a:pt x="3207" y="12029"/>
                  </a:cubicBezTo>
                  <a:cubicBezTo>
                    <a:pt x="5568" y="8221"/>
                    <a:pt x="9784" y="5170"/>
                    <a:pt x="13703" y="3122"/>
                  </a:cubicBezTo>
                  <a:cubicBezTo>
                    <a:pt x="16032" y="1903"/>
                    <a:pt x="18683" y="1081"/>
                    <a:pt x="21299" y="1081"/>
                  </a:cubicBezTo>
                  <a:close/>
                  <a:moveTo>
                    <a:pt x="10994" y="18259"/>
                  </a:moveTo>
                  <a:cubicBezTo>
                    <a:pt x="11136" y="18649"/>
                    <a:pt x="11246" y="19056"/>
                    <a:pt x="11322" y="19484"/>
                  </a:cubicBezTo>
                  <a:cubicBezTo>
                    <a:pt x="10504" y="20456"/>
                    <a:pt x="9556" y="21308"/>
                    <a:pt x="8432" y="21970"/>
                  </a:cubicBezTo>
                  <a:cubicBezTo>
                    <a:pt x="6851" y="22901"/>
                    <a:pt x="5286" y="23219"/>
                    <a:pt x="3625" y="23468"/>
                  </a:cubicBezTo>
                  <a:cubicBezTo>
                    <a:pt x="3334" y="23186"/>
                    <a:pt x="3068" y="22884"/>
                    <a:pt x="2826" y="22564"/>
                  </a:cubicBezTo>
                  <a:cubicBezTo>
                    <a:pt x="5850" y="22181"/>
                    <a:pt x="9092" y="20616"/>
                    <a:pt x="10994" y="18259"/>
                  </a:cubicBezTo>
                  <a:close/>
                  <a:moveTo>
                    <a:pt x="21379" y="0"/>
                  </a:moveTo>
                  <a:cubicBezTo>
                    <a:pt x="18560" y="0"/>
                    <a:pt x="15689" y="867"/>
                    <a:pt x="13207" y="2167"/>
                  </a:cubicBezTo>
                  <a:cubicBezTo>
                    <a:pt x="8477" y="4644"/>
                    <a:pt x="3357" y="8491"/>
                    <a:pt x="1259" y="13556"/>
                  </a:cubicBezTo>
                  <a:cubicBezTo>
                    <a:pt x="1" y="16594"/>
                    <a:pt x="94" y="20999"/>
                    <a:pt x="2271" y="23664"/>
                  </a:cubicBezTo>
                  <a:lnTo>
                    <a:pt x="3274" y="24647"/>
                  </a:lnTo>
                  <a:lnTo>
                    <a:pt x="4913" y="24525"/>
                  </a:lnTo>
                  <a:cubicBezTo>
                    <a:pt x="7367" y="24104"/>
                    <a:pt x="9702" y="22681"/>
                    <a:pt x="11456" y="20817"/>
                  </a:cubicBezTo>
                  <a:lnTo>
                    <a:pt x="12358" y="19748"/>
                  </a:lnTo>
                  <a:lnTo>
                    <a:pt x="12159" y="18398"/>
                  </a:lnTo>
                  <a:cubicBezTo>
                    <a:pt x="11597" y="16063"/>
                    <a:pt x="9932" y="13991"/>
                    <a:pt x="7556" y="13273"/>
                  </a:cubicBezTo>
                  <a:cubicBezTo>
                    <a:pt x="8932" y="11118"/>
                    <a:pt x="10521" y="9273"/>
                    <a:pt x="12844" y="7972"/>
                  </a:cubicBezTo>
                  <a:cubicBezTo>
                    <a:pt x="15420" y="6529"/>
                    <a:pt x="17837" y="6211"/>
                    <a:pt x="20586" y="6031"/>
                  </a:cubicBezTo>
                  <a:lnTo>
                    <a:pt x="20586" y="6031"/>
                  </a:lnTo>
                  <a:cubicBezTo>
                    <a:pt x="19816" y="8158"/>
                    <a:pt x="20170" y="10582"/>
                    <a:pt x="21390" y="12450"/>
                  </a:cubicBezTo>
                  <a:lnTo>
                    <a:pt x="22155" y="13424"/>
                  </a:lnTo>
                  <a:lnTo>
                    <a:pt x="23500" y="13381"/>
                  </a:lnTo>
                  <a:cubicBezTo>
                    <a:pt x="26227" y="13125"/>
                    <a:pt x="29020" y="11833"/>
                    <a:pt x="30989" y="9874"/>
                  </a:cubicBezTo>
                  <a:lnTo>
                    <a:pt x="31998" y="8711"/>
                  </a:lnTo>
                  <a:lnTo>
                    <a:pt x="31584" y="7022"/>
                  </a:lnTo>
                  <a:cubicBezTo>
                    <a:pt x="30936" y="5017"/>
                    <a:pt x="29756" y="3225"/>
                    <a:pt x="27895" y="1938"/>
                  </a:cubicBezTo>
                  <a:cubicBezTo>
                    <a:pt x="25913" y="569"/>
                    <a:pt x="23663" y="0"/>
                    <a:pt x="21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6">
              <a:extLst>
                <a:ext uri="{FF2B5EF4-FFF2-40B4-BE49-F238E27FC236}">
                  <a16:creationId xmlns:a16="http://schemas.microsoft.com/office/drawing/2014/main" id="{F2756DC7-DC7D-7919-CF34-F0B67363840D}"/>
                </a:ext>
              </a:extLst>
            </p:cNvPr>
            <p:cNvSpPr/>
            <p:nvPr/>
          </p:nvSpPr>
          <p:spPr>
            <a:xfrm>
              <a:off x="8352175" y="2249675"/>
              <a:ext cx="46250" cy="24225"/>
            </a:xfrm>
            <a:custGeom>
              <a:avLst/>
              <a:gdLst/>
              <a:ahLst/>
              <a:cxnLst/>
              <a:rect l="l" t="t" r="r" b="b"/>
              <a:pathLst>
                <a:path w="1850" h="969" extrusionOk="0">
                  <a:moveTo>
                    <a:pt x="513" y="1"/>
                  </a:moveTo>
                  <a:cubicBezTo>
                    <a:pt x="186" y="1"/>
                    <a:pt x="0" y="524"/>
                    <a:pt x="325" y="684"/>
                  </a:cubicBezTo>
                  <a:cubicBezTo>
                    <a:pt x="483" y="761"/>
                    <a:pt x="624" y="849"/>
                    <a:pt x="796" y="895"/>
                  </a:cubicBezTo>
                  <a:cubicBezTo>
                    <a:pt x="961" y="938"/>
                    <a:pt x="1141" y="966"/>
                    <a:pt x="1313" y="969"/>
                  </a:cubicBezTo>
                  <a:cubicBezTo>
                    <a:pt x="1315" y="969"/>
                    <a:pt x="1316" y="969"/>
                    <a:pt x="1318" y="969"/>
                  </a:cubicBezTo>
                  <a:cubicBezTo>
                    <a:pt x="1662" y="969"/>
                    <a:pt x="1850" y="494"/>
                    <a:pt x="1531" y="299"/>
                  </a:cubicBezTo>
                  <a:cubicBezTo>
                    <a:pt x="1215" y="107"/>
                    <a:pt x="906" y="40"/>
                    <a:pt x="545" y="2"/>
                  </a:cubicBezTo>
                  <a:cubicBezTo>
                    <a:pt x="534" y="1"/>
                    <a:pt x="523" y="1"/>
                    <a:pt x="5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6">
              <a:extLst>
                <a:ext uri="{FF2B5EF4-FFF2-40B4-BE49-F238E27FC236}">
                  <a16:creationId xmlns:a16="http://schemas.microsoft.com/office/drawing/2014/main" id="{009EC4E0-15D4-0430-1ECD-479A12ABA06B}"/>
                </a:ext>
              </a:extLst>
            </p:cNvPr>
            <p:cNvSpPr/>
            <p:nvPr/>
          </p:nvSpPr>
          <p:spPr>
            <a:xfrm>
              <a:off x="8354650" y="2275075"/>
              <a:ext cx="28375" cy="19025"/>
            </a:xfrm>
            <a:custGeom>
              <a:avLst/>
              <a:gdLst/>
              <a:ahLst/>
              <a:cxnLst/>
              <a:rect l="l" t="t" r="r" b="b"/>
              <a:pathLst>
                <a:path w="1135" h="761" extrusionOk="0">
                  <a:moveTo>
                    <a:pt x="520" y="1"/>
                  </a:moveTo>
                  <a:cubicBezTo>
                    <a:pt x="37" y="10"/>
                    <a:pt x="1" y="694"/>
                    <a:pt x="482" y="749"/>
                  </a:cubicBezTo>
                  <a:cubicBezTo>
                    <a:pt x="531" y="755"/>
                    <a:pt x="576" y="761"/>
                    <a:pt x="621" y="761"/>
                  </a:cubicBezTo>
                  <a:cubicBezTo>
                    <a:pt x="669" y="761"/>
                    <a:pt x="716" y="755"/>
                    <a:pt x="767" y="738"/>
                  </a:cubicBezTo>
                  <a:cubicBezTo>
                    <a:pt x="1113" y="616"/>
                    <a:pt x="1135" y="199"/>
                    <a:pt x="802" y="44"/>
                  </a:cubicBezTo>
                  <a:cubicBezTo>
                    <a:pt x="707" y="1"/>
                    <a:pt x="621" y="1"/>
                    <a:pt x="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6">
              <a:extLst>
                <a:ext uri="{FF2B5EF4-FFF2-40B4-BE49-F238E27FC236}">
                  <a16:creationId xmlns:a16="http://schemas.microsoft.com/office/drawing/2014/main" id="{F26FE136-3811-9B99-C6E3-48ED8F43D096}"/>
                </a:ext>
              </a:extLst>
            </p:cNvPr>
            <p:cNvSpPr/>
            <p:nvPr/>
          </p:nvSpPr>
          <p:spPr>
            <a:xfrm>
              <a:off x="8855975" y="1939350"/>
              <a:ext cx="43375" cy="25325"/>
            </a:xfrm>
            <a:custGeom>
              <a:avLst/>
              <a:gdLst/>
              <a:ahLst/>
              <a:cxnLst/>
              <a:rect l="l" t="t" r="r" b="b"/>
              <a:pathLst>
                <a:path w="1735" h="1013" extrusionOk="0">
                  <a:moveTo>
                    <a:pt x="477" y="0"/>
                  </a:moveTo>
                  <a:cubicBezTo>
                    <a:pt x="104" y="0"/>
                    <a:pt x="0" y="439"/>
                    <a:pt x="268" y="656"/>
                  </a:cubicBezTo>
                  <a:cubicBezTo>
                    <a:pt x="526" y="869"/>
                    <a:pt x="916" y="1008"/>
                    <a:pt x="1246" y="1013"/>
                  </a:cubicBezTo>
                  <a:cubicBezTo>
                    <a:pt x="1249" y="1013"/>
                    <a:pt x="1252" y="1013"/>
                    <a:pt x="1255" y="1013"/>
                  </a:cubicBezTo>
                  <a:cubicBezTo>
                    <a:pt x="1628" y="1013"/>
                    <a:pt x="1734" y="563"/>
                    <a:pt x="1464" y="345"/>
                  </a:cubicBezTo>
                  <a:cubicBezTo>
                    <a:pt x="1205" y="137"/>
                    <a:pt x="811" y="3"/>
                    <a:pt x="480" y="1"/>
                  </a:cubicBezTo>
                  <a:cubicBezTo>
                    <a:pt x="479" y="0"/>
                    <a:pt x="478" y="0"/>
                    <a:pt x="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6">
              <a:extLst>
                <a:ext uri="{FF2B5EF4-FFF2-40B4-BE49-F238E27FC236}">
                  <a16:creationId xmlns:a16="http://schemas.microsoft.com/office/drawing/2014/main" id="{6E4AC47E-CE10-37B8-75DD-BF92A5F316F7}"/>
                </a:ext>
              </a:extLst>
            </p:cNvPr>
            <p:cNvSpPr/>
            <p:nvPr/>
          </p:nvSpPr>
          <p:spPr>
            <a:xfrm>
              <a:off x="8858450" y="1967675"/>
              <a:ext cx="38475" cy="24450"/>
            </a:xfrm>
            <a:custGeom>
              <a:avLst/>
              <a:gdLst/>
              <a:ahLst/>
              <a:cxnLst/>
              <a:rect l="l" t="t" r="r" b="b"/>
              <a:pathLst>
                <a:path w="1539" h="978" extrusionOk="0">
                  <a:moveTo>
                    <a:pt x="573" y="0"/>
                  </a:moveTo>
                  <a:cubicBezTo>
                    <a:pt x="239" y="0"/>
                    <a:pt x="0" y="478"/>
                    <a:pt x="353" y="676"/>
                  </a:cubicBezTo>
                  <a:cubicBezTo>
                    <a:pt x="542" y="782"/>
                    <a:pt x="731" y="908"/>
                    <a:pt x="939" y="966"/>
                  </a:cubicBezTo>
                  <a:cubicBezTo>
                    <a:pt x="968" y="974"/>
                    <a:pt x="996" y="977"/>
                    <a:pt x="1025" y="977"/>
                  </a:cubicBezTo>
                  <a:cubicBezTo>
                    <a:pt x="1298" y="977"/>
                    <a:pt x="1539" y="636"/>
                    <a:pt x="1300" y="411"/>
                  </a:cubicBezTo>
                  <a:cubicBezTo>
                    <a:pt x="1140" y="260"/>
                    <a:pt x="951" y="159"/>
                    <a:pt x="762" y="52"/>
                  </a:cubicBezTo>
                  <a:cubicBezTo>
                    <a:pt x="698" y="16"/>
                    <a:pt x="634" y="0"/>
                    <a:pt x="5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9" name="Google Shape;699;p36">
            <a:extLst>
              <a:ext uri="{FF2B5EF4-FFF2-40B4-BE49-F238E27FC236}">
                <a16:creationId xmlns:a16="http://schemas.microsoft.com/office/drawing/2014/main" id="{07B8A562-BA2C-FA78-3C7D-26D7BDE66D81}"/>
              </a:ext>
            </a:extLst>
          </p:cNvPr>
          <p:cNvSpPr/>
          <p:nvPr/>
        </p:nvSpPr>
        <p:spPr>
          <a:xfrm>
            <a:off x="4744493" y="3889602"/>
            <a:ext cx="1358935" cy="626688"/>
          </a:xfrm>
          <a:custGeom>
            <a:avLst/>
            <a:gdLst/>
            <a:ahLst/>
            <a:cxnLst/>
            <a:rect l="l" t="t" r="r" b="b"/>
            <a:pathLst>
              <a:path w="21615" h="9968" extrusionOk="0">
                <a:moveTo>
                  <a:pt x="21614" y="1"/>
                </a:moveTo>
                <a:lnTo>
                  <a:pt x="20803" y="89"/>
                </a:lnTo>
                <a:lnTo>
                  <a:pt x="20224" y="149"/>
                </a:lnTo>
                <a:cubicBezTo>
                  <a:pt x="19272" y="249"/>
                  <a:pt x="18172" y="197"/>
                  <a:pt x="17310" y="637"/>
                </a:cubicBezTo>
                <a:cubicBezTo>
                  <a:pt x="17059" y="766"/>
                  <a:pt x="17090" y="1051"/>
                  <a:pt x="17361" y="1125"/>
                </a:cubicBezTo>
                <a:cubicBezTo>
                  <a:pt x="17617" y="1194"/>
                  <a:pt x="17882" y="1221"/>
                  <a:pt x="18152" y="1221"/>
                </a:cubicBezTo>
                <a:cubicBezTo>
                  <a:pt x="18704" y="1221"/>
                  <a:pt x="19275" y="1110"/>
                  <a:pt x="19825" y="1025"/>
                </a:cubicBezTo>
                <a:lnTo>
                  <a:pt x="19825" y="1025"/>
                </a:lnTo>
                <a:cubicBezTo>
                  <a:pt x="17490" y="3254"/>
                  <a:pt x="15119" y="5434"/>
                  <a:pt x="12729" y="7599"/>
                </a:cubicBezTo>
                <a:cubicBezTo>
                  <a:pt x="12023" y="7315"/>
                  <a:pt x="11319" y="7020"/>
                  <a:pt x="10618" y="6709"/>
                </a:cubicBezTo>
                <a:cubicBezTo>
                  <a:pt x="9135" y="6049"/>
                  <a:pt x="7657" y="5401"/>
                  <a:pt x="6132" y="4867"/>
                </a:cubicBezTo>
                <a:lnTo>
                  <a:pt x="5326" y="4597"/>
                </a:lnTo>
                <a:lnTo>
                  <a:pt x="4635" y="5159"/>
                </a:lnTo>
                <a:cubicBezTo>
                  <a:pt x="3039" y="6477"/>
                  <a:pt x="1498" y="7913"/>
                  <a:pt x="185" y="9446"/>
                </a:cubicBezTo>
                <a:cubicBezTo>
                  <a:pt x="0" y="9663"/>
                  <a:pt x="206" y="9968"/>
                  <a:pt x="441" y="9968"/>
                </a:cubicBezTo>
                <a:cubicBezTo>
                  <a:pt x="502" y="9968"/>
                  <a:pt x="564" y="9948"/>
                  <a:pt x="623" y="9901"/>
                </a:cubicBezTo>
                <a:cubicBezTo>
                  <a:pt x="2316" y="8537"/>
                  <a:pt x="3936" y="7015"/>
                  <a:pt x="5510" y="5479"/>
                </a:cubicBezTo>
                <a:cubicBezTo>
                  <a:pt x="7264" y="6145"/>
                  <a:pt x="8977" y="6915"/>
                  <a:pt x="10690" y="7683"/>
                </a:cubicBezTo>
                <a:cubicBezTo>
                  <a:pt x="11118" y="7874"/>
                  <a:pt x="11552" y="8073"/>
                  <a:pt x="11989" y="8269"/>
                </a:cubicBezTo>
                <a:lnTo>
                  <a:pt x="12846" y="8647"/>
                </a:lnTo>
                <a:lnTo>
                  <a:pt x="13662" y="7968"/>
                </a:lnTo>
                <a:cubicBezTo>
                  <a:pt x="16054" y="5927"/>
                  <a:pt x="18337" y="3738"/>
                  <a:pt x="20480" y="1470"/>
                </a:cubicBezTo>
                <a:lnTo>
                  <a:pt x="20480" y="1470"/>
                </a:lnTo>
                <a:cubicBezTo>
                  <a:pt x="20397" y="2128"/>
                  <a:pt x="20334" y="2786"/>
                  <a:pt x="20263" y="3405"/>
                </a:cubicBezTo>
                <a:cubicBezTo>
                  <a:pt x="20227" y="3713"/>
                  <a:pt x="20479" y="3896"/>
                  <a:pt x="20717" y="3896"/>
                </a:cubicBezTo>
                <a:cubicBezTo>
                  <a:pt x="20896" y="3896"/>
                  <a:pt x="21067" y="3794"/>
                  <a:pt x="21105" y="3563"/>
                </a:cubicBezTo>
                <a:cubicBezTo>
                  <a:pt x="21244" y="2697"/>
                  <a:pt x="21421" y="1797"/>
                  <a:pt x="21516" y="895"/>
                </a:cubicBezTo>
                <a:lnTo>
                  <a:pt x="2161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0" name="Google Shape;700;p36">
            <a:extLst>
              <a:ext uri="{FF2B5EF4-FFF2-40B4-BE49-F238E27FC236}">
                <a16:creationId xmlns:a16="http://schemas.microsoft.com/office/drawing/2014/main" id="{109494EB-740C-54DE-3F02-28CF7F7C33DD}"/>
              </a:ext>
            </a:extLst>
          </p:cNvPr>
          <p:cNvGrpSpPr/>
          <p:nvPr/>
        </p:nvGrpSpPr>
        <p:grpSpPr>
          <a:xfrm rot="2532220">
            <a:off x="6593522" y="1660510"/>
            <a:ext cx="1099495" cy="915031"/>
            <a:chOff x="3449038" y="3387038"/>
            <a:chExt cx="686500" cy="571325"/>
          </a:xfrm>
        </p:grpSpPr>
        <p:sp>
          <p:nvSpPr>
            <p:cNvPr id="701" name="Google Shape;701;p36">
              <a:extLst>
                <a:ext uri="{FF2B5EF4-FFF2-40B4-BE49-F238E27FC236}">
                  <a16:creationId xmlns:a16="http://schemas.microsoft.com/office/drawing/2014/main" id="{E16BAF1E-15F9-3D4C-C59D-73047E687A02}"/>
                </a:ext>
              </a:extLst>
            </p:cNvPr>
            <p:cNvSpPr/>
            <p:nvPr/>
          </p:nvSpPr>
          <p:spPr>
            <a:xfrm>
              <a:off x="3640438" y="3414613"/>
              <a:ext cx="457250" cy="506450"/>
            </a:xfrm>
            <a:custGeom>
              <a:avLst/>
              <a:gdLst/>
              <a:ahLst/>
              <a:cxnLst/>
              <a:rect l="l" t="t" r="r" b="b"/>
              <a:pathLst>
                <a:path w="18290" h="20258" extrusionOk="0">
                  <a:moveTo>
                    <a:pt x="7771" y="3791"/>
                  </a:moveTo>
                  <a:cubicBezTo>
                    <a:pt x="7965" y="3791"/>
                    <a:pt x="8165" y="3810"/>
                    <a:pt x="8370" y="3849"/>
                  </a:cubicBezTo>
                  <a:cubicBezTo>
                    <a:pt x="10528" y="4258"/>
                    <a:pt x="11195" y="6771"/>
                    <a:pt x="10207" y="8539"/>
                  </a:cubicBezTo>
                  <a:cubicBezTo>
                    <a:pt x="9571" y="9675"/>
                    <a:pt x="8315" y="10407"/>
                    <a:pt x="7066" y="10407"/>
                  </a:cubicBezTo>
                  <a:cubicBezTo>
                    <a:pt x="6450" y="10407"/>
                    <a:pt x="5835" y="10229"/>
                    <a:pt x="5298" y="9833"/>
                  </a:cubicBezTo>
                  <a:cubicBezTo>
                    <a:pt x="3946" y="8835"/>
                    <a:pt x="3884" y="7340"/>
                    <a:pt x="4571" y="6096"/>
                  </a:cubicBezTo>
                  <a:cubicBezTo>
                    <a:pt x="5176" y="4818"/>
                    <a:pt x="6327" y="3791"/>
                    <a:pt x="7771" y="3791"/>
                  </a:cubicBezTo>
                  <a:close/>
                  <a:moveTo>
                    <a:pt x="8517" y="1"/>
                  </a:moveTo>
                  <a:cubicBezTo>
                    <a:pt x="7323" y="1"/>
                    <a:pt x="6140" y="516"/>
                    <a:pt x="5130" y="1112"/>
                  </a:cubicBezTo>
                  <a:cubicBezTo>
                    <a:pt x="2063" y="2919"/>
                    <a:pt x="1" y="6306"/>
                    <a:pt x="1723" y="9756"/>
                  </a:cubicBezTo>
                  <a:cubicBezTo>
                    <a:pt x="2977" y="12266"/>
                    <a:pt x="5623" y="13900"/>
                    <a:pt x="7906" y="15386"/>
                  </a:cubicBezTo>
                  <a:cubicBezTo>
                    <a:pt x="11231" y="17551"/>
                    <a:pt x="14655" y="19068"/>
                    <a:pt x="18289" y="20257"/>
                  </a:cubicBezTo>
                  <a:cubicBezTo>
                    <a:pt x="17636" y="17384"/>
                    <a:pt x="16957" y="14520"/>
                    <a:pt x="16035" y="11711"/>
                  </a:cubicBezTo>
                  <a:cubicBezTo>
                    <a:pt x="15117" y="8907"/>
                    <a:pt x="14019" y="6163"/>
                    <a:pt x="12633" y="3557"/>
                  </a:cubicBezTo>
                  <a:cubicBezTo>
                    <a:pt x="11789" y="1966"/>
                    <a:pt x="10722" y="88"/>
                    <a:pt x="8688" y="5"/>
                  </a:cubicBezTo>
                  <a:cubicBezTo>
                    <a:pt x="8631" y="2"/>
                    <a:pt x="8574" y="1"/>
                    <a:pt x="85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6">
              <a:extLst>
                <a:ext uri="{FF2B5EF4-FFF2-40B4-BE49-F238E27FC236}">
                  <a16:creationId xmlns:a16="http://schemas.microsoft.com/office/drawing/2014/main" id="{CD361C48-567F-8376-B8C4-C39C32A0481D}"/>
                </a:ext>
              </a:extLst>
            </p:cNvPr>
            <p:cNvSpPr/>
            <p:nvPr/>
          </p:nvSpPr>
          <p:spPr>
            <a:xfrm>
              <a:off x="3754938" y="3633513"/>
              <a:ext cx="342750" cy="287550"/>
            </a:xfrm>
            <a:custGeom>
              <a:avLst/>
              <a:gdLst/>
              <a:ahLst/>
              <a:cxnLst/>
              <a:rect l="l" t="t" r="r" b="b"/>
              <a:pathLst>
                <a:path w="13710" h="11502" extrusionOk="0">
                  <a:moveTo>
                    <a:pt x="10405" y="0"/>
                  </a:moveTo>
                  <a:lnTo>
                    <a:pt x="10405" y="0"/>
                  </a:lnTo>
                  <a:cubicBezTo>
                    <a:pt x="10408" y="43"/>
                    <a:pt x="10417" y="86"/>
                    <a:pt x="10419" y="132"/>
                  </a:cubicBezTo>
                  <a:cubicBezTo>
                    <a:pt x="10556" y="1496"/>
                    <a:pt x="11042" y="3503"/>
                    <a:pt x="10446" y="4821"/>
                  </a:cubicBezTo>
                  <a:cubicBezTo>
                    <a:pt x="9935" y="5948"/>
                    <a:pt x="8830" y="6307"/>
                    <a:pt x="7594" y="6307"/>
                  </a:cubicBezTo>
                  <a:cubicBezTo>
                    <a:pt x="6104" y="6307"/>
                    <a:pt x="4423" y="5786"/>
                    <a:pt x="3362" y="5460"/>
                  </a:cubicBezTo>
                  <a:cubicBezTo>
                    <a:pt x="2244" y="5120"/>
                    <a:pt x="1110" y="4749"/>
                    <a:pt x="0" y="4321"/>
                  </a:cubicBezTo>
                  <a:lnTo>
                    <a:pt x="0" y="4321"/>
                  </a:lnTo>
                  <a:cubicBezTo>
                    <a:pt x="1067" y="5178"/>
                    <a:pt x="2237" y="5922"/>
                    <a:pt x="3326" y="6630"/>
                  </a:cubicBezTo>
                  <a:cubicBezTo>
                    <a:pt x="6651" y="8795"/>
                    <a:pt x="10075" y="10312"/>
                    <a:pt x="13709" y="11501"/>
                  </a:cubicBezTo>
                  <a:cubicBezTo>
                    <a:pt x="13056" y="8628"/>
                    <a:pt x="12377" y="5764"/>
                    <a:pt x="11455" y="2955"/>
                  </a:cubicBezTo>
                  <a:cubicBezTo>
                    <a:pt x="11130" y="1962"/>
                    <a:pt x="10781" y="974"/>
                    <a:pt x="10405" y="0"/>
                  </a:cubicBezTo>
                  <a:close/>
                </a:path>
              </a:pathLst>
            </a:custGeom>
            <a:solidFill>
              <a:srgbClr val="434343">
                <a:alpha val="14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6">
              <a:extLst>
                <a:ext uri="{FF2B5EF4-FFF2-40B4-BE49-F238E27FC236}">
                  <a16:creationId xmlns:a16="http://schemas.microsoft.com/office/drawing/2014/main" id="{615BDC1B-07FC-DA8C-DF06-947F0EE58097}"/>
                </a:ext>
              </a:extLst>
            </p:cNvPr>
            <p:cNvSpPr/>
            <p:nvPr/>
          </p:nvSpPr>
          <p:spPr>
            <a:xfrm>
              <a:off x="3449038" y="3387038"/>
              <a:ext cx="686500" cy="571325"/>
            </a:xfrm>
            <a:custGeom>
              <a:avLst/>
              <a:gdLst/>
              <a:ahLst/>
              <a:cxnLst/>
              <a:rect l="l" t="t" r="r" b="b"/>
              <a:pathLst>
                <a:path w="27460" h="22853" extrusionOk="0">
                  <a:moveTo>
                    <a:pt x="16173" y="1104"/>
                  </a:moveTo>
                  <a:cubicBezTo>
                    <a:pt x="16230" y="1104"/>
                    <a:pt x="16287" y="1105"/>
                    <a:pt x="16344" y="1108"/>
                  </a:cubicBezTo>
                  <a:cubicBezTo>
                    <a:pt x="18378" y="1189"/>
                    <a:pt x="19445" y="3069"/>
                    <a:pt x="20289" y="4660"/>
                  </a:cubicBezTo>
                  <a:cubicBezTo>
                    <a:pt x="21672" y="7266"/>
                    <a:pt x="22773" y="10010"/>
                    <a:pt x="23691" y="12814"/>
                  </a:cubicBezTo>
                  <a:cubicBezTo>
                    <a:pt x="24613" y="15623"/>
                    <a:pt x="25290" y="18487"/>
                    <a:pt x="25945" y="21358"/>
                  </a:cubicBezTo>
                  <a:cubicBezTo>
                    <a:pt x="22311" y="20169"/>
                    <a:pt x="18887" y="18654"/>
                    <a:pt x="15562" y="16489"/>
                  </a:cubicBezTo>
                  <a:cubicBezTo>
                    <a:pt x="13279" y="15003"/>
                    <a:pt x="10633" y="13369"/>
                    <a:pt x="9379" y="10859"/>
                  </a:cubicBezTo>
                  <a:cubicBezTo>
                    <a:pt x="7654" y="7409"/>
                    <a:pt x="9719" y="4022"/>
                    <a:pt x="12786" y="2215"/>
                  </a:cubicBezTo>
                  <a:cubicBezTo>
                    <a:pt x="13793" y="1619"/>
                    <a:pt x="14979" y="1104"/>
                    <a:pt x="16173" y="1104"/>
                  </a:cubicBezTo>
                  <a:close/>
                  <a:moveTo>
                    <a:pt x="16200" y="0"/>
                  </a:moveTo>
                  <a:cubicBezTo>
                    <a:pt x="14423" y="0"/>
                    <a:pt x="12584" y="922"/>
                    <a:pt x="11214" y="1914"/>
                  </a:cubicBezTo>
                  <a:cubicBezTo>
                    <a:pt x="1" y="10027"/>
                    <a:pt x="16411" y="19872"/>
                    <a:pt x="26213" y="22544"/>
                  </a:cubicBezTo>
                  <a:lnTo>
                    <a:pt x="27460" y="22853"/>
                  </a:lnTo>
                  <a:lnTo>
                    <a:pt x="27242" y="21767"/>
                  </a:lnTo>
                  <a:cubicBezTo>
                    <a:pt x="26189" y="16733"/>
                    <a:pt x="24675" y="11754"/>
                    <a:pt x="22644" y="7125"/>
                  </a:cubicBezTo>
                  <a:cubicBezTo>
                    <a:pt x="21612" y="4773"/>
                    <a:pt x="20375" y="1189"/>
                    <a:pt x="17696" y="246"/>
                  </a:cubicBezTo>
                  <a:cubicBezTo>
                    <a:pt x="17211" y="75"/>
                    <a:pt x="16708" y="0"/>
                    <a:pt x="16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6">
              <a:extLst>
                <a:ext uri="{FF2B5EF4-FFF2-40B4-BE49-F238E27FC236}">
                  <a16:creationId xmlns:a16="http://schemas.microsoft.com/office/drawing/2014/main" id="{FC6E6ED8-656E-500C-E550-4B7193E60026}"/>
                </a:ext>
              </a:extLst>
            </p:cNvPr>
            <p:cNvSpPr/>
            <p:nvPr/>
          </p:nvSpPr>
          <p:spPr>
            <a:xfrm>
              <a:off x="3737513" y="3509388"/>
              <a:ext cx="182825" cy="165425"/>
            </a:xfrm>
            <a:custGeom>
              <a:avLst/>
              <a:gdLst/>
              <a:ahLst/>
              <a:cxnLst/>
              <a:rect l="l" t="t" r="r" b="b"/>
              <a:pathLst>
                <a:path w="7313" h="6617" extrusionOk="0">
                  <a:moveTo>
                    <a:pt x="3955" y="1018"/>
                  </a:moveTo>
                  <a:cubicBezTo>
                    <a:pt x="5553" y="1018"/>
                    <a:pt x="6150" y="3009"/>
                    <a:pt x="5353" y="4303"/>
                  </a:cubicBezTo>
                  <a:cubicBezTo>
                    <a:pt x="4893" y="5047"/>
                    <a:pt x="4028" y="5554"/>
                    <a:pt x="3182" y="5554"/>
                  </a:cubicBezTo>
                  <a:cubicBezTo>
                    <a:pt x="2720" y="5554"/>
                    <a:pt x="2264" y="5403"/>
                    <a:pt x="1881" y="5059"/>
                  </a:cubicBezTo>
                  <a:cubicBezTo>
                    <a:pt x="1044" y="4307"/>
                    <a:pt x="1171" y="3480"/>
                    <a:pt x="1537" y="2661"/>
                  </a:cubicBezTo>
                  <a:cubicBezTo>
                    <a:pt x="2015" y="1893"/>
                    <a:pt x="2637" y="1228"/>
                    <a:pt x="3563" y="1056"/>
                  </a:cubicBezTo>
                  <a:cubicBezTo>
                    <a:pt x="3700" y="1031"/>
                    <a:pt x="3830" y="1018"/>
                    <a:pt x="3955" y="1018"/>
                  </a:cubicBezTo>
                  <a:close/>
                  <a:moveTo>
                    <a:pt x="3888" y="0"/>
                  </a:moveTo>
                  <a:cubicBezTo>
                    <a:pt x="2444" y="0"/>
                    <a:pt x="1293" y="1027"/>
                    <a:pt x="688" y="2305"/>
                  </a:cubicBezTo>
                  <a:cubicBezTo>
                    <a:pt x="1" y="3549"/>
                    <a:pt x="63" y="5044"/>
                    <a:pt x="1415" y="6042"/>
                  </a:cubicBezTo>
                  <a:cubicBezTo>
                    <a:pt x="1952" y="6438"/>
                    <a:pt x="2567" y="6616"/>
                    <a:pt x="3183" y="6616"/>
                  </a:cubicBezTo>
                  <a:cubicBezTo>
                    <a:pt x="4432" y="6616"/>
                    <a:pt x="5688" y="5884"/>
                    <a:pt x="6324" y="4748"/>
                  </a:cubicBezTo>
                  <a:cubicBezTo>
                    <a:pt x="7312" y="2980"/>
                    <a:pt x="6645" y="467"/>
                    <a:pt x="4487" y="58"/>
                  </a:cubicBezTo>
                  <a:cubicBezTo>
                    <a:pt x="4282" y="19"/>
                    <a:pt x="4082" y="0"/>
                    <a:pt x="3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5" name="Google Shape;705;p36">
            <a:extLst>
              <a:ext uri="{FF2B5EF4-FFF2-40B4-BE49-F238E27FC236}">
                <a16:creationId xmlns:a16="http://schemas.microsoft.com/office/drawing/2014/main" id="{4C6E8A13-14B2-70CE-157B-FCF842DA485E}"/>
              </a:ext>
            </a:extLst>
          </p:cNvPr>
          <p:cNvGrpSpPr/>
          <p:nvPr/>
        </p:nvGrpSpPr>
        <p:grpSpPr>
          <a:xfrm>
            <a:off x="530771" y="648885"/>
            <a:ext cx="1193431" cy="1084444"/>
            <a:chOff x="197450" y="4808825"/>
            <a:chExt cx="627725" cy="570400"/>
          </a:xfrm>
        </p:grpSpPr>
        <p:sp>
          <p:nvSpPr>
            <p:cNvPr id="706" name="Google Shape;706;p36">
              <a:extLst>
                <a:ext uri="{FF2B5EF4-FFF2-40B4-BE49-F238E27FC236}">
                  <a16:creationId xmlns:a16="http://schemas.microsoft.com/office/drawing/2014/main" id="{C179DEBE-F37E-D44B-772B-DD19ACED6BFF}"/>
                </a:ext>
              </a:extLst>
            </p:cNvPr>
            <p:cNvSpPr/>
            <p:nvPr/>
          </p:nvSpPr>
          <p:spPr>
            <a:xfrm>
              <a:off x="259775" y="4868975"/>
              <a:ext cx="422950" cy="480525"/>
            </a:xfrm>
            <a:custGeom>
              <a:avLst/>
              <a:gdLst/>
              <a:ahLst/>
              <a:cxnLst/>
              <a:rect l="l" t="t" r="r" b="b"/>
              <a:pathLst>
                <a:path w="16918" h="19221" extrusionOk="0">
                  <a:moveTo>
                    <a:pt x="9026" y="0"/>
                  </a:moveTo>
                  <a:cubicBezTo>
                    <a:pt x="7750" y="0"/>
                    <a:pt x="6466" y="271"/>
                    <a:pt x="5302" y="826"/>
                  </a:cubicBezTo>
                  <a:cubicBezTo>
                    <a:pt x="5273" y="843"/>
                    <a:pt x="5244" y="857"/>
                    <a:pt x="5216" y="877"/>
                  </a:cubicBezTo>
                  <a:cubicBezTo>
                    <a:pt x="1857" y="3370"/>
                    <a:pt x="0" y="8025"/>
                    <a:pt x="227" y="12102"/>
                  </a:cubicBezTo>
                  <a:cubicBezTo>
                    <a:pt x="464" y="16381"/>
                    <a:pt x="4011" y="19220"/>
                    <a:pt x="7916" y="19220"/>
                  </a:cubicBezTo>
                  <a:cubicBezTo>
                    <a:pt x="8977" y="19220"/>
                    <a:pt x="10064" y="19011"/>
                    <a:pt x="11118" y="18564"/>
                  </a:cubicBezTo>
                  <a:cubicBezTo>
                    <a:pt x="14496" y="17134"/>
                    <a:pt x="16341" y="13779"/>
                    <a:pt x="16803" y="10243"/>
                  </a:cubicBezTo>
                  <a:lnTo>
                    <a:pt x="16284" y="10179"/>
                  </a:lnTo>
                  <a:cubicBezTo>
                    <a:pt x="15111" y="10026"/>
                    <a:pt x="13941" y="9870"/>
                    <a:pt x="12771" y="9724"/>
                  </a:cubicBezTo>
                  <a:cubicBezTo>
                    <a:pt x="11082" y="9514"/>
                    <a:pt x="9388" y="9313"/>
                    <a:pt x="7697" y="9090"/>
                  </a:cubicBezTo>
                  <a:cubicBezTo>
                    <a:pt x="7544" y="9403"/>
                    <a:pt x="7391" y="9717"/>
                    <a:pt x="7242" y="10035"/>
                  </a:cubicBezTo>
                  <a:cubicBezTo>
                    <a:pt x="6173" y="12306"/>
                    <a:pt x="5278" y="14681"/>
                    <a:pt x="4103" y="16899"/>
                  </a:cubicBezTo>
                  <a:cubicBezTo>
                    <a:pt x="4027" y="17045"/>
                    <a:pt x="3900" y="17106"/>
                    <a:pt x="3770" y="17106"/>
                  </a:cubicBezTo>
                  <a:cubicBezTo>
                    <a:pt x="3518" y="17106"/>
                    <a:pt x="3255" y="16873"/>
                    <a:pt x="3335" y="16576"/>
                  </a:cubicBezTo>
                  <a:cubicBezTo>
                    <a:pt x="3945" y="14342"/>
                    <a:pt x="4969" y="12174"/>
                    <a:pt x="5938" y="10069"/>
                  </a:cubicBezTo>
                  <a:cubicBezTo>
                    <a:pt x="6115" y="9686"/>
                    <a:pt x="6292" y="9303"/>
                    <a:pt x="6474" y="8920"/>
                  </a:cubicBezTo>
                  <a:lnTo>
                    <a:pt x="6962" y="7901"/>
                  </a:lnTo>
                  <a:lnTo>
                    <a:pt x="8214" y="8033"/>
                  </a:lnTo>
                  <a:cubicBezTo>
                    <a:pt x="9972" y="8231"/>
                    <a:pt x="11726" y="8451"/>
                    <a:pt x="13480" y="8664"/>
                  </a:cubicBezTo>
                  <a:cubicBezTo>
                    <a:pt x="14535" y="8791"/>
                    <a:pt x="15595" y="8908"/>
                    <a:pt x="16654" y="9033"/>
                  </a:cubicBezTo>
                  <a:cubicBezTo>
                    <a:pt x="16743" y="8760"/>
                    <a:pt x="16829" y="8490"/>
                    <a:pt x="16918" y="8217"/>
                  </a:cubicBezTo>
                  <a:cubicBezTo>
                    <a:pt x="16903" y="7360"/>
                    <a:pt x="16812" y="6513"/>
                    <a:pt x="16642" y="5700"/>
                  </a:cubicBezTo>
                  <a:cubicBezTo>
                    <a:pt x="15862" y="1982"/>
                    <a:pt x="12474" y="0"/>
                    <a:pt x="90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6">
              <a:extLst>
                <a:ext uri="{FF2B5EF4-FFF2-40B4-BE49-F238E27FC236}">
                  <a16:creationId xmlns:a16="http://schemas.microsoft.com/office/drawing/2014/main" id="{E6BB0F4B-426E-D6BE-31FF-CC1E83447120}"/>
                </a:ext>
              </a:extLst>
            </p:cNvPr>
            <p:cNvSpPr/>
            <p:nvPr/>
          </p:nvSpPr>
          <p:spPr>
            <a:xfrm>
              <a:off x="343275" y="5096225"/>
              <a:ext cx="336575" cy="253250"/>
            </a:xfrm>
            <a:custGeom>
              <a:avLst/>
              <a:gdLst/>
              <a:ahLst/>
              <a:cxnLst/>
              <a:rect l="l" t="t" r="r" b="b"/>
              <a:pathLst>
                <a:path w="13463" h="10130" extrusionOk="0">
                  <a:moveTo>
                    <a:pt x="4357" y="0"/>
                  </a:moveTo>
                  <a:cubicBezTo>
                    <a:pt x="4204" y="313"/>
                    <a:pt x="4051" y="629"/>
                    <a:pt x="3902" y="945"/>
                  </a:cubicBezTo>
                  <a:cubicBezTo>
                    <a:pt x="2833" y="3216"/>
                    <a:pt x="1938" y="5591"/>
                    <a:pt x="763" y="7809"/>
                  </a:cubicBezTo>
                  <a:cubicBezTo>
                    <a:pt x="687" y="7952"/>
                    <a:pt x="563" y="8010"/>
                    <a:pt x="436" y="8010"/>
                  </a:cubicBezTo>
                  <a:cubicBezTo>
                    <a:pt x="395" y="8010"/>
                    <a:pt x="354" y="8004"/>
                    <a:pt x="313" y="7993"/>
                  </a:cubicBezTo>
                  <a:cubicBezTo>
                    <a:pt x="213" y="8226"/>
                    <a:pt x="108" y="8455"/>
                    <a:pt x="0" y="8682"/>
                  </a:cubicBezTo>
                  <a:cubicBezTo>
                    <a:pt x="1309" y="9610"/>
                    <a:pt x="2912" y="10129"/>
                    <a:pt x="4580" y="10129"/>
                  </a:cubicBezTo>
                  <a:cubicBezTo>
                    <a:pt x="5639" y="10129"/>
                    <a:pt x="6725" y="9920"/>
                    <a:pt x="7778" y="9474"/>
                  </a:cubicBezTo>
                  <a:cubicBezTo>
                    <a:pt x="11156" y="8044"/>
                    <a:pt x="13001" y="4689"/>
                    <a:pt x="13463" y="1153"/>
                  </a:cubicBezTo>
                  <a:lnTo>
                    <a:pt x="12944" y="1089"/>
                  </a:lnTo>
                  <a:cubicBezTo>
                    <a:pt x="11771" y="936"/>
                    <a:pt x="10601" y="780"/>
                    <a:pt x="9431" y="634"/>
                  </a:cubicBezTo>
                  <a:cubicBezTo>
                    <a:pt x="7742" y="426"/>
                    <a:pt x="6048" y="223"/>
                    <a:pt x="43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6">
              <a:extLst>
                <a:ext uri="{FF2B5EF4-FFF2-40B4-BE49-F238E27FC236}">
                  <a16:creationId xmlns:a16="http://schemas.microsoft.com/office/drawing/2014/main" id="{0BA1D8FD-B753-91F6-6A3C-7DD0246698E2}"/>
                </a:ext>
              </a:extLst>
            </p:cNvPr>
            <p:cNvSpPr/>
            <p:nvPr/>
          </p:nvSpPr>
          <p:spPr>
            <a:xfrm>
              <a:off x="197450" y="4808825"/>
              <a:ext cx="627725" cy="570400"/>
            </a:xfrm>
            <a:custGeom>
              <a:avLst/>
              <a:gdLst/>
              <a:ahLst/>
              <a:cxnLst/>
              <a:rect l="l" t="t" r="r" b="b"/>
              <a:pathLst>
                <a:path w="25109" h="22816" extrusionOk="0">
                  <a:moveTo>
                    <a:pt x="11519" y="2406"/>
                  </a:moveTo>
                  <a:cubicBezTo>
                    <a:pt x="14967" y="2406"/>
                    <a:pt x="18354" y="4388"/>
                    <a:pt x="19133" y="8106"/>
                  </a:cubicBezTo>
                  <a:cubicBezTo>
                    <a:pt x="19305" y="8919"/>
                    <a:pt x="19396" y="9766"/>
                    <a:pt x="19411" y="10623"/>
                  </a:cubicBezTo>
                  <a:cubicBezTo>
                    <a:pt x="19322" y="10896"/>
                    <a:pt x="19236" y="11166"/>
                    <a:pt x="19147" y="11439"/>
                  </a:cubicBezTo>
                  <a:cubicBezTo>
                    <a:pt x="18088" y="11317"/>
                    <a:pt x="17028" y="11197"/>
                    <a:pt x="15973" y="11070"/>
                  </a:cubicBezTo>
                  <a:cubicBezTo>
                    <a:pt x="14219" y="10857"/>
                    <a:pt x="12463" y="10637"/>
                    <a:pt x="10707" y="10439"/>
                  </a:cubicBezTo>
                  <a:lnTo>
                    <a:pt x="9455" y="10307"/>
                  </a:lnTo>
                  <a:lnTo>
                    <a:pt x="8967" y="11326"/>
                  </a:lnTo>
                  <a:cubicBezTo>
                    <a:pt x="8785" y="11709"/>
                    <a:pt x="8608" y="12092"/>
                    <a:pt x="8431" y="12475"/>
                  </a:cubicBezTo>
                  <a:cubicBezTo>
                    <a:pt x="7462" y="14580"/>
                    <a:pt x="6438" y="16748"/>
                    <a:pt x="5828" y="18985"/>
                  </a:cubicBezTo>
                  <a:cubicBezTo>
                    <a:pt x="5748" y="19280"/>
                    <a:pt x="6010" y="19512"/>
                    <a:pt x="6263" y="19512"/>
                  </a:cubicBezTo>
                  <a:cubicBezTo>
                    <a:pt x="6393" y="19512"/>
                    <a:pt x="6520" y="19451"/>
                    <a:pt x="6596" y="19305"/>
                  </a:cubicBezTo>
                  <a:cubicBezTo>
                    <a:pt x="7771" y="17087"/>
                    <a:pt x="8666" y="14712"/>
                    <a:pt x="9735" y="12441"/>
                  </a:cubicBezTo>
                  <a:cubicBezTo>
                    <a:pt x="9884" y="12125"/>
                    <a:pt x="10037" y="11809"/>
                    <a:pt x="10190" y="11496"/>
                  </a:cubicBezTo>
                  <a:cubicBezTo>
                    <a:pt x="11879" y="11719"/>
                    <a:pt x="13575" y="11922"/>
                    <a:pt x="15264" y="12130"/>
                  </a:cubicBezTo>
                  <a:cubicBezTo>
                    <a:pt x="16434" y="12276"/>
                    <a:pt x="17604" y="12434"/>
                    <a:pt x="18777" y="12585"/>
                  </a:cubicBezTo>
                  <a:lnTo>
                    <a:pt x="19296" y="12649"/>
                  </a:lnTo>
                  <a:cubicBezTo>
                    <a:pt x="18834" y="16185"/>
                    <a:pt x="16989" y="19540"/>
                    <a:pt x="13611" y="20970"/>
                  </a:cubicBezTo>
                  <a:cubicBezTo>
                    <a:pt x="12557" y="21417"/>
                    <a:pt x="11470" y="21626"/>
                    <a:pt x="10409" y="21626"/>
                  </a:cubicBezTo>
                  <a:cubicBezTo>
                    <a:pt x="6504" y="21626"/>
                    <a:pt x="2957" y="18787"/>
                    <a:pt x="2720" y="14508"/>
                  </a:cubicBezTo>
                  <a:cubicBezTo>
                    <a:pt x="2493" y="10434"/>
                    <a:pt x="4350" y="5776"/>
                    <a:pt x="7709" y="3283"/>
                  </a:cubicBezTo>
                  <a:cubicBezTo>
                    <a:pt x="7737" y="3266"/>
                    <a:pt x="7766" y="3249"/>
                    <a:pt x="7795" y="3232"/>
                  </a:cubicBezTo>
                  <a:cubicBezTo>
                    <a:pt x="8959" y="2677"/>
                    <a:pt x="10243" y="2406"/>
                    <a:pt x="11519" y="2406"/>
                  </a:cubicBezTo>
                  <a:close/>
                  <a:moveTo>
                    <a:pt x="23349" y="0"/>
                  </a:moveTo>
                  <a:lnTo>
                    <a:pt x="22487" y="488"/>
                  </a:lnTo>
                  <a:cubicBezTo>
                    <a:pt x="21439" y="1110"/>
                    <a:pt x="20427" y="1802"/>
                    <a:pt x="19480" y="2412"/>
                  </a:cubicBezTo>
                  <a:cubicBezTo>
                    <a:pt x="19088" y="2664"/>
                    <a:pt x="19322" y="3173"/>
                    <a:pt x="19700" y="3173"/>
                  </a:cubicBezTo>
                  <a:cubicBezTo>
                    <a:pt x="19763" y="3173"/>
                    <a:pt x="19830" y="3159"/>
                    <a:pt x="19899" y="3127"/>
                  </a:cubicBezTo>
                  <a:cubicBezTo>
                    <a:pt x="20628" y="2790"/>
                    <a:pt x="21408" y="2445"/>
                    <a:pt x="22188" y="2074"/>
                  </a:cubicBezTo>
                  <a:lnTo>
                    <a:pt x="22188" y="2074"/>
                  </a:lnTo>
                  <a:cubicBezTo>
                    <a:pt x="21504" y="3996"/>
                    <a:pt x="20894" y="5945"/>
                    <a:pt x="20284" y="7886"/>
                  </a:cubicBezTo>
                  <a:cubicBezTo>
                    <a:pt x="20023" y="6785"/>
                    <a:pt x="19597" y="5766"/>
                    <a:pt x="18970" y="4910"/>
                  </a:cubicBezTo>
                  <a:cubicBezTo>
                    <a:pt x="17308" y="2641"/>
                    <a:pt x="14343" y="1182"/>
                    <a:pt x="11479" y="1182"/>
                  </a:cubicBezTo>
                  <a:cubicBezTo>
                    <a:pt x="10399" y="1182"/>
                    <a:pt x="9333" y="1390"/>
                    <a:pt x="8357" y="1840"/>
                  </a:cubicBezTo>
                  <a:cubicBezTo>
                    <a:pt x="6802" y="2340"/>
                    <a:pt x="5400" y="3792"/>
                    <a:pt x="4599" y="5142"/>
                  </a:cubicBezTo>
                  <a:cubicBezTo>
                    <a:pt x="452" y="10601"/>
                    <a:pt x="0" y="19858"/>
                    <a:pt x="7431" y="22358"/>
                  </a:cubicBezTo>
                  <a:cubicBezTo>
                    <a:pt x="8357" y="22670"/>
                    <a:pt x="9302" y="22816"/>
                    <a:pt x="10237" y="22816"/>
                  </a:cubicBezTo>
                  <a:cubicBezTo>
                    <a:pt x="13459" y="22816"/>
                    <a:pt x="16568" y="21077"/>
                    <a:pt x="18406" y="18367"/>
                  </a:cubicBezTo>
                  <a:cubicBezTo>
                    <a:pt x="19688" y="16480"/>
                    <a:pt x="20506" y="13757"/>
                    <a:pt x="20585" y="11089"/>
                  </a:cubicBezTo>
                  <a:cubicBezTo>
                    <a:pt x="20703" y="10709"/>
                    <a:pt x="20820" y="10326"/>
                    <a:pt x="20939" y="9946"/>
                  </a:cubicBezTo>
                  <a:cubicBezTo>
                    <a:pt x="21712" y="7510"/>
                    <a:pt x="22569" y="5077"/>
                    <a:pt x="23318" y="2620"/>
                  </a:cubicBezTo>
                  <a:cubicBezTo>
                    <a:pt x="23617" y="3450"/>
                    <a:pt x="23839" y="4369"/>
                    <a:pt x="24349" y="5084"/>
                  </a:cubicBezTo>
                  <a:cubicBezTo>
                    <a:pt x="24436" y="5207"/>
                    <a:pt x="24577" y="5267"/>
                    <a:pt x="24714" y="5267"/>
                  </a:cubicBezTo>
                  <a:cubicBezTo>
                    <a:pt x="24916" y="5267"/>
                    <a:pt x="25108" y="5135"/>
                    <a:pt x="25102" y="4881"/>
                  </a:cubicBezTo>
                  <a:cubicBezTo>
                    <a:pt x="25081" y="3886"/>
                    <a:pt x="24600" y="2905"/>
                    <a:pt x="24231" y="1991"/>
                  </a:cubicBezTo>
                  <a:cubicBezTo>
                    <a:pt x="24126" y="1727"/>
                    <a:pt x="24019" y="1462"/>
                    <a:pt x="23908" y="1196"/>
                  </a:cubicBezTo>
                  <a:lnTo>
                    <a:pt x="233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5420417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Doodle Basic Template for Marketing by Slidesgo">
  <a:themeElements>
    <a:clrScheme name="Simple Light">
      <a:dk1>
        <a:srgbClr val="434343"/>
      </a:dk1>
      <a:lt1>
        <a:srgbClr val="FDB583"/>
      </a:lt1>
      <a:dk2>
        <a:srgbClr val="7EEE90"/>
      </a:dk2>
      <a:lt2>
        <a:srgbClr val="9AA8FF"/>
      </a:lt2>
      <a:accent1>
        <a:srgbClr val="6176FF"/>
      </a:accent1>
      <a:accent2>
        <a:srgbClr val="F3F3F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1126</Words>
  <Application>Microsoft Office PowerPoint</Application>
  <PresentationFormat>On-screen Show (16:9)</PresentationFormat>
  <Paragraphs>188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Rubik SemiBold</vt:lpstr>
      <vt:lpstr>Bebas Neue</vt:lpstr>
      <vt:lpstr>Rubik</vt:lpstr>
      <vt:lpstr>Arial</vt:lpstr>
      <vt:lpstr>Doodle Basic Template for Marketing by Slidesgo</vt:lpstr>
      <vt:lpstr>The Subtle art of being an Interviewee</vt:lpstr>
      <vt:lpstr>Introduction </vt:lpstr>
      <vt:lpstr>Nothing : The Things You already Know</vt:lpstr>
      <vt:lpstr>Before </vt:lpstr>
      <vt:lpstr>01</vt:lpstr>
      <vt:lpstr>04</vt:lpstr>
      <vt:lpstr>The You – 1 </vt:lpstr>
      <vt:lpstr>01</vt:lpstr>
      <vt:lpstr>04</vt:lpstr>
      <vt:lpstr>07</vt:lpstr>
      <vt:lpstr>10</vt:lpstr>
      <vt:lpstr>PowerPoint Presentation</vt:lpstr>
      <vt:lpstr>The D-Day</vt:lpstr>
      <vt:lpstr>PowerPoint Presentation</vt:lpstr>
      <vt:lpstr>The Interview Day</vt:lpstr>
      <vt:lpstr>What Are you Going to Do?</vt:lpstr>
      <vt:lpstr>01</vt:lpstr>
      <vt:lpstr>04</vt:lpstr>
      <vt:lpstr>The You - 2 </vt:lpstr>
      <vt:lpstr>“Tell me about yourself”</vt:lpstr>
      <vt:lpstr>01</vt:lpstr>
      <vt:lpstr>A Sample Self Intro</vt:lpstr>
      <vt:lpstr>What to Expect</vt:lpstr>
      <vt:lpstr>“Ready for an interview ?”</vt:lpstr>
      <vt:lpstr>01</vt:lpstr>
      <vt:lpstr>04</vt:lpstr>
      <vt:lpstr>07</vt:lpstr>
      <vt:lpstr>The Tail End</vt:lpstr>
      <vt:lpstr>PowerPoint Presentation</vt:lpstr>
      <vt:lpstr>2010</vt:lpstr>
      <vt:lpstr>34 Rejections</vt:lpstr>
      <vt:lpstr>34 Rejections</vt:lpstr>
      <vt:lpstr>PowerPoint Presentation</vt:lpstr>
      <vt:lpstr>Adios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Aswathy Rajan</cp:lastModifiedBy>
  <cp:revision>84</cp:revision>
  <dcterms:modified xsi:type="dcterms:W3CDTF">2024-11-28T20:27:32Z</dcterms:modified>
</cp:coreProperties>
</file>