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7.jpg" ContentType="image/jpg"/>
  <Override PartName="/ppt/media/image18.jpg" ContentType="image/jpg"/>
  <Override PartName="/ppt/media/image2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32363" y="3690963"/>
            <a:ext cx="9835972" cy="4163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88516" y="2329122"/>
            <a:ext cx="4612640" cy="6338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004512" y="2329122"/>
            <a:ext cx="4561840" cy="6338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0156" y="891095"/>
            <a:ext cx="6433820" cy="925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0796" y="3579203"/>
            <a:ext cx="7436484" cy="263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youremail@freepik.com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551080" y="3549650"/>
            <a:ext cx="7436484" cy="2636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034" algn="r">
              <a:lnSpc>
                <a:spcPct val="100000"/>
              </a:lnSpc>
              <a:spcBef>
                <a:spcPts val="135"/>
              </a:spcBef>
            </a:pPr>
            <a:r>
              <a:rPr lang="en-IN" spc="-365" dirty="0">
                <a:latin typeface="Poppins SemiBold" panose="00000700000000000000" pitchFamily="2" charset="0"/>
                <a:cs typeface="Poppins SemiBold" panose="00000700000000000000" pitchFamily="2" charset="0"/>
              </a:rPr>
              <a:t>Let’s Build </a:t>
            </a:r>
            <a:endParaRPr spc="-175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marL="12700" algn="r">
              <a:lnSpc>
                <a:spcPct val="100000"/>
              </a:lnSpc>
              <a:spcBef>
                <a:spcPts val="114"/>
              </a:spcBef>
            </a:pPr>
            <a:r>
              <a:rPr lang="en-IN" sz="9950" spc="-520" dirty="0">
                <a:latin typeface="Poppins SemiBold" panose="00000700000000000000" pitchFamily="2" charset="0"/>
                <a:cs typeface="Poppins SemiBold" panose="00000700000000000000" pitchFamily="2" charset="0"/>
              </a:rPr>
              <a:t>The Project</a:t>
            </a:r>
            <a:endParaRPr sz="995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9166" y="6292850"/>
            <a:ext cx="6864984" cy="1862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815" algn="r">
              <a:lnSpc>
                <a:spcPct val="100000"/>
              </a:lnSpc>
              <a:spcBef>
                <a:spcPts val="125"/>
              </a:spcBef>
            </a:pPr>
            <a:r>
              <a:rPr lang="en-IN" sz="6050" spc="-45" dirty="0">
                <a:solidFill>
                  <a:srgbClr val="1D1D1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Shall We ?</a:t>
            </a:r>
            <a:endParaRPr sz="605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  <a:p>
            <a:pPr marL="12700" algn="r">
              <a:lnSpc>
                <a:spcPct val="100000"/>
              </a:lnSpc>
              <a:spcBef>
                <a:spcPts val="3395"/>
              </a:spcBef>
            </a:pPr>
            <a:r>
              <a:rPr lang="en-IN" sz="3150" spc="80" dirty="0">
                <a:solidFill>
                  <a:srgbClr val="1D1D1B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Arjun</a:t>
            </a:r>
            <a:endParaRPr sz="315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6237" y="1924507"/>
            <a:ext cx="6526745" cy="635316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83728" y="2004999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1180795" y="590410"/>
                </a:moveTo>
                <a:lnTo>
                  <a:pt x="896505" y="590410"/>
                </a:lnTo>
                <a:lnTo>
                  <a:pt x="893064" y="636435"/>
                </a:lnTo>
                <a:lnTo>
                  <a:pt x="883018" y="680681"/>
                </a:lnTo>
                <a:lnTo>
                  <a:pt x="866787" y="722528"/>
                </a:lnTo>
                <a:lnTo>
                  <a:pt x="844753" y="761377"/>
                </a:lnTo>
                <a:lnTo>
                  <a:pt x="817359" y="796594"/>
                </a:lnTo>
                <a:lnTo>
                  <a:pt x="784987" y="827582"/>
                </a:lnTo>
                <a:lnTo>
                  <a:pt x="748055" y="853732"/>
                </a:lnTo>
                <a:lnTo>
                  <a:pt x="706983" y="874407"/>
                </a:lnTo>
                <a:lnTo>
                  <a:pt x="663270" y="889508"/>
                </a:lnTo>
                <a:lnTo>
                  <a:pt x="618642" y="897572"/>
                </a:lnTo>
                <a:lnTo>
                  <a:pt x="573849" y="898804"/>
                </a:lnTo>
                <a:lnTo>
                  <a:pt x="529615" y="893406"/>
                </a:lnTo>
                <a:lnTo>
                  <a:pt x="486664" y="881583"/>
                </a:lnTo>
                <a:lnTo>
                  <a:pt x="445731" y="863549"/>
                </a:lnTo>
                <a:lnTo>
                  <a:pt x="407543" y="839508"/>
                </a:lnTo>
                <a:lnTo>
                  <a:pt x="372833" y="809637"/>
                </a:lnTo>
                <a:lnTo>
                  <a:pt x="342214" y="774141"/>
                </a:lnTo>
                <a:lnTo>
                  <a:pt x="317766" y="735368"/>
                </a:lnTo>
                <a:lnTo>
                  <a:pt x="299580" y="694029"/>
                </a:lnTo>
                <a:lnTo>
                  <a:pt x="287731" y="650824"/>
                </a:lnTo>
                <a:lnTo>
                  <a:pt x="282308" y="606450"/>
                </a:lnTo>
                <a:lnTo>
                  <a:pt x="283400" y="561619"/>
                </a:lnTo>
                <a:lnTo>
                  <a:pt x="291096" y="517004"/>
                </a:lnTo>
                <a:lnTo>
                  <a:pt x="305498" y="473329"/>
                </a:lnTo>
                <a:lnTo>
                  <a:pt x="326199" y="432295"/>
                </a:lnTo>
                <a:lnTo>
                  <a:pt x="352374" y="395414"/>
                </a:lnTo>
                <a:lnTo>
                  <a:pt x="383387" y="363067"/>
                </a:lnTo>
                <a:lnTo>
                  <a:pt x="418642" y="335699"/>
                </a:lnTo>
                <a:lnTo>
                  <a:pt x="457530" y="313690"/>
                </a:lnTo>
                <a:lnTo>
                  <a:pt x="499427" y="297472"/>
                </a:lnTo>
                <a:lnTo>
                  <a:pt x="543712" y="287439"/>
                </a:lnTo>
                <a:lnTo>
                  <a:pt x="589788" y="283997"/>
                </a:lnTo>
                <a:lnTo>
                  <a:pt x="589788" y="0"/>
                </a:lnTo>
                <a:lnTo>
                  <a:pt x="538899" y="2692"/>
                </a:lnTo>
                <a:lnTo>
                  <a:pt x="488988" y="9575"/>
                </a:lnTo>
                <a:lnTo>
                  <a:pt x="440270" y="20510"/>
                </a:lnTo>
                <a:lnTo>
                  <a:pt x="392963" y="35344"/>
                </a:lnTo>
                <a:lnTo>
                  <a:pt x="347256" y="53949"/>
                </a:lnTo>
                <a:lnTo>
                  <a:pt x="303377" y="76161"/>
                </a:lnTo>
                <a:lnTo>
                  <a:pt x="261543" y="101828"/>
                </a:lnTo>
                <a:lnTo>
                  <a:pt x="221957" y="130822"/>
                </a:lnTo>
                <a:lnTo>
                  <a:pt x="184835" y="162991"/>
                </a:lnTo>
                <a:lnTo>
                  <a:pt x="150393" y="198170"/>
                </a:lnTo>
                <a:lnTo>
                  <a:pt x="118846" y="236232"/>
                </a:lnTo>
                <a:lnTo>
                  <a:pt x="90398" y="277025"/>
                </a:lnTo>
                <a:lnTo>
                  <a:pt x="65265" y="320408"/>
                </a:lnTo>
                <a:lnTo>
                  <a:pt x="43662" y="366217"/>
                </a:lnTo>
                <a:lnTo>
                  <a:pt x="26543" y="413677"/>
                </a:lnTo>
                <a:lnTo>
                  <a:pt x="13677" y="461949"/>
                </a:lnTo>
                <a:lnTo>
                  <a:pt x="4978" y="510768"/>
                </a:lnTo>
                <a:lnTo>
                  <a:pt x="444" y="559866"/>
                </a:lnTo>
                <a:lnTo>
                  <a:pt x="0" y="608990"/>
                </a:lnTo>
                <a:lnTo>
                  <a:pt x="3606" y="657872"/>
                </a:lnTo>
                <a:lnTo>
                  <a:pt x="11239" y="706259"/>
                </a:lnTo>
                <a:lnTo>
                  <a:pt x="22834" y="753884"/>
                </a:lnTo>
                <a:lnTo>
                  <a:pt x="38354" y="800468"/>
                </a:lnTo>
                <a:lnTo>
                  <a:pt x="57759" y="845781"/>
                </a:lnTo>
                <a:lnTo>
                  <a:pt x="81000" y="889546"/>
                </a:lnTo>
                <a:lnTo>
                  <a:pt x="108038" y="931494"/>
                </a:lnTo>
                <a:lnTo>
                  <a:pt x="138823" y="971384"/>
                </a:lnTo>
                <a:lnTo>
                  <a:pt x="173329" y="1008926"/>
                </a:lnTo>
                <a:lnTo>
                  <a:pt x="210883" y="1042936"/>
                </a:lnTo>
                <a:lnTo>
                  <a:pt x="250710" y="1073365"/>
                </a:lnTo>
                <a:lnTo>
                  <a:pt x="292569" y="1100150"/>
                </a:lnTo>
                <a:lnTo>
                  <a:pt x="336207" y="1123238"/>
                </a:lnTo>
                <a:lnTo>
                  <a:pt x="381393" y="1142555"/>
                </a:lnTo>
                <a:lnTo>
                  <a:pt x="427863" y="1158036"/>
                </a:lnTo>
                <a:lnTo>
                  <a:pt x="475373" y="1169619"/>
                </a:lnTo>
                <a:lnTo>
                  <a:pt x="523697" y="1177226"/>
                </a:lnTo>
                <a:lnTo>
                  <a:pt x="572566" y="1180820"/>
                </a:lnTo>
                <a:lnTo>
                  <a:pt x="621753" y="1180299"/>
                </a:lnTo>
                <a:lnTo>
                  <a:pt x="671004" y="1175626"/>
                </a:lnTo>
                <a:lnTo>
                  <a:pt x="720077" y="1166723"/>
                </a:lnTo>
                <a:lnTo>
                  <a:pt x="768731" y="1153541"/>
                </a:lnTo>
                <a:lnTo>
                  <a:pt x="816711" y="1135976"/>
                </a:lnTo>
                <a:lnTo>
                  <a:pt x="862558" y="1114399"/>
                </a:lnTo>
                <a:lnTo>
                  <a:pt x="905967" y="1089291"/>
                </a:lnTo>
                <a:lnTo>
                  <a:pt x="946785" y="1060869"/>
                </a:lnTo>
                <a:lnTo>
                  <a:pt x="984846" y="1029347"/>
                </a:lnTo>
                <a:lnTo>
                  <a:pt x="1020013" y="994943"/>
                </a:lnTo>
                <a:lnTo>
                  <a:pt x="1052131" y="957859"/>
                </a:lnTo>
                <a:lnTo>
                  <a:pt x="1081036" y="918324"/>
                </a:lnTo>
                <a:lnTo>
                  <a:pt x="1106589" y="876528"/>
                </a:lnTo>
                <a:lnTo>
                  <a:pt x="1128623" y="832700"/>
                </a:lnTo>
                <a:lnTo>
                  <a:pt x="1147000" y="787044"/>
                </a:lnTo>
                <a:lnTo>
                  <a:pt x="1161554" y="739775"/>
                </a:lnTo>
                <a:lnTo>
                  <a:pt x="1172133" y="691108"/>
                </a:lnTo>
                <a:lnTo>
                  <a:pt x="1178598" y="641248"/>
                </a:lnTo>
                <a:lnTo>
                  <a:pt x="1180795" y="590410"/>
                </a:lnTo>
                <a:close/>
              </a:path>
              <a:path w="1181100" h="1181100">
                <a:moveTo>
                  <a:pt x="1180795" y="323850"/>
                </a:moveTo>
                <a:lnTo>
                  <a:pt x="1169873" y="266877"/>
                </a:lnTo>
                <a:lnTo>
                  <a:pt x="1138402" y="219227"/>
                </a:lnTo>
                <a:lnTo>
                  <a:pt x="1090701" y="187782"/>
                </a:lnTo>
                <a:lnTo>
                  <a:pt x="1033665" y="176872"/>
                </a:lnTo>
                <a:lnTo>
                  <a:pt x="986497" y="184277"/>
                </a:lnTo>
                <a:lnTo>
                  <a:pt x="945438" y="204939"/>
                </a:lnTo>
                <a:lnTo>
                  <a:pt x="913003" y="236601"/>
                </a:lnTo>
                <a:lnTo>
                  <a:pt x="891705" y="276999"/>
                </a:lnTo>
                <a:lnTo>
                  <a:pt x="884047" y="323850"/>
                </a:lnTo>
                <a:lnTo>
                  <a:pt x="892657" y="369747"/>
                </a:lnTo>
                <a:lnTo>
                  <a:pt x="914082" y="410032"/>
                </a:lnTo>
                <a:lnTo>
                  <a:pt x="946162" y="442061"/>
                </a:lnTo>
                <a:lnTo>
                  <a:pt x="986739" y="463194"/>
                </a:lnTo>
                <a:lnTo>
                  <a:pt x="1033665" y="470827"/>
                </a:lnTo>
                <a:lnTo>
                  <a:pt x="1079601" y="463435"/>
                </a:lnTo>
                <a:lnTo>
                  <a:pt x="1119924" y="442772"/>
                </a:lnTo>
                <a:lnTo>
                  <a:pt x="1151978" y="411111"/>
                </a:lnTo>
                <a:lnTo>
                  <a:pt x="1173149" y="370713"/>
                </a:lnTo>
                <a:lnTo>
                  <a:pt x="1180795" y="32385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7504" y="957498"/>
            <a:ext cx="6248400" cy="8372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0156" y="1501000"/>
            <a:ext cx="5032375" cy="18307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60"/>
              </a:spcBef>
            </a:pPr>
            <a:r>
              <a:rPr spc="-420" dirty="0"/>
              <a:t>The</a:t>
            </a:r>
            <a:r>
              <a:rPr spc="-560" dirty="0"/>
              <a:t> </a:t>
            </a:r>
            <a:r>
              <a:rPr spc="-275" dirty="0"/>
              <a:t>slide</a:t>
            </a:r>
            <a:r>
              <a:rPr spc="-555" dirty="0"/>
              <a:t> </a:t>
            </a:r>
            <a:r>
              <a:rPr spc="-350" dirty="0"/>
              <a:t>title </a:t>
            </a:r>
            <a:r>
              <a:rPr spc="-229" dirty="0"/>
              <a:t>goes</a:t>
            </a:r>
            <a:r>
              <a:rPr spc="-530" dirty="0"/>
              <a:t> </a:t>
            </a:r>
            <a:r>
              <a:rPr spc="-10" dirty="0"/>
              <a:t>here!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156" y="4006705"/>
            <a:ext cx="7863840" cy="373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750" spc="110" dirty="0">
                <a:solidFill>
                  <a:srgbClr val="1D1D1B"/>
                </a:solidFill>
                <a:latin typeface="Tahoma"/>
                <a:cs typeface="Tahoma"/>
              </a:rPr>
              <a:t>Do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know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what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helps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make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your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point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clear?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Lists</a:t>
            </a:r>
            <a:r>
              <a:rPr sz="27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like</a:t>
            </a:r>
            <a:r>
              <a:rPr sz="2750" spc="-2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this</a:t>
            </a:r>
            <a:r>
              <a:rPr sz="2750" spc="-2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one:</a:t>
            </a:r>
            <a:endParaRPr sz="2750">
              <a:latin typeface="Tahoma"/>
              <a:cs typeface="Tahoma"/>
            </a:endParaRPr>
          </a:p>
          <a:p>
            <a:pPr marL="396240" indent="-383540">
              <a:lnSpc>
                <a:spcPct val="100000"/>
              </a:lnSpc>
              <a:spcBef>
                <a:spcPts val="3000"/>
              </a:spcBef>
              <a:buFont typeface="Arial"/>
              <a:buChar char="●"/>
              <a:tabLst>
                <a:tab pos="396240" algn="l"/>
              </a:tabLst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They’re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simple</a:t>
            </a:r>
            <a:endParaRPr sz="2750">
              <a:latin typeface="Tahoma"/>
              <a:cs typeface="Tahoma"/>
            </a:endParaRPr>
          </a:p>
          <a:p>
            <a:pPr marL="396240" indent="-383540">
              <a:lnSpc>
                <a:spcPct val="100000"/>
              </a:lnSpc>
              <a:buFont typeface="Arial"/>
              <a:buChar char="●"/>
              <a:tabLst>
                <a:tab pos="396240" algn="l"/>
              </a:tabLst>
            </a:pPr>
            <a:r>
              <a:rPr sz="2750" spc="-3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0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organize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your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ideas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clearly</a:t>
            </a:r>
            <a:endParaRPr sz="2750">
              <a:latin typeface="Tahoma"/>
              <a:cs typeface="Tahoma"/>
            </a:endParaRPr>
          </a:p>
          <a:p>
            <a:pPr marL="396240" indent="-383540">
              <a:lnSpc>
                <a:spcPct val="100000"/>
              </a:lnSpc>
              <a:spcBef>
                <a:spcPts val="75"/>
              </a:spcBef>
              <a:buFont typeface="Arial"/>
              <a:buChar char="●"/>
              <a:tabLst>
                <a:tab pos="396240" algn="l"/>
              </a:tabLst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You’ll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never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forget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to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buy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milk!</a:t>
            </a:r>
            <a:endParaRPr sz="2750">
              <a:latin typeface="Tahoma"/>
              <a:cs typeface="Tahoma"/>
            </a:endParaRPr>
          </a:p>
          <a:p>
            <a:pPr marL="12700" marR="315595">
              <a:lnSpc>
                <a:spcPct val="100000"/>
              </a:lnSpc>
              <a:spcBef>
                <a:spcPts val="3000"/>
              </a:spcBef>
            </a:pPr>
            <a:r>
              <a:rPr sz="2750" spc="6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most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important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5" dirty="0">
                <a:solidFill>
                  <a:srgbClr val="1D1D1B"/>
                </a:solidFill>
                <a:latin typeface="Tahoma"/>
                <a:cs typeface="Tahoma"/>
              </a:rPr>
              <a:t>thing: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audience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won’t </a:t>
            </a:r>
            <a:r>
              <a:rPr sz="2750" spc="-30" dirty="0">
                <a:solidFill>
                  <a:srgbClr val="1D1D1B"/>
                </a:solidFill>
                <a:latin typeface="Tahoma"/>
                <a:cs typeface="Tahoma"/>
              </a:rPr>
              <a:t>miss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point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your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presentation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156" y="891095"/>
            <a:ext cx="5052060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110" dirty="0"/>
              <a:t>fiumbers</a:t>
            </a:r>
          </a:p>
        </p:txBody>
      </p:sp>
      <p:sp>
        <p:nvSpPr>
          <p:cNvPr id="3" name="object 3"/>
          <p:cNvSpPr/>
          <p:nvPr/>
        </p:nvSpPr>
        <p:spPr>
          <a:xfrm>
            <a:off x="1657502" y="4027500"/>
            <a:ext cx="6686550" cy="1600200"/>
          </a:xfrm>
          <a:custGeom>
            <a:avLst/>
            <a:gdLst/>
            <a:ahLst/>
            <a:cxnLst/>
            <a:rect l="l" t="t" r="r" b="b"/>
            <a:pathLst>
              <a:path w="6686550" h="1600200">
                <a:moveTo>
                  <a:pt x="6419189" y="0"/>
                </a:moveTo>
                <a:lnTo>
                  <a:pt x="267360" y="0"/>
                </a:lnTo>
                <a:lnTo>
                  <a:pt x="219364" y="4311"/>
                </a:lnTo>
                <a:lnTo>
                  <a:pt x="174165" y="16738"/>
                </a:lnTo>
                <a:lnTo>
                  <a:pt x="132524" y="36520"/>
                </a:lnTo>
                <a:lnTo>
                  <a:pt x="95201" y="62899"/>
                </a:lnTo>
                <a:lnTo>
                  <a:pt x="62957" y="95112"/>
                </a:lnTo>
                <a:lnTo>
                  <a:pt x="36555" y="132401"/>
                </a:lnTo>
                <a:lnTo>
                  <a:pt x="16754" y="174005"/>
                </a:lnTo>
                <a:lnTo>
                  <a:pt x="4315" y="219165"/>
                </a:lnTo>
                <a:lnTo>
                  <a:pt x="0" y="267119"/>
                </a:lnTo>
                <a:lnTo>
                  <a:pt x="0" y="1333080"/>
                </a:lnTo>
                <a:lnTo>
                  <a:pt x="4315" y="1381035"/>
                </a:lnTo>
                <a:lnTo>
                  <a:pt x="16754" y="1426194"/>
                </a:lnTo>
                <a:lnTo>
                  <a:pt x="36555" y="1467798"/>
                </a:lnTo>
                <a:lnTo>
                  <a:pt x="62957" y="1505087"/>
                </a:lnTo>
                <a:lnTo>
                  <a:pt x="95201" y="1537300"/>
                </a:lnTo>
                <a:lnTo>
                  <a:pt x="132524" y="1563679"/>
                </a:lnTo>
                <a:lnTo>
                  <a:pt x="174165" y="1583461"/>
                </a:lnTo>
                <a:lnTo>
                  <a:pt x="219364" y="1595888"/>
                </a:lnTo>
                <a:lnTo>
                  <a:pt x="267360" y="1600200"/>
                </a:lnTo>
                <a:lnTo>
                  <a:pt x="6419189" y="1600200"/>
                </a:lnTo>
                <a:lnTo>
                  <a:pt x="6467185" y="1595888"/>
                </a:lnTo>
                <a:lnTo>
                  <a:pt x="6512384" y="1583461"/>
                </a:lnTo>
                <a:lnTo>
                  <a:pt x="6554026" y="1563679"/>
                </a:lnTo>
                <a:lnTo>
                  <a:pt x="6591348" y="1537300"/>
                </a:lnTo>
                <a:lnTo>
                  <a:pt x="6623592" y="1505087"/>
                </a:lnTo>
                <a:lnTo>
                  <a:pt x="6649994" y="1467798"/>
                </a:lnTo>
                <a:lnTo>
                  <a:pt x="6669795" y="1426194"/>
                </a:lnTo>
                <a:lnTo>
                  <a:pt x="6682234" y="1381035"/>
                </a:lnTo>
                <a:lnTo>
                  <a:pt x="6686550" y="1333080"/>
                </a:lnTo>
                <a:lnTo>
                  <a:pt x="6686550" y="267119"/>
                </a:lnTo>
                <a:lnTo>
                  <a:pt x="6681475" y="213950"/>
                </a:lnTo>
                <a:lnTo>
                  <a:pt x="6666561" y="163826"/>
                </a:lnTo>
                <a:lnTo>
                  <a:pt x="6642278" y="117918"/>
                </a:lnTo>
                <a:lnTo>
                  <a:pt x="6609092" y="77393"/>
                </a:lnTo>
                <a:lnTo>
                  <a:pt x="6568176" y="44234"/>
                </a:lnTo>
                <a:lnTo>
                  <a:pt x="6521637" y="19970"/>
                </a:lnTo>
                <a:lnTo>
                  <a:pt x="6471350" y="5070"/>
                </a:lnTo>
                <a:lnTo>
                  <a:pt x="641918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939997" y="4027500"/>
            <a:ext cx="6687184" cy="1600200"/>
          </a:xfrm>
          <a:custGeom>
            <a:avLst/>
            <a:gdLst/>
            <a:ahLst/>
            <a:cxnLst/>
            <a:rect l="l" t="t" r="r" b="b"/>
            <a:pathLst>
              <a:path w="6687184" h="1600200">
                <a:moveTo>
                  <a:pt x="6419253" y="0"/>
                </a:moveTo>
                <a:lnTo>
                  <a:pt x="267360" y="0"/>
                </a:lnTo>
                <a:lnTo>
                  <a:pt x="219364" y="4311"/>
                </a:lnTo>
                <a:lnTo>
                  <a:pt x="174165" y="16738"/>
                </a:lnTo>
                <a:lnTo>
                  <a:pt x="132524" y="36520"/>
                </a:lnTo>
                <a:lnTo>
                  <a:pt x="95201" y="62899"/>
                </a:lnTo>
                <a:lnTo>
                  <a:pt x="62957" y="95112"/>
                </a:lnTo>
                <a:lnTo>
                  <a:pt x="36555" y="132401"/>
                </a:lnTo>
                <a:lnTo>
                  <a:pt x="16754" y="174005"/>
                </a:lnTo>
                <a:lnTo>
                  <a:pt x="4315" y="219165"/>
                </a:lnTo>
                <a:lnTo>
                  <a:pt x="0" y="267119"/>
                </a:lnTo>
                <a:lnTo>
                  <a:pt x="0" y="1333080"/>
                </a:lnTo>
                <a:lnTo>
                  <a:pt x="4315" y="1381035"/>
                </a:lnTo>
                <a:lnTo>
                  <a:pt x="16754" y="1426194"/>
                </a:lnTo>
                <a:lnTo>
                  <a:pt x="36555" y="1467798"/>
                </a:lnTo>
                <a:lnTo>
                  <a:pt x="62957" y="1505087"/>
                </a:lnTo>
                <a:lnTo>
                  <a:pt x="95201" y="1537300"/>
                </a:lnTo>
                <a:lnTo>
                  <a:pt x="132524" y="1563679"/>
                </a:lnTo>
                <a:lnTo>
                  <a:pt x="174165" y="1583461"/>
                </a:lnTo>
                <a:lnTo>
                  <a:pt x="219364" y="1595888"/>
                </a:lnTo>
                <a:lnTo>
                  <a:pt x="267360" y="1600200"/>
                </a:lnTo>
                <a:lnTo>
                  <a:pt x="6419253" y="1600200"/>
                </a:lnTo>
                <a:lnTo>
                  <a:pt x="6467221" y="1595888"/>
                </a:lnTo>
                <a:lnTo>
                  <a:pt x="6512403" y="1583461"/>
                </a:lnTo>
                <a:lnTo>
                  <a:pt x="6554037" y="1563679"/>
                </a:lnTo>
                <a:lnTo>
                  <a:pt x="6591359" y="1537300"/>
                </a:lnTo>
                <a:lnTo>
                  <a:pt x="6623607" y="1505087"/>
                </a:lnTo>
                <a:lnTo>
                  <a:pt x="6650016" y="1467798"/>
                </a:lnTo>
                <a:lnTo>
                  <a:pt x="6669825" y="1426194"/>
                </a:lnTo>
                <a:lnTo>
                  <a:pt x="6682270" y="1381035"/>
                </a:lnTo>
                <a:lnTo>
                  <a:pt x="6686588" y="1333080"/>
                </a:lnTo>
                <a:lnTo>
                  <a:pt x="6686588" y="267119"/>
                </a:lnTo>
                <a:lnTo>
                  <a:pt x="6681502" y="213950"/>
                </a:lnTo>
                <a:lnTo>
                  <a:pt x="6666569" y="163826"/>
                </a:lnTo>
                <a:lnTo>
                  <a:pt x="6642279" y="117918"/>
                </a:lnTo>
                <a:lnTo>
                  <a:pt x="6609118" y="77393"/>
                </a:lnTo>
                <a:lnTo>
                  <a:pt x="6568164" y="44234"/>
                </a:lnTo>
                <a:lnTo>
                  <a:pt x="6521615" y="19970"/>
                </a:lnTo>
                <a:lnTo>
                  <a:pt x="6471350" y="5070"/>
                </a:lnTo>
                <a:lnTo>
                  <a:pt x="6419253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7502" y="7617498"/>
            <a:ext cx="6686550" cy="1600200"/>
          </a:xfrm>
          <a:custGeom>
            <a:avLst/>
            <a:gdLst/>
            <a:ahLst/>
            <a:cxnLst/>
            <a:rect l="l" t="t" r="r" b="b"/>
            <a:pathLst>
              <a:path w="6686550" h="1600200">
                <a:moveTo>
                  <a:pt x="6419189" y="0"/>
                </a:moveTo>
                <a:lnTo>
                  <a:pt x="267360" y="0"/>
                </a:lnTo>
                <a:lnTo>
                  <a:pt x="219364" y="3566"/>
                </a:lnTo>
                <a:lnTo>
                  <a:pt x="174165" y="15415"/>
                </a:lnTo>
                <a:lnTo>
                  <a:pt x="132524" y="34763"/>
                </a:lnTo>
                <a:lnTo>
                  <a:pt x="95201" y="60830"/>
                </a:lnTo>
                <a:lnTo>
                  <a:pt x="62957" y="92835"/>
                </a:lnTo>
                <a:lnTo>
                  <a:pt x="36555" y="129998"/>
                </a:lnTo>
                <a:lnTo>
                  <a:pt x="16754" y="171536"/>
                </a:lnTo>
                <a:lnTo>
                  <a:pt x="4315" y="216669"/>
                </a:lnTo>
                <a:lnTo>
                  <a:pt x="0" y="264617"/>
                </a:lnTo>
                <a:lnTo>
                  <a:pt x="0" y="1333055"/>
                </a:lnTo>
                <a:lnTo>
                  <a:pt x="4315" y="1381006"/>
                </a:lnTo>
                <a:lnTo>
                  <a:pt x="16754" y="1426162"/>
                </a:lnTo>
                <a:lnTo>
                  <a:pt x="36555" y="1467765"/>
                </a:lnTo>
                <a:lnTo>
                  <a:pt x="62957" y="1505052"/>
                </a:lnTo>
                <a:lnTo>
                  <a:pt x="95201" y="1537265"/>
                </a:lnTo>
                <a:lnTo>
                  <a:pt x="132524" y="1563643"/>
                </a:lnTo>
                <a:lnTo>
                  <a:pt x="174165" y="1583426"/>
                </a:lnTo>
                <a:lnTo>
                  <a:pt x="219364" y="1595853"/>
                </a:lnTo>
                <a:lnTo>
                  <a:pt x="267360" y="1600164"/>
                </a:lnTo>
                <a:lnTo>
                  <a:pt x="6419189" y="1600164"/>
                </a:lnTo>
                <a:lnTo>
                  <a:pt x="6467185" y="1595853"/>
                </a:lnTo>
                <a:lnTo>
                  <a:pt x="6512384" y="1583426"/>
                </a:lnTo>
                <a:lnTo>
                  <a:pt x="6554026" y="1563643"/>
                </a:lnTo>
                <a:lnTo>
                  <a:pt x="6591348" y="1537265"/>
                </a:lnTo>
                <a:lnTo>
                  <a:pt x="6623592" y="1505052"/>
                </a:lnTo>
                <a:lnTo>
                  <a:pt x="6649994" y="1467765"/>
                </a:lnTo>
                <a:lnTo>
                  <a:pt x="6669795" y="1426162"/>
                </a:lnTo>
                <a:lnTo>
                  <a:pt x="6682234" y="1381006"/>
                </a:lnTo>
                <a:lnTo>
                  <a:pt x="6686550" y="1333055"/>
                </a:lnTo>
                <a:lnTo>
                  <a:pt x="6686550" y="264617"/>
                </a:lnTo>
                <a:lnTo>
                  <a:pt x="6681475" y="212894"/>
                </a:lnTo>
                <a:lnTo>
                  <a:pt x="6666561" y="163512"/>
                </a:lnTo>
                <a:lnTo>
                  <a:pt x="6642278" y="117873"/>
                </a:lnTo>
                <a:lnTo>
                  <a:pt x="6609092" y="77381"/>
                </a:lnTo>
                <a:lnTo>
                  <a:pt x="6568176" y="44228"/>
                </a:lnTo>
                <a:lnTo>
                  <a:pt x="6521637" y="19969"/>
                </a:lnTo>
                <a:lnTo>
                  <a:pt x="6471350" y="5070"/>
                </a:lnTo>
                <a:lnTo>
                  <a:pt x="641918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333,000</a:t>
            </a:r>
          </a:p>
          <a:p>
            <a:pPr marL="306070" marR="284480" algn="ctr">
              <a:lnSpc>
                <a:spcPts val="2700"/>
              </a:lnSpc>
              <a:spcBef>
                <a:spcPts val="5415"/>
              </a:spcBef>
            </a:pPr>
            <a:r>
              <a:rPr sz="2750" spc="-10" dirty="0">
                <a:latin typeface="Tahoma"/>
                <a:cs typeface="Tahoma"/>
              </a:rPr>
              <a:t>Venus</a:t>
            </a:r>
            <a:r>
              <a:rPr sz="2750" spc="-300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is</a:t>
            </a:r>
            <a:r>
              <a:rPr sz="2750" spc="-300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the</a:t>
            </a:r>
            <a:r>
              <a:rPr sz="2750" spc="-300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second</a:t>
            </a:r>
            <a:r>
              <a:rPr sz="2750" spc="-29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planet </a:t>
            </a:r>
            <a:r>
              <a:rPr sz="2750" dirty="0">
                <a:latin typeface="Tahoma"/>
                <a:cs typeface="Tahoma"/>
              </a:rPr>
              <a:t>from</a:t>
            </a:r>
            <a:r>
              <a:rPr sz="2750" spc="-245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the</a:t>
            </a:r>
            <a:r>
              <a:rPr sz="2750" spc="-240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4"/>
              </a:spcBef>
            </a:pPr>
            <a:endParaRPr sz="2750">
              <a:latin typeface="Tahoma"/>
              <a:cs typeface="Tahoma"/>
            </a:endParaRPr>
          </a:p>
          <a:p>
            <a:pPr marL="29209" algn="ctr">
              <a:lnSpc>
                <a:spcPct val="100000"/>
              </a:lnSpc>
            </a:pPr>
            <a:r>
              <a:rPr spc="-480" dirty="0"/>
              <a:t>75,000</a:t>
            </a:r>
          </a:p>
          <a:p>
            <a:pPr marL="224154" marR="200025" algn="ctr">
              <a:lnSpc>
                <a:spcPts val="2700"/>
              </a:lnSpc>
              <a:spcBef>
                <a:spcPts val="5130"/>
              </a:spcBef>
            </a:pPr>
            <a:r>
              <a:rPr sz="2750" dirty="0">
                <a:latin typeface="Tahoma"/>
                <a:cs typeface="Tahoma"/>
              </a:rPr>
              <a:t>Despite</a:t>
            </a:r>
            <a:r>
              <a:rPr sz="2750" spc="-254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being</a:t>
            </a:r>
            <a:r>
              <a:rPr sz="2750" spc="-254" dirty="0">
                <a:latin typeface="Tahoma"/>
                <a:cs typeface="Tahoma"/>
              </a:rPr>
              <a:t> </a:t>
            </a:r>
            <a:r>
              <a:rPr sz="2750" spc="-45" dirty="0">
                <a:latin typeface="Tahoma"/>
                <a:cs typeface="Tahoma"/>
              </a:rPr>
              <a:t>red,</a:t>
            </a:r>
            <a:r>
              <a:rPr sz="2750" spc="-254" dirty="0">
                <a:latin typeface="Tahoma"/>
                <a:cs typeface="Tahoma"/>
              </a:rPr>
              <a:t> </a:t>
            </a:r>
            <a:r>
              <a:rPr sz="2750" spc="105" dirty="0">
                <a:latin typeface="Tahoma"/>
                <a:cs typeface="Tahoma"/>
              </a:rPr>
              <a:t>Mars</a:t>
            </a:r>
            <a:r>
              <a:rPr sz="2750" spc="-254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is</a:t>
            </a:r>
            <a:r>
              <a:rPr sz="2750" spc="-254" dirty="0">
                <a:latin typeface="Tahoma"/>
                <a:cs typeface="Tahoma"/>
              </a:rPr>
              <a:t> </a:t>
            </a:r>
            <a:r>
              <a:rPr sz="2750" spc="-50" dirty="0">
                <a:latin typeface="Tahoma"/>
                <a:cs typeface="Tahoma"/>
              </a:rPr>
              <a:t>a </a:t>
            </a:r>
            <a:r>
              <a:rPr sz="2750" dirty="0">
                <a:latin typeface="Tahoma"/>
                <a:cs typeface="Tahoma"/>
              </a:rPr>
              <a:t>cold</a:t>
            </a:r>
            <a:r>
              <a:rPr sz="2750" spc="-235" dirty="0">
                <a:latin typeface="Tahoma"/>
                <a:cs typeface="Tahoma"/>
              </a:rPr>
              <a:t> </a:t>
            </a:r>
            <a:r>
              <a:rPr sz="2750" spc="-20" dirty="0">
                <a:latin typeface="Tahoma"/>
                <a:cs typeface="Tahoma"/>
              </a:rPr>
              <a:t>place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39997" y="7617498"/>
            <a:ext cx="6687184" cy="1600200"/>
          </a:xfrm>
          <a:custGeom>
            <a:avLst/>
            <a:gdLst/>
            <a:ahLst/>
            <a:cxnLst/>
            <a:rect l="l" t="t" r="r" b="b"/>
            <a:pathLst>
              <a:path w="6687184" h="1600200">
                <a:moveTo>
                  <a:pt x="6419253" y="0"/>
                </a:moveTo>
                <a:lnTo>
                  <a:pt x="267360" y="0"/>
                </a:lnTo>
                <a:lnTo>
                  <a:pt x="219364" y="3566"/>
                </a:lnTo>
                <a:lnTo>
                  <a:pt x="174165" y="15415"/>
                </a:lnTo>
                <a:lnTo>
                  <a:pt x="132524" y="34763"/>
                </a:lnTo>
                <a:lnTo>
                  <a:pt x="95201" y="60830"/>
                </a:lnTo>
                <a:lnTo>
                  <a:pt x="62957" y="92835"/>
                </a:lnTo>
                <a:lnTo>
                  <a:pt x="36555" y="129998"/>
                </a:lnTo>
                <a:lnTo>
                  <a:pt x="16754" y="171536"/>
                </a:lnTo>
                <a:lnTo>
                  <a:pt x="4315" y="216669"/>
                </a:lnTo>
                <a:lnTo>
                  <a:pt x="0" y="264617"/>
                </a:lnTo>
                <a:lnTo>
                  <a:pt x="0" y="1333055"/>
                </a:lnTo>
                <a:lnTo>
                  <a:pt x="4315" y="1381006"/>
                </a:lnTo>
                <a:lnTo>
                  <a:pt x="16754" y="1426162"/>
                </a:lnTo>
                <a:lnTo>
                  <a:pt x="36555" y="1467765"/>
                </a:lnTo>
                <a:lnTo>
                  <a:pt x="62957" y="1505052"/>
                </a:lnTo>
                <a:lnTo>
                  <a:pt x="95201" y="1537265"/>
                </a:lnTo>
                <a:lnTo>
                  <a:pt x="132524" y="1563643"/>
                </a:lnTo>
                <a:lnTo>
                  <a:pt x="174165" y="1583426"/>
                </a:lnTo>
                <a:lnTo>
                  <a:pt x="219364" y="1595853"/>
                </a:lnTo>
                <a:lnTo>
                  <a:pt x="267360" y="1600164"/>
                </a:lnTo>
                <a:lnTo>
                  <a:pt x="6419253" y="1600164"/>
                </a:lnTo>
                <a:lnTo>
                  <a:pt x="6467221" y="1595853"/>
                </a:lnTo>
                <a:lnTo>
                  <a:pt x="6512403" y="1583426"/>
                </a:lnTo>
                <a:lnTo>
                  <a:pt x="6554037" y="1563643"/>
                </a:lnTo>
                <a:lnTo>
                  <a:pt x="6591359" y="1537265"/>
                </a:lnTo>
                <a:lnTo>
                  <a:pt x="6623607" y="1505052"/>
                </a:lnTo>
                <a:lnTo>
                  <a:pt x="6650016" y="1467765"/>
                </a:lnTo>
                <a:lnTo>
                  <a:pt x="6669825" y="1426162"/>
                </a:lnTo>
                <a:lnTo>
                  <a:pt x="6682270" y="1381006"/>
                </a:lnTo>
                <a:lnTo>
                  <a:pt x="6686588" y="1333055"/>
                </a:lnTo>
                <a:lnTo>
                  <a:pt x="6686588" y="264617"/>
                </a:lnTo>
                <a:lnTo>
                  <a:pt x="6681502" y="212894"/>
                </a:lnTo>
                <a:lnTo>
                  <a:pt x="6666569" y="163512"/>
                </a:lnTo>
                <a:lnTo>
                  <a:pt x="6642279" y="117873"/>
                </a:lnTo>
                <a:lnTo>
                  <a:pt x="6609118" y="77381"/>
                </a:lnTo>
                <a:lnTo>
                  <a:pt x="6568164" y="44228"/>
                </a:lnTo>
                <a:lnTo>
                  <a:pt x="6521615" y="19969"/>
                </a:lnTo>
                <a:lnTo>
                  <a:pt x="6471350" y="5070"/>
                </a:lnTo>
                <a:lnTo>
                  <a:pt x="6419253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pc="-690" dirty="0"/>
              <a:t>150,000</a:t>
            </a:r>
          </a:p>
          <a:p>
            <a:pPr marL="12700" marR="5080" algn="ctr">
              <a:lnSpc>
                <a:spcPts val="2700"/>
              </a:lnSpc>
              <a:spcBef>
                <a:spcPts val="5415"/>
              </a:spcBef>
            </a:pPr>
            <a:r>
              <a:rPr sz="2750" dirty="0">
                <a:latin typeface="Tahoma"/>
                <a:cs typeface="Tahoma"/>
              </a:rPr>
              <a:t>Jupiter</a:t>
            </a:r>
            <a:r>
              <a:rPr sz="2750" spc="-235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is</a:t>
            </a:r>
            <a:r>
              <a:rPr sz="2750" spc="-229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the</a:t>
            </a:r>
            <a:r>
              <a:rPr sz="2750" spc="-235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biggest</a:t>
            </a:r>
            <a:r>
              <a:rPr sz="2750" spc="-229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planet</a:t>
            </a:r>
            <a:r>
              <a:rPr sz="2750" spc="-235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in </a:t>
            </a:r>
            <a:r>
              <a:rPr sz="2750" dirty="0">
                <a:latin typeface="Tahoma"/>
                <a:cs typeface="Tahoma"/>
              </a:rPr>
              <a:t>the</a:t>
            </a:r>
            <a:r>
              <a:rPr sz="2750" spc="-270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Solar</a:t>
            </a:r>
            <a:r>
              <a:rPr sz="2750" spc="-26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System</a:t>
            </a:r>
            <a:endParaRPr sz="27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04"/>
              </a:spcBef>
            </a:pPr>
            <a:endParaRPr sz="2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pc="-440" dirty="0"/>
              <a:t>52,000</a:t>
            </a:r>
          </a:p>
          <a:p>
            <a:pPr marL="170815" marR="164465" algn="ctr">
              <a:lnSpc>
                <a:spcPts val="2700"/>
              </a:lnSpc>
              <a:spcBef>
                <a:spcPts val="5130"/>
              </a:spcBef>
            </a:pPr>
            <a:r>
              <a:rPr sz="2750" dirty="0">
                <a:latin typeface="Tahoma"/>
                <a:cs typeface="Tahoma"/>
              </a:rPr>
              <a:t>Saturn</a:t>
            </a:r>
            <a:r>
              <a:rPr sz="2750" spc="-310" dirty="0">
                <a:latin typeface="Tahoma"/>
                <a:cs typeface="Tahoma"/>
              </a:rPr>
              <a:t> </a:t>
            </a:r>
            <a:r>
              <a:rPr sz="2750" dirty="0">
                <a:latin typeface="Tahoma"/>
                <a:cs typeface="Tahoma"/>
              </a:rPr>
              <a:t>is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50" dirty="0">
                <a:latin typeface="Tahoma"/>
                <a:cs typeface="Tahoma"/>
              </a:rPr>
              <a:t>a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80" dirty="0">
                <a:latin typeface="Tahoma"/>
                <a:cs typeface="Tahoma"/>
              </a:rPr>
              <a:t>gas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giant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and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25" dirty="0">
                <a:latin typeface="Tahoma"/>
                <a:cs typeface="Tahoma"/>
              </a:rPr>
              <a:t>has </a:t>
            </a:r>
            <a:r>
              <a:rPr sz="2750" spc="-10" dirty="0">
                <a:latin typeface="Tahoma"/>
                <a:cs typeface="Tahoma"/>
              </a:rPr>
              <a:t>several</a:t>
            </a:r>
            <a:r>
              <a:rPr sz="2750" spc="-300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rings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156" y="891095"/>
            <a:ext cx="4301490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200" dirty="0"/>
              <a:t>growth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0305" y="3142265"/>
            <a:ext cx="577151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105" dirty="0">
                <a:solidFill>
                  <a:srgbClr val="1D1D1B"/>
                </a:solidFill>
                <a:latin typeface="Arial Black"/>
                <a:cs typeface="Arial Black"/>
              </a:rPr>
              <a:t>Graph</a:t>
            </a:r>
            <a:r>
              <a:rPr sz="4900" spc="-42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170" dirty="0">
                <a:solidFill>
                  <a:srgbClr val="1D1D1B"/>
                </a:solidFill>
                <a:latin typeface="Arial Black"/>
                <a:cs typeface="Arial Black"/>
              </a:rPr>
              <a:t>descriptiofi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0156" y="4353149"/>
            <a:ext cx="5743575" cy="445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50" spc="55" dirty="0">
                <a:solidFill>
                  <a:srgbClr val="1D1D1B"/>
                </a:solidFill>
                <a:latin typeface="Lucida Sans Unicode"/>
                <a:cs typeface="Lucida Sans Unicode"/>
              </a:rPr>
              <a:t>Venus</a:t>
            </a:r>
            <a:r>
              <a:rPr sz="2750" spc="-7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30" dirty="0">
                <a:solidFill>
                  <a:srgbClr val="1D1D1B"/>
                </a:solidFill>
                <a:latin typeface="Lucida Sans Unicode"/>
                <a:cs typeface="Lucida Sans Unicode"/>
              </a:rPr>
              <a:t>has</a:t>
            </a:r>
            <a:r>
              <a:rPr sz="2750" spc="-7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345" dirty="0">
                <a:solidFill>
                  <a:srgbClr val="1D1D1B"/>
                </a:solidFill>
                <a:latin typeface="Lucida Sans Unicode"/>
                <a:cs typeface="Lucida Sans Unicode"/>
              </a:rPr>
              <a:t>a</a:t>
            </a:r>
            <a:r>
              <a:rPr sz="2750" spc="-7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beautiful</a:t>
            </a:r>
            <a:r>
              <a:rPr sz="2750" spc="-7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95" dirty="0">
                <a:solidFill>
                  <a:srgbClr val="1D1D1B"/>
                </a:solidFill>
                <a:latin typeface="Lucida Sans Unicode"/>
                <a:cs typeface="Lucida Sans Unicode"/>
              </a:rPr>
              <a:t>name</a:t>
            </a:r>
            <a:r>
              <a:rPr sz="2750" spc="-7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35" dirty="0">
                <a:solidFill>
                  <a:srgbClr val="1D1D1B"/>
                </a:solidFill>
                <a:latin typeface="Lucida Sans Unicode"/>
                <a:cs typeface="Lucida Sans Unicode"/>
              </a:rPr>
              <a:t>and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0156" y="4696049"/>
            <a:ext cx="5971540" cy="15030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630"/>
              </a:spcBef>
            </a:pPr>
            <a:r>
              <a:rPr sz="2750" spc="-30" dirty="0">
                <a:solidFill>
                  <a:srgbClr val="1D1D1B"/>
                </a:solidFill>
                <a:latin typeface="Lucida Sans Unicode"/>
                <a:cs typeface="Lucida Sans Unicode"/>
              </a:rPr>
              <a:t>is</a:t>
            </a:r>
            <a:r>
              <a:rPr sz="27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D1D1B"/>
                </a:solidFill>
                <a:latin typeface="Lucida Sans Unicode"/>
                <a:cs typeface="Lucida Sans Unicode"/>
              </a:rPr>
              <a:t>the</a:t>
            </a:r>
            <a:r>
              <a:rPr sz="27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05" dirty="0">
                <a:solidFill>
                  <a:srgbClr val="1D1D1B"/>
                </a:solidFill>
                <a:latin typeface="Lucida Sans Unicode"/>
                <a:cs typeface="Lucida Sans Unicode"/>
              </a:rPr>
              <a:t>second</a:t>
            </a:r>
            <a:r>
              <a:rPr sz="2750" spc="-114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Lucida Sans Unicode"/>
                <a:cs typeface="Lucida Sans Unicode"/>
              </a:rPr>
              <a:t>planet</a:t>
            </a:r>
            <a:r>
              <a:rPr sz="27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from</a:t>
            </a:r>
            <a:r>
              <a:rPr sz="2750" spc="-114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D1D1B"/>
                </a:solidFill>
                <a:latin typeface="Lucida Sans Unicode"/>
                <a:cs typeface="Lucida Sans Unicode"/>
              </a:rPr>
              <a:t>the</a:t>
            </a:r>
            <a:r>
              <a:rPr sz="27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Lucida Sans Unicode"/>
                <a:cs typeface="Lucida Sans Unicode"/>
              </a:rPr>
              <a:t>Sun. </a:t>
            </a:r>
            <a:r>
              <a:rPr sz="2750" spc="-110" dirty="0">
                <a:solidFill>
                  <a:srgbClr val="1D1D1B"/>
                </a:solidFill>
                <a:latin typeface="Lucida Sans Unicode"/>
                <a:cs typeface="Lucida Sans Unicode"/>
              </a:rPr>
              <a:t>It’s</a:t>
            </a:r>
            <a:r>
              <a:rPr sz="2750" spc="-12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Lucida Sans Unicode"/>
                <a:cs typeface="Lucida Sans Unicode"/>
              </a:rPr>
              <a:t>terribly</a:t>
            </a:r>
            <a:r>
              <a:rPr sz="2750" spc="-12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65" dirty="0">
                <a:solidFill>
                  <a:srgbClr val="1D1D1B"/>
                </a:solidFill>
                <a:latin typeface="Lucida Sans Unicode"/>
                <a:cs typeface="Lucida Sans Unicode"/>
              </a:rPr>
              <a:t>hot,</a:t>
            </a:r>
            <a:r>
              <a:rPr sz="2750" spc="-12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14" dirty="0">
                <a:solidFill>
                  <a:srgbClr val="1D1D1B"/>
                </a:solidFill>
                <a:latin typeface="Lucida Sans Unicode"/>
                <a:cs typeface="Lucida Sans Unicode"/>
              </a:rPr>
              <a:t>even</a:t>
            </a:r>
            <a:r>
              <a:rPr sz="27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hotter</a:t>
            </a:r>
            <a:r>
              <a:rPr sz="2750" spc="-12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70" dirty="0">
                <a:solidFill>
                  <a:srgbClr val="1D1D1B"/>
                </a:solidFill>
                <a:latin typeface="Lucida Sans Unicode"/>
                <a:cs typeface="Lucida Sans Unicode"/>
              </a:rPr>
              <a:t>than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Mercury,</a:t>
            </a:r>
            <a:r>
              <a:rPr sz="2750" spc="-14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60" dirty="0">
                <a:solidFill>
                  <a:srgbClr val="1D1D1B"/>
                </a:solidFill>
                <a:latin typeface="Lucida Sans Unicode"/>
                <a:cs typeface="Lucida Sans Unicode"/>
              </a:rPr>
              <a:t>and</a:t>
            </a:r>
            <a:r>
              <a:rPr sz="2750" spc="-14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Lucida Sans Unicode"/>
                <a:cs typeface="Lucida Sans Unicode"/>
              </a:rPr>
              <a:t>its</a:t>
            </a:r>
            <a:r>
              <a:rPr sz="2750" spc="-14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100" dirty="0">
                <a:solidFill>
                  <a:srgbClr val="1D1D1B"/>
                </a:solidFill>
                <a:latin typeface="Lucida Sans Unicode"/>
                <a:cs typeface="Lucida Sans Unicode"/>
              </a:rPr>
              <a:t>atmosphere</a:t>
            </a:r>
            <a:r>
              <a:rPr sz="2750" spc="-14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Lucida Sans Unicode"/>
                <a:cs typeface="Lucida Sans Unicode"/>
              </a:rPr>
              <a:t>is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extremely</a:t>
            </a:r>
            <a:r>
              <a:rPr sz="2750" spc="-7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poisonous.</a:t>
            </a:r>
            <a:r>
              <a:rPr sz="2750" spc="-7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110" dirty="0">
                <a:solidFill>
                  <a:srgbClr val="1D1D1B"/>
                </a:solidFill>
                <a:latin typeface="Lucida Sans Unicode"/>
                <a:cs typeface="Lucida Sans Unicode"/>
              </a:rPr>
              <a:t>It’s</a:t>
            </a:r>
            <a:r>
              <a:rPr sz="2750" spc="-6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25" dirty="0">
                <a:solidFill>
                  <a:srgbClr val="1D1D1B"/>
                </a:solidFill>
                <a:latin typeface="Lucida Sans Unicode"/>
                <a:cs typeface="Lucida Sans Unicode"/>
              </a:rPr>
              <a:t>the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156" y="6096224"/>
            <a:ext cx="5638165" cy="79819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630"/>
              </a:spcBef>
            </a:pPr>
            <a:r>
              <a:rPr sz="2750" spc="75" dirty="0">
                <a:solidFill>
                  <a:srgbClr val="1D1D1B"/>
                </a:solidFill>
                <a:latin typeface="Lucida Sans Unicode"/>
                <a:cs typeface="Lucida Sans Unicode"/>
              </a:rPr>
              <a:t>second-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brightest</a:t>
            </a:r>
            <a:r>
              <a:rPr sz="2750" spc="-3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65" dirty="0">
                <a:solidFill>
                  <a:srgbClr val="1D1D1B"/>
                </a:solidFill>
                <a:latin typeface="Lucida Sans Unicode"/>
                <a:cs typeface="Lucida Sans Unicode"/>
              </a:rPr>
              <a:t>natural</a:t>
            </a:r>
            <a:r>
              <a:rPr sz="2750" spc="-3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5" dirty="0">
                <a:solidFill>
                  <a:srgbClr val="1D1D1B"/>
                </a:solidFill>
                <a:latin typeface="Lucida Sans Unicode"/>
                <a:cs typeface="Lucida Sans Unicode"/>
              </a:rPr>
              <a:t>object </a:t>
            </a:r>
            <a:r>
              <a:rPr sz="2750" spc="-20" dirty="0">
                <a:solidFill>
                  <a:srgbClr val="1D1D1B"/>
                </a:solidFill>
                <a:latin typeface="Lucida Sans Unicode"/>
                <a:cs typeface="Lucida Sans Unicode"/>
              </a:rPr>
              <a:t>in</a:t>
            </a:r>
            <a:r>
              <a:rPr sz="2750" spc="-15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D1D1B"/>
                </a:solidFill>
                <a:latin typeface="Lucida Sans Unicode"/>
                <a:cs typeface="Lucida Sans Unicode"/>
              </a:rPr>
              <a:t>the</a:t>
            </a:r>
            <a:r>
              <a:rPr sz="2750" spc="-15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night</a:t>
            </a:r>
            <a:r>
              <a:rPr sz="2750" spc="-14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dirty="0">
                <a:solidFill>
                  <a:srgbClr val="1D1D1B"/>
                </a:solidFill>
                <a:latin typeface="Lucida Sans Unicode"/>
                <a:cs typeface="Lucida Sans Unicode"/>
              </a:rPr>
              <a:t>sky</a:t>
            </a:r>
            <a:r>
              <a:rPr sz="2750" spc="-15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D1D1B"/>
                </a:solidFill>
                <a:latin typeface="Lucida Sans Unicode"/>
                <a:cs typeface="Lucida Sans Unicode"/>
              </a:rPr>
              <a:t>after</a:t>
            </a:r>
            <a:r>
              <a:rPr sz="2750" spc="-145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50" dirty="0">
                <a:solidFill>
                  <a:srgbClr val="1D1D1B"/>
                </a:solidFill>
                <a:latin typeface="Lucida Sans Unicode"/>
                <a:cs typeface="Lucida Sans Unicode"/>
              </a:rPr>
              <a:t>the</a:t>
            </a:r>
            <a:r>
              <a:rPr sz="2750" spc="-150" dirty="0">
                <a:solidFill>
                  <a:srgbClr val="1D1D1B"/>
                </a:solidFill>
                <a:latin typeface="Lucida Sans Unicode"/>
                <a:cs typeface="Lucida Sans Unicode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Lucida Sans Unicode"/>
                <a:cs typeface="Lucida Sans Unicode"/>
              </a:rPr>
              <a:t>Moon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9499" y="7833817"/>
            <a:ext cx="45656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20" dirty="0">
                <a:solidFill>
                  <a:srgbClr val="1D1D1B"/>
                </a:solidFill>
                <a:latin typeface="Lucida Sans Unicode"/>
                <a:cs typeface="Lucida Sans Unicode"/>
              </a:rPr>
              <a:t>2018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61040" y="7833390"/>
            <a:ext cx="45593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14" dirty="0">
                <a:solidFill>
                  <a:srgbClr val="1D1D1B"/>
                </a:solidFill>
                <a:latin typeface="Lucida Sans Unicode"/>
                <a:cs typeface="Lucida Sans Unicode"/>
              </a:rPr>
              <a:t>2019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5288" y="7833792"/>
            <a:ext cx="50673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5" dirty="0">
                <a:solidFill>
                  <a:srgbClr val="1D1D1B"/>
                </a:solidFill>
                <a:latin typeface="Lucida Sans Unicode"/>
                <a:cs typeface="Lucida Sans Unicode"/>
              </a:rPr>
              <a:t>2020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58288" y="7833792"/>
            <a:ext cx="445134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45" dirty="0">
                <a:solidFill>
                  <a:srgbClr val="1D1D1B"/>
                </a:solidFill>
                <a:latin typeface="Lucida Sans Unicode"/>
                <a:cs typeface="Lucida Sans Unicode"/>
              </a:rPr>
              <a:t>2021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18724" y="7833390"/>
            <a:ext cx="495934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45" dirty="0">
                <a:solidFill>
                  <a:srgbClr val="1D1D1B"/>
                </a:solidFill>
                <a:latin typeface="Lucida Sans Unicode"/>
                <a:cs typeface="Lucida Sans Unicode"/>
              </a:rPr>
              <a:t>2022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3461" y="6555999"/>
            <a:ext cx="26606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solidFill>
                  <a:srgbClr val="1D1D1B"/>
                </a:solidFill>
                <a:latin typeface="Lucida Sans Unicode"/>
                <a:cs typeface="Lucida Sans Unicode"/>
              </a:rPr>
              <a:t>25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1124" y="5444099"/>
            <a:ext cx="27686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solidFill>
                  <a:srgbClr val="1D1D1B"/>
                </a:solidFill>
                <a:latin typeface="Lucida Sans Unicode"/>
                <a:cs typeface="Lucida Sans Unicode"/>
              </a:rPr>
              <a:t>50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05674" y="4332189"/>
            <a:ext cx="26035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25" dirty="0">
                <a:solidFill>
                  <a:srgbClr val="1D1D1B"/>
                </a:solidFill>
                <a:latin typeface="Lucida Sans Unicode"/>
                <a:cs typeface="Lucida Sans Unicode"/>
              </a:rPr>
              <a:t>75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23367" y="3228761"/>
            <a:ext cx="34099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30" dirty="0">
                <a:solidFill>
                  <a:srgbClr val="1D1D1B"/>
                </a:solidFill>
                <a:latin typeface="Lucida Sans Unicode"/>
                <a:cs typeface="Lucida Sans Unicode"/>
              </a:rPr>
              <a:t>100</a:t>
            </a:r>
            <a:endParaRPr sz="15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10992" y="3404946"/>
            <a:ext cx="7667625" cy="4443095"/>
            <a:chOff x="9110992" y="3404946"/>
            <a:chExt cx="7667625" cy="4443095"/>
          </a:xfrm>
        </p:grpSpPr>
        <p:sp>
          <p:nvSpPr>
            <p:cNvPr id="17" name="object 17"/>
            <p:cNvSpPr/>
            <p:nvPr/>
          </p:nvSpPr>
          <p:spPr>
            <a:xfrm>
              <a:off x="9110993" y="7819212"/>
              <a:ext cx="7667625" cy="28575"/>
            </a:xfrm>
            <a:custGeom>
              <a:avLst/>
              <a:gdLst/>
              <a:ahLst/>
              <a:cxnLst/>
              <a:rect l="l" t="t" r="r" b="b"/>
              <a:pathLst>
                <a:path w="7667625" h="28575">
                  <a:moveTo>
                    <a:pt x="76676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7667625" y="28575"/>
                  </a:lnTo>
                  <a:lnTo>
                    <a:pt x="7667625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10993" y="3404946"/>
              <a:ext cx="7667625" cy="4420235"/>
            </a:xfrm>
            <a:custGeom>
              <a:avLst/>
              <a:gdLst/>
              <a:ahLst/>
              <a:cxnLst/>
              <a:rect l="l" t="t" r="r" b="b"/>
              <a:pathLst>
                <a:path w="7667625" h="4420234">
                  <a:moveTo>
                    <a:pt x="7667625" y="0"/>
                  </a:moveTo>
                  <a:lnTo>
                    <a:pt x="7529182" y="0"/>
                  </a:lnTo>
                  <a:lnTo>
                    <a:pt x="7529182" y="28575"/>
                  </a:lnTo>
                  <a:lnTo>
                    <a:pt x="7529182" y="1105852"/>
                  </a:lnTo>
                  <a:lnTo>
                    <a:pt x="7529182" y="1134427"/>
                  </a:lnTo>
                  <a:lnTo>
                    <a:pt x="7529182" y="2211705"/>
                  </a:lnTo>
                  <a:lnTo>
                    <a:pt x="7529182" y="2240280"/>
                  </a:lnTo>
                  <a:lnTo>
                    <a:pt x="7529182" y="3299307"/>
                  </a:lnTo>
                  <a:lnTo>
                    <a:pt x="5696699" y="3299307"/>
                  </a:lnTo>
                  <a:lnTo>
                    <a:pt x="5696699" y="2240280"/>
                  </a:lnTo>
                  <a:lnTo>
                    <a:pt x="7529182" y="2240280"/>
                  </a:lnTo>
                  <a:lnTo>
                    <a:pt x="7529182" y="2211705"/>
                  </a:lnTo>
                  <a:lnTo>
                    <a:pt x="5696699" y="2211705"/>
                  </a:lnTo>
                  <a:lnTo>
                    <a:pt x="5696699" y="1134427"/>
                  </a:lnTo>
                  <a:lnTo>
                    <a:pt x="7529182" y="1134427"/>
                  </a:lnTo>
                  <a:lnTo>
                    <a:pt x="7529182" y="1105852"/>
                  </a:lnTo>
                  <a:lnTo>
                    <a:pt x="5696699" y="1105852"/>
                  </a:lnTo>
                  <a:lnTo>
                    <a:pt x="5696699" y="28575"/>
                  </a:lnTo>
                  <a:lnTo>
                    <a:pt x="7529182" y="28575"/>
                  </a:lnTo>
                  <a:lnTo>
                    <a:pt x="7529182" y="0"/>
                  </a:lnTo>
                  <a:lnTo>
                    <a:pt x="5668124" y="0"/>
                  </a:lnTo>
                  <a:lnTo>
                    <a:pt x="5668124" y="28575"/>
                  </a:lnTo>
                  <a:lnTo>
                    <a:pt x="5668124" y="1105852"/>
                  </a:lnTo>
                  <a:lnTo>
                    <a:pt x="5668124" y="1134427"/>
                  </a:lnTo>
                  <a:lnTo>
                    <a:pt x="5668124" y="2211705"/>
                  </a:lnTo>
                  <a:lnTo>
                    <a:pt x="5668124" y="2240280"/>
                  </a:lnTo>
                  <a:lnTo>
                    <a:pt x="5668124" y="3299307"/>
                  </a:lnTo>
                  <a:lnTo>
                    <a:pt x="3839324" y="3299307"/>
                  </a:lnTo>
                  <a:lnTo>
                    <a:pt x="3839324" y="2240280"/>
                  </a:lnTo>
                  <a:lnTo>
                    <a:pt x="5668124" y="2240280"/>
                  </a:lnTo>
                  <a:lnTo>
                    <a:pt x="5668124" y="2211705"/>
                  </a:lnTo>
                  <a:lnTo>
                    <a:pt x="3839324" y="2211705"/>
                  </a:lnTo>
                  <a:lnTo>
                    <a:pt x="3839324" y="1134427"/>
                  </a:lnTo>
                  <a:lnTo>
                    <a:pt x="5668124" y="1134427"/>
                  </a:lnTo>
                  <a:lnTo>
                    <a:pt x="5668124" y="1105852"/>
                  </a:lnTo>
                  <a:lnTo>
                    <a:pt x="3839324" y="1105852"/>
                  </a:lnTo>
                  <a:lnTo>
                    <a:pt x="3839324" y="28575"/>
                  </a:lnTo>
                  <a:lnTo>
                    <a:pt x="5668124" y="28575"/>
                  </a:lnTo>
                  <a:lnTo>
                    <a:pt x="5668124" y="0"/>
                  </a:lnTo>
                  <a:lnTo>
                    <a:pt x="3810749" y="0"/>
                  </a:lnTo>
                  <a:lnTo>
                    <a:pt x="3810749" y="28575"/>
                  </a:lnTo>
                  <a:lnTo>
                    <a:pt x="3810749" y="1105852"/>
                  </a:lnTo>
                  <a:lnTo>
                    <a:pt x="3810749" y="1134427"/>
                  </a:lnTo>
                  <a:lnTo>
                    <a:pt x="3810749" y="2211705"/>
                  </a:lnTo>
                  <a:lnTo>
                    <a:pt x="3810749" y="2240280"/>
                  </a:lnTo>
                  <a:lnTo>
                    <a:pt x="3810749" y="3299307"/>
                  </a:lnTo>
                  <a:lnTo>
                    <a:pt x="1980145" y="3299307"/>
                  </a:lnTo>
                  <a:lnTo>
                    <a:pt x="1980145" y="2240280"/>
                  </a:lnTo>
                  <a:lnTo>
                    <a:pt x="3810749" y="2240280"/>
                  </a:lnTo>
                  <a:lnTo>
                    <a:pt x="3810749" y="2211705"/>
                  </a:lnTo>
                  <a:lnTo>
                    <a:pt x="1980145" y="2211705"/>
                  </a:lnTo>
                  <a:lnTo>
                    <a:pt x="1980145" y="1134427"/>
                  </a:lnTo>
                  <a:lnTo>
                    <a:pt x="3810749" y="1134427"/>
                  </a:lnTo>
                  <a:lnTo>
                    <a:pt x="3810749" y="1105852"/>
                  </a:lnTo>
                  <a:lnTo>
                    <a:pt x="1980145" y="1105852"/>
                  </a:lnTo>
                  <a:lnTo>
                    <a:pt x="1980145" y="28575"/>
                  </a:lnTo>
                  <a:lnTo>
                    <a:pt x="3810749" y="28575"/>
                  </a:lnTo>
                  <a:lnTo>
                    <a:pt x="3810749" y="0"/>
                  </a:lnTo>
                  <a:lnTo>
                    <a:pt x="1951570" y="0"/>
                  </a:lnTo>
                  <a:lnTo>
                    <a:pt x="1951570" y="28575"/>
                  </a:lnTo>
                  <a:lnTo>
                    <a:pt x="1951570" y="1105852"/>
                  </a:lnTo>
                  <a:lnTo>
                    <a:pt x="1951570" y="1134427"/>
                  </a:lnTo>
                  <a:lnTo>
                    <a:pt x="1951570" y="2211705"/>
                  </a:lnTo>
                  <a:lnTo>
                    <a:pt x="1951570" y="2240280"/>
                  </a:lnTo>
                  <a:lnTo>
                    <a:pt x="1951570" y="3299307"/>
                  </a:lnTo>
                  <a:lnTo>
                    <a:pt x="119113" y="3299307"/>
                  </a:lnTo>
                  <a:lnTo>
                    <a:pt x="119113" y="2240280"/>
                  </a:lnTo>
                  <a:lnTo>
                    <a:pt x="1951570" y="2240280"/>
                  </a:lnTo>
                  <a:lnTo>
                    <a:pt x="1951570" y="2211705"/>
                  </a:lnTo>
                  <a:lnTo>
                    <a:pt x="119113" y="2211705"/>
                  </a:lnTo>
                  <a:lnTo>
                    <a:pt x="119113" y="1134427"/>
                  </a:lnTo>
                  <a:lnTo>
                    <a:pt x="1951570" y="1134427"/>
                  </a:lnTo>
                  <a:lnTo>
                    <a:pt x="1951570" y="1105852"/>
                  </a:lnTo>
                  <a:lnTo>
                    <a:pt x="119113" y="1105852"/>
                  </a:lnTo>
                  <a:lnTo>
                    <a:pt x="119113" y="28575"/>
                  </a:lnTo>
                  <a:lnTo>
                    <a:pt x="1951570" y="28575"/>
                  </a:lnTo>
                  <a:lnTo>
                    <a:pt x="1951570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90538" y="28575"/>
                  </a:lnTo>
                  <a:lnTo>
                    <a:pt x="90538" y="1105852"/>
                  </a:lnTo>
                  <a:lnTo>
                    <a:pt x="0" y="1105852"/>
                  </a:lnTo>
                  <a:lnTo>
                    <a:pt x="0" y="1134427"/>
                  </a:lnTo>
                  <a:lnTo>
                    <a:pt x="90538" y="1134427"/>
                  </a:lnTo>
                  <a:lnTo>
                    <a:pt x="90538" y="2211705"/>
                  </a:lnTo>
                  <a:lnTo>
                    <a:pt x="0" y="2211705"/>
                  </a:lnTo>
                  <a:lnTo>
                    <a:pt x="0" y="2240280"/>
                  </a:lnTo>
                  <a:lnTo>
                    <a:pt x="90538" y="2240280"/>
                  </a:lnTo>
                  <a:lnTo>
                    <a:pt x="90538" y="3299307"/>
                  </a:lnTo>
                  <a:lnTo>
                    <a:pt x="0" y="3299307"/>
                  </a:lnTo>
                  <a:lnTo>
                    <a:pt x="0" y="3327882"/>
                  </a:lnTo>
                  <a:lnTo>
                    <a:pt x="90538" y="3327882"/>
                  </a:lnTo>
                  <a:lnTo>
                    <a:pt x="90538" y="4419701"/>
                  </a:lnTo>
                  <a:lnTo>
                    <a:pt x="119113" y="4419701"/>
                  </a:lnTo>
                  <a:lnTo>
                    <a:pt x="119113" y="3327882"/>
                  </a:lnTo>
                  <a:lnTo>
                    <a:pt x="1951570" y="3327882"/>
                  </a:lnTo>
                  <a:lnTo>
                    <a:pt x="1951570" y="4419701"/>
                  </a:lnTo>
                  <a:lnTo>
                    <a:pt x="1980145" y="4419701"/>
                  </a:lnTo>
                  <a:lnTo>
                    <a:pt x="1980145" y="3327882"/>
                  </a:lnTo>
                  <a:lnTo>
                    <a:pt x="3810749" y="3327882"/>
                  </a:lnTo>
                  <a:lnTo>
                    <a:pt x="3810749" y="4419701"/>
                  </a:lnTo>
                  <a:lnTo>
                    <a:pt x="3839324" y="4419701"/>
                  </a:lnTo>
                  <a:lnTo>
                    <a:pt x="3839324" y="3327882"/>
                  </a:lnTo>
                  <a:lnTo>
                    <a:pt x="5668124" y="3327882"/>
                  </a:lnTo>
                  <a:lnTo>
                    <a:pt x="5668124" y="4419701"/>
                  </a:lnTo>
                  <a:lnTo>
                    <a:pt x="5696699" y="4419701"/>
                  </a:lnTo>
                  <a:lnTo>
                    <a:pt x="5696699" y="3327882"/>
                  </a:lnTo>
                  <a:lnTo>
                    <a:pt x="7529182" y="3327882"/>
                  </a:lnTo>
                  <a:lnTo>
                    <a:pt x="7529182" y="4419701"/>
                  </a:lnTo>
                  <a:lnTo>
                    <a:pt x="7557757" y="4419701"/>
                  </a:lnTo>
                  <a:lnTo>
                    <a:pt x="7557757" y="3327882"/>
                  </a:lnTo>
                  <a:lnTo>
                    <a:pt x="7667625" y="3327882"/>
                  </a:lnTo>
                  <a:lnTo>
                    <a:pt x="7667625" y="3299307"/>
                  </a:lnTo>
                  <a:lnTo>
                    <a:pt x="7557757" y="3299307"/>
                  </a:lnTo>
                  <a:lnTo>
                    <a:pt x="7557757" y="2240280"/>
                  </a:lnTo>
                  <a:lnTo>
                    <a:pt x="7667625" y="2240280"/>
                  </a:lnTo>
                  <a:lnTo>
                    <a:pt x="7667625" y="2211705"/>
                  </a:lnTo>
                  <a:lnTo>
                    <a:pt x="7557757" y="2211705"/>
                  </a:lnTo>
                  <a:lnTo>
                    <a:pt x="7557757" y="1134427"/>
                  </a:lnTo>
                  <a:lnTo>
                    <a:pt x="7667625" y="1134427"/>
                  </a:lnTo>
                  <a:lnTo>
                    <a:pt x="7667625" y="1105852"/>
                  </a:lnTo>
                  <a:lnTo>
                    <a:pt x="7557757" y="1105852"/>
                  </a:lnTo>
                  <a:lnTo>
                    <a:pt x="7557757" y="28575"/>
                  </a:lnTo>
                  <a:lnTo>
                    <a:pt x="7667625" y="28575"/>
                  </a:lnTo>
                  <a:lnTo>
                    <a:pt x="76676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9555" y="6418834"/>
              <a:ext cx="152400" cy="152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1646" y="5988431"/>
              <a:ext cx="152400" cy="1524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14092" y="5100345"/>
              <a:ext cx="152400" cy="152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52908" y="5320677"/>
              <a:ext cx="152400" cy="1524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75278" y="3647351"/>
              <a:ext cx="152400" cy="1524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184348" y="3684638"/>
              <a:ext cx="7515859" cy="2835275"/>
            </a:xfrm>
            <a:custGeom>
              <a:avLst/>
              <a:gdLst/>
              <a:ahLst/>
              <a:cxnLst/>
              <a:rect l="l" t="t" r="r" b="b"/>
              <a:pathLst>
                <a:path w="7515859" h="2835275">
                  <a:moveTo>
                    <a:pt x="7515631" y="37757"/>
                  </a:moveTo>
                  <a:lnTo>
                    <a:pt x="7486548" y="0"/>
                  </a:lnTo>
                  <a:lnTo>
                    <a:pt x="5560974" y="1480375"/>
                  </a:lnTo>
                  <a:lnTo>
                    <a:pt x="5562625" y="1482547"/>
                  </a:lnTo>
                  <a:lnTo>
                    <a:pt x="3772281" y="1690700"/>
                  </a:lnTo>
                  <a:lnTo>
                    <a:pt x="3767861" y="1678393"/>
                  </a:lnTo>
                  <a:lnTo>
                    <a:pt x="1885365" y="2359304"/>
                  </a:lnTo>
                  <a:lnTo>
                    <a:pt x="1885226" y="2358656"/>
                  </a:lnTo>
                  <a:lnTo>
                    <a:pt x="0" y="2788348"/>
                  </a:lnTo>
                  <a:lnTo>
                    <a:pt x="10579" y="2834779"/>
                  </a:lnTo>
                  <a:lnTo>
                    <a:pt x="1893646" y="2405583"/>
                  </a:lnTo>
                  <a:lnTo>
                    <a:pt x="1894090" y="2406789"/>
                  </a:lnTo>
                  <a:lnTo>
                    <a:pt x="3748328" y="1736090"/>
                  </a:lnTo>
                  <a:lnTo>
                    <a:pt x="3748938" y="1741335"/>
                  </a:lnTo>
                  <a:lnTo>
                    <a:pt x="5603392" y="1525727"/>
                  </a:lnTo>
                  <a:lnTo>
                    <a:pt x="5601487" y="1509255"/>
                  </a:lnTo>
                  <a:lnTo>
                    <a:pt x="7515631" y="37757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4869" y="790702"/>
            <a:ext cx="16555719" cy="8707120"/>
            <a:chOff x="864869" y="790702"/>
            <a:chExt cx="16555719" cy="8707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69" y="790702"/>
              <a:ext cx="16555720" cy="87068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202" y="791098"/>
              <a:ext cx="16554450" cy="87058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0050" spc="-1505" dirty="0">
                <a:solidFill>
                  <a:srgbClr val="FFFFFF"/>
                </a:solidFill>
              </a:rPr>
              <a:t>150,000</a:t>
            </a:r>
            <a:endParaRPr sz="20050"/>
          </a:p>
          <a:p>
            <a:pPr algn="ctr">
              <a:lnSpc>
                <a:spcPct val="100000"/>
              </a:lnSpc>
              <a:spcBef>
                <a:spcPts val="4045"/>
              </a:spcBef>
            </a:pPr>
            <a:r>
              <a:rPr sz="3700" spc="65" dirty="0">
                <a:solidFill>
                  <a:srgbClr val="FFFFFF"/>
                </a:solidFill>
                <a:latin typeface="Tahoma"/>
                <a:cs typeface="Tahoma"/>
              </a:rPr>
              <a:t>Big</a:t>
            </a:r>
            <a:r>
              <a:rPr sz="3700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700" dirty="0">
                <a:solidFill>
                  <a:srgbClr val="FFFFFF"/>
                </a:solidFill>
                <a:latin typeface="Tahoma"/>
                <a:cs typeface="Tahoma"/>
              </a:rPr>
              <a:t>numbers</a:t>
            </a:r>
            <a:r>
              <a:rPr sz="3700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700" dirty="0">
                <a:solidFill>
                  <a:srgbClr val="FFFFFF"/>
                </a:solidFill>
                <a:latin typeface="Tahoma"/>
                <a:cs typeface="Tahoma"/>
              </a:rPr>
              <a:t>catch</a:t>
            </a:r>
            <a:r>
              <a:rPr sz="3700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700" spc="60" dirty="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sz="3700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ahoma"/>
                <a:cs typeface="Tahoma"/>
              </a:rPr>
              <a:t>audience’s</a:t>
            </a:r>
            <a:r>
              <a:rPr sz="3700" spc="-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700" spc="50" dirty="0">
                <a:solidFill>
                  <a:srgbClr val="FFFFFF"/>
                </a:solidFill>
                <a:latin typeface="Tahoma"/>
                <a:cs typeface="Tahoma"/>
              </a:rPr>
              <a:t>attention</a:t>
            </a:r>
            <a:endParaRPr sz="3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89916" y="3339057"/>
            <a:ext cx="3514090" cy="2072639"/>
          </a:xfrm>
          <a:prstGeom prst="rect">
            <a:avLst/>
          </a:prstGeom>
        </p:spPr>
        <p:txBody>
          <a:bodyPr vert="horz" wrap="square" lIns="0" tIns="357505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2815"/>
              </a:spcBef>
            </a:pPr>
            <a:r>
              <a:rPr sz="4900" spc="-175" dirty="0">
                <a:solidFill>
                  <a:srgbClr val="1D1D1B"/>
                </a:solidFill>
                <a:latin typeface="Arial Black"/>
                <a:cs typeface="Arial Black"/>
              </a:rPr>
              <a:t>Gust6v</a:t>
            </a:r>
            <a:r>
              <a:rPr sz="4900" spc="-4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395" dirty="0">
                <a:solidFill>
                  <a:srgbClr val="1D1D1B"/>
                </a:solidFill>
                <a:latin typeface="Arial Black"/>
                <a:cs typeface="Arial Black"/>
              </a:rPr>
              <a:t>V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ts val="2700"/>
              </a:lnSpc>
              <a:spcBef>
                <a:spcPts val="2110"/>
              </a:spcBef>
            </a:pP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“Mars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actually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very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place”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18610" y="7090634"/>
            <a:ext cx="3055620" cy="2038985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2645"/>
              </a:spcBef>
            </a:pPr>
            <a:r>
              <a:rPr sz="4900" spc="-120" dirty="0">
                <a:solidFill>
                  <a:srgbClr val="1D1D1B"/>
                </a:solidFill>
                <a:latin typeface="Arial Black"/>
                <a:cs typeface="Arial Black"/>
              </a:rPr>
              <a:t>Willi6m</a:t>
            </a:r>
            <a:r>
              <a:rPr sz="4900" spc="-41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365" dirty="0">
                <a:solidFill>
                  <a:srgbClr val="1D1D1B"/>
                </a:solidFill>
                <a:latin typeface="Arial Black"/>
                <a:cs typeface="Arial Black"/>
              </a:rPr>
              <a:t>A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ts val="2700"/>
              </a:lnSpc>
              <a:spcBef>
                <a:spcPts val="2014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“Neptune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very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far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Sun”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0194" y="891086"/>
            <a:ext cx="8616315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Cofisumer</a:t>
            </a:r>
            <a:r>
              <a:rPr spc="-495" dirty="0"/>
              <a:t> </a:t>
            </a:r>
            <a:r>
              <a:rPr spc="-190" dirty="0"/>
              <a:t>st6temefits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60952" y="3339610"/>
            <a:ext cx="3495040" cy="2072005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810"/>
              </a:spcBef>
            </a:pPr>
            <a:r>
              <a:rPr sz="4900" spc="-195" dirty="0">
                <a:solidFill>
                  <a:srgbClr val="1D1D1B"/>
                </a:solidFill>
                <a:latin typeface="Arial Black"/>
                <a:cs typeface="Arial Black"/>
              </a:rPr>
              <a:t>Tom6s</a:t>
            </a:r>
            <a:r>
              <a:rPr sz="4900" spc="-42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540" dirty="0">
                <a:solidFill>
                  <a:srgbClr val="1D1D1B"/>
                </a:solidFill>
                <a:latin typeface="Arial Black"/>
                <a:cs typeface="Arial Black"/>
              </a:rPr>
              <a:t>J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ts val="2700"/>
              </a:lnSpc>
              <a:spcBef>
                <a:spcPts val="2110"/>
              </a:spcBef>
            </a:pP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“Mercury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closest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to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Sun”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75442" y="3339308"/>
            <a:ext cx="3138805" cy="2072005"/>
          </a:xfrm>
          <a:prstGeom prst="rect">
            <a:avLst/>
          </a:prstGeom>
        </p:spPr>
        <p:txBody>
          <a:bodyPr vert="horz" wrap="square" lIns="0" tIns="35750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2815"/>
              </a:spcBef>
            </a:pPr>
            <a:r>
              <a:rPr sz="4900" spc="-245" dirty="0">
                <a:solidFill>
                  <a:srgbClr val="1D1D1B"/>
                </a:solidFill>
                <a:latin typeface="Arial Black"/>
                <a:cs typeface="Arial Black"/>
              </a:rPr>
              <a:t>Selefi6</a:t>
            </a:r>
            <a:r>
              <a:rPr sz="4900" spc="-42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620" dirty="0">
                <a:solidFill>
                  <a:srgbClr val="1D1D1B"/>
                </a:solidFill>
                <a:latin typeface="Arial Black"/>
                <a:cs typeface="Arial Black"/>
              </a:rPr>
              <a:t>P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ts val="2700"/>
              </a:lnSpc>
              <a:spcBef>
                <a:spcPts val="2105"/>
              </a:spcBef>
            </a:pP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“Venus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Sun”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0211" y="7090988"/>
            <a:ext cx="3301365" cy="2038350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40"/>
              </a:spcBef>
            </a:pPr>
            <a:r>
              <a:rPr sz="4900" spc="-120" dirty="0">
                <a:solidFill>
                  <a:srgbClr val="1D1D1B"/>
                </a:solidFill>
                <a:latin typeface="Arial Black"/>
                <a:cs typeface="Arial Black"/>
              </a:rPr>
              <a:t>Timmy</a:t>
            </a:r>
            <a:r>
              <a:rPr sz="4900" spc="-44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740" dirty="0">
                <a:solidFill>
                  <a:srgbClr val="1D1D1B"/>
                </a:solidFill>
                <a:latin typeface="Arial Black"/>
                <a:cs typeface="Arial Black"/>
              </a:rPr>
              <a:t>F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ts val="2700"/>
              </a:lnSpc>
              <a:spcBef>
                <a:spcPts val="2014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“Jupiter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biggest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them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all”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6557" y="7090677"/>
            <a:ext cx="3496945" cy="2038985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2645"/>
              </a:spcBef>
            </a:pPr>
            <a:r>
              <a:rPr sz="4900" spc="-185" dirty="0">
                <a:solidFill>
                  <a:srgbClr val="1D1D1B"/>
                </a:solidFill>
                <a:latin typeface="Arial Black"/>
                <a:cs typeface="Arial Black"/>
              </a:rPr>
              <a:t>Mich6el</a:t>
            </a:r>
            <a:r>
              <a:rPr sz="4900" spc="-4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1065" dirty="0">
                <a:solidFill>
                  <a:srgbClr val="1D1D1B"/>
                </a:solidFill>
                <a:latin typeface="Arial Black"/>
                <a:cs typeface="Arial Black"/>
              </a:rPr>
              <a:t>L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ts val="2700"/>
              </a:lnSpc>
              <a:spcBef>
                <a:spcPts val="2014"/>
              </a:spcBef>
            </a:pP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“Saturn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composed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of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hydrogen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helium”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9992" y="6294996"/>
            <a:ext cx="4601210" cy="971550"/>
            <a:chOff x="1409992" y="6294996"/>
            <a:chExt cx="4601210" cy="971550"/>
          </a:xfrm>
        </p:grpSpPr>
        <p:sp>
          <p:nvSpPr>
            <p:cNvPr id="10" name="object 10"/>
            <p:cNvSpPr/>
            <p:nvPr/>
          </p:nvSpPr>
          <p:spPr>
            <a:xfrm>
              <a:off x="1409992" y="6294996"/>
              <a:ext cx="4601210" cy="971550"/>
            </a:xfrm>
            <a:custGeom>
              <a:avLst/>
              <a:gdLst/>
              <a:ahLst/>
              <a:cxnLst/>
              <a:rect l="l" t="t" r="r" b="b"/>
              <a:pathLst>
                <a:path w="4601210" h="971550">
                  <a:moveTo>
                    <a:pt x="4438065" y="0"/>
                  </a:moveTo>
                  <a:lnTo>
                    <a:pt x="162534" y="0"/>
                  </a:lnTo>
                  <a:lnTo>
                    <a:pt x="119239" y="5796"/>
                  </a:lnTo>
                  <a:lnTo>
                    <a:pt x="80391" y="22165"/>
                  </a:lnTo>
                  <a:lnTo>
                    <a:pt x="47517" y="47577"/>
                  </a:lnTo>
                  <a:lnTo>
                    <a:pt x="22144" y="80501"/>
                  </a:lnTo>
                  <a:lnTo>
                    <a:pt x="5800" y="119406"/>
                  </a:lnTo>
                  <a:lnTo>
                    <a:pt x="12" y="162763"/>
                  </a:lnTo>
                  <a:lnTo>
                    <a:pt x="0" y="808799"/>
                  </a:lnTo>
                  <a:lnTo>
                    <a:pt x="5788" y="852155"/>
                  </a:lnTo>
                  <a:lnTo>
                    <a:pt x="22134" y="891058"/>
                  </a:lnTo>
                  <a:lnTo>
                    <a:pt x="47509" y="923978"/>
                  </a:lnTo>
                  <a:lnTo>
                    <a:pt x="80384" y="949387"/>
                  </a:lnTo>
                  <a:lnTo>
                    <a:pt x="119231" y="965754"/>
                  </a:lnTo>
                  <a:lnTo>
                    <a:pt x="162521" y="971550"/>
                  </a:lnTo>
                  <a:lnTo>
                    <a:pt x="4438065" y="971550"/>
                  </a:lnTo>
                  <a:lnTo>
                    <a:pt x="4481356" y="965754"/>
                  </a:lnTo>
                  <a:lnTo>
                    <a:pt x="4520203" y="949387"/>
                  </a:lnTo>
                  <a:lnTo>
                    <a:pt x="4553078" y="923978"/>
                  </a:lnTo>
                  <a:lnTo>
                    <a:pt x="4578453" y="891058"/>
                  </a:lnTo>
                  <a:lnTo>
                    <a:pt x="4594799" y="852155"/>
                  </a:lnTo>
                  <a:lnTo>
                    <a:pt x="4600587" y="808799"/>
                  </a:lnTo>
                  <a:lnTo>
                    <a:pt x="4600587" y="162763"/>
                  </a:lnTo>
                  <a:lnTo>
                    <a:pt x="4588086" y="100474"/>
                  </a:lnTo>
                  <a:lnTo>
                    <a:pt x="4553077" y="47586"/>
                  </a:lnTo>
                  <a:lnTo>
                    <a:pt x="4500262" y="12525"/>
                  </a:lnTo>
                  <a:lnTo>
                    <a:pt x="443806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67686" y="6547497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4" h="466725">
                  <a:moveTo>
                    <a:pt x="494322" y="176276"/>
                  </a:moveTo>
                  <a:lnTo>
                    <a:pt x="490562" y="169532"/>
                  </a:lnTo>
                  <a:lnTo>
                    <a:pt x="483057" y="165608"/>
                  </a:lnTo>
                  <a:lnTo>
                    <a:pt x="327812" y="145542"/>
                  </a:lnTo>
                  <a:lnTo>
                    <a:pt x="260210" y="7531"/>
                  </a:lnTo>
                  <a:lnTo>
                    <a:pt x="257708" y="2514"/>
                  </a:lnTo>
                  <a:lnTo>
                    <a:pt x="252704" y="0"/>
                  </a:lnTo>
                  <a:lnTo>
                    <a:pt x="242684" y="0"/>
                  </a:lnTo>
                  <a:lnTo>
                    <a:pt x="237680" y="2514"/>
                  </a:lnTo>
                  <a:lnTo>
                    <a:pt x="235178" y="7531"/>
                  </a:lnTo>
                  <a:lnTo>
                    <a:pt x="165061" y="145542"/>
                  </a:lnTo>
                  <a:lnTo>
                    <a:pt x="12331" y="165608"/>
                  </a:lnTo>
                  <a:lnTo>
                    <a:pt x="4457" y="169532"/>
                  </a:lnTo>
                  <a:lnTo>
                    <a:pt x="114" y="176276"/>
                  </a:lnTo>
                  <a:lnTo>
                    <a:pt x="0" y="183959"/>
                  </a:lnTo>
                  <a:lnTo>
                    <a:pt x="4826" y="190703"/>
                  </a:lnTo>
                  <a:lnTo>
                    <a:pt x="114998" y="298602"/>
                  </a:lnTo>
                  <a:lnTo>
                    <a:pt x="89954" y="449160"/>
                  </a:lnTo>
                  <a:lnTo>
                    <a:pt x="87452" y="459193"/>
                  </a:lnTo>
                  <a:lnTo>
                    <a:pt x="94957" y="466725"/>
                  </a:lnTo>
                  <a:lnTo>
                    <a:pt x="107480" y="466725"/>
                  </a:lnTo>
                  <a:lnTo>
                    <a:pt x="109982" y="464210"/>
                  </a:lnTo>
                  <a:lnTo>
                    <a:pt x="247700" y="393954"/>
                  </a:lnTo>
                  <a:lnTo>
                    <a:pt x="385406" y="464210"/>
                  </a:lnTo>
                  <a:lnTo>
                    <a:pt x="387908" y="464210"/>
                  </a:lnTo>
                  <a:lnTo>
                    <a:pt x="390410" y="466725"/>
                  </a:lnTo>
                  <a:lnTo>
                    <a:pt x="397929" y="466725"/>
                  </a:lnTo>
                  <a:lnTo>
                    <a:pt x="405434" y="459193"/>
                  </a:lnTo>
                  <a:lnTo>
                    <a:pt x="405434" y="449160"/>
                  </a:lnTo>
                  <a:lnTo>
                    <a:pt x="395338" y="393954"/>
                  </a:lnTo>
                  <a:lnTo>
                    <a:pt x="377901" y="298602"/>
                  </a:lnTo>
                  <a:lnTo>
                    <a:pt x="490575" y="190703"/>
                  </a:lnTo>
                  <a:lnTo>
                    <a:pt x="494322" y="183959"/>
                  </a:lnTo>
                  <a:lnTo>
                    <a:pt x="494322" y="176276"/>
                  </a:lnTo>
                  <a:close/>
                </a:path>
                <a:path w="2884804" h="466725">
                  <a:moveTo>
                    <a:pt x="1091819" y="176276"/>
                  </a:moveTo>
                  <a:lnTo>
                    <a:pt x="1088059" y="169532"/>
                  </a:lnTo>
                  <a:lnTo>
                    <a:pt x="1080554" y="165608"/>
                  </a:lnTo>
                  <a:lnTo>
                    <a:pt x="925322" y="145542"/>
                  </a:lnTo>
                  <a:lnTo>
                    <a:pt x="857719" y="7531"/>
                  </a:lnTo>
                  <a:lnTo>
                    <a:pt x="855205" y="2514"/>
                  </a:lnTo>
                  <a:lnTo>
                    <a:pt x="850201" y="0"/>
                  </a:lnTo>
                  <a:lnTo>
                    <a:pt x="840181" y="0"/>
                  </a:lnTo>
                  <a:lnTo>
                    <a:pt x="835177" y="2514"/>
                  </a:lnTo>
                  <a:lnTo>
                    <a:pt x="832675" y="7531"/>
                  </a:lnTo>
                  <a:lnTo>
                    <a:pt x="762571" y="145542"/>
                  </a:lnTo>
                  <a:lnTo>
                    <a:pt x="609841" y="165608"/>
                  </a:lnTo>
                  <a:lnTo>
                    <a:pt x="601967" y="169532"/>
                  </a:lnTo>
                  <a:lnTo>
                    <a:pt x="597623" y="176276"/>
                  </a:lnTo>
                  <a:lnTo>
                    <a:pt x="597496" y="183959"/>
                  </a:lnTo>
                  <a:lnTo>
                    <a:pt x="602322" y="190703"/>
                  </a:lnTo>
                  <a:lnTo>
                    <a:pt x="712495" y="298602"/>
                  </a:lnTo>
                  <a:lnTo>
                    <a:pt x="687451" y="449160"/>
                  </a:lnTo>
                  <a:lnTo>
                    <a:pt x="684949" y="459193"/>
                  </a:lnTo>
                  <a:lnTo>
                    <a:pt x="692454" y="466725"/>
                  </a:lnTo>
                  <a:lnTo>
                    <a:pt x="704977" y="466725"/>
                  </a:lnTo>
                  <a:lnTo>
                    <a:pt x="707478" y="464210"/>
                  </a:lnTo>
                  <a:lnTo>
                    <a:pt x="845197" y="393954"/>
                  </a:lnTo>
                  <a:lnTo>
                    <a:pt x="982903" y="464210"/>
                  </a:lnTo>
                  <a:lnTo>
                    <a:pt x="985418" y="464210"/>
                  </a:lnTo>
                  <a:lnTo>
                    <a:pt x="987907" y="466725"/>
                  </a:lnTo>
                  <a:lnTo>
                    <a:pt x="995426" y="466725"/>
                  </a:lnTo>
                  <a:lnTo>
                    <a:pt x="1002944" y="459193"/>
                  </a:lnTo>
                  <a:lnTo>
                    <a:pt x="1002944" y="449160"/>
                  </a:lnTo>
                  <a:lnTo>
                    <a:pt x="993749" y="393954"/>
                  </a:lnTo>
                  <a:lnTo>
                    <a:pt x="977900" y="298602"/>
                  </a:lnTo>
                  <a:lnTo>
                    <a:pt x="1088072" y="190703"/>
                  </a:lnTo>
                  <a:lnTo>
                    <a:pt x="1091819" y="183959"/>
                  </a:lnTo>
                  <a:lnTo>
                    <a:pt x="1091819" y="176276"/>
                  </a:lnTo>
                  <a:close/>
                </a:path>
                <a:path w="2884804" h="466725">
                  <a:moveTo>
                    <a:pt x="1689315" y="176276"/>
                  </a:moveTo>
                  <a:lnTo>
                    <a:pt x="1685569" y="169532"/>
                  </a:lnTo>
                  <a:lnTo>
                    <a:pt x="1678063" y="165608"/>
                  </a:lnTo>
                  <a:lnTo>
                    <a:pt x="1522818" y="145542"/>
                  </a:lnTo>
                  <a:lnTo>
                    <a:pt x="1455216" y="7531"/>
                  </a:lnTo>
                  <a:lnTo>
                    <a:pt x="1452714" y="2514"/>
                  </a:lnTo>
                  <a:lnTo>
                    <a:pt x="1447698" y="0"/>
                  </a:lnTo>
                  <a:lnTo>
                    <a:pt x="1437690" y="0"/>
                  </a:lnTo>
                  <a:lnTo>
                    <a:pt x="1432687" y="2514"/>
                  </a:lnTo>
                  <a:lnTo>
                    <a:pt x="1430172" y="7531"/>
                  </a:lnTo>
                  <a:lnTo>
                    <a:pt x="1360068" y="145542"/>
                  </a:lnTo>
                  <a:lnTo>
                    <a:pt x="1207325" y="165608"/>
                  </a:lnTo>
                  <a:lnTo>
                    <a:pt x="1199464" y="169532"/>
                  </a:lnTo>
                  <a:lnTo>
                    <a:pt x="1195120" y="176276"/>
                  </a:lnTo>
                  <a:lnTo>
                    <a:pt x="1195006" y="183959"/>
                  </a:lnTo>
                  <a:lnTo>
                    <a:pt x="1199819" y="190703"/>
                  </a:lnTo>
                  <a:lnTo>
                    <a:pt x="1309992" y="298602"/>
                  </a:lnTo>
                  <a:lnTo>
                    <a:pt x="1284960" y="449160"/>
                  </a:lnTo>
                  <a:lnTo>
                    <a:pt x="1282446" y="459193"/>
                  </a:lnTo>
                  <a:lnTo>
                    <a:pt x="1289964" y="466725"/>
                  </a:lnTo>
                  <a:lnTo>
                    <a:pt x="1302486" y="466725"/>
                  </a:lnTo>
                  <a:lnTo>
                    <a:pt x="1304988" y="464210"/>
                  </a:lnTo>
                  <a:lnTo>
                    <a:pt x="1442694" y="393954"/>
                  </a:lnTo>
                  <a:lnTo>
                    <a:pt x="1580413" y="464210"/>
                  </a:lnTo>
                  <a:lnTo>
                    <a:pt x="1582915" y="464210"/>
                  </a:lnTo>
                  <a:lnTo>
                    <a:pt x="1585417" y="466725"/>
                  </a:lnTo>
                  <a:lnTo>
                    <a:pt x="1592922" y="466725"/>
                  </a:lnTo>
                  <a:lnTo>
                    <a:pt x="1600441" y="459193"/>
                  </a:lnTo>
                  <a:lnTo>
                    <a:pt x="1600441" y="449160"/>
                  </a:lnTo>
                  <a:lnTo>
                    <a:pt x="1591246" y="393954"/>
                  </a:lnTo>
                  <a:lnTo>
                    <a:pt x="1575396" y="298602"/>
                  </a:lnTo>
                  <a:lnTo>
                    <a:pt x="1685569" y="190703"/>
                  </a:lnTo>
                  <a:lnTo>
                    <a:pt x="1689315" y="183959"/>
                  </a:lnTo>
                  <a:lnTo>
                    <a:pt x="1689315" y="176276"/>
                  </a:lnTo>
                  <a:close/>
                </a:path>
                <a:path w="2884804" h="466725">
                  <a:moveTo>
                    <a:pt x="2286812" y="176276"/>
                  </a:moveTo>
                  <a:lnTo>
                    <a:pt x="2283066" y="169532"/>
                  </a:lnTo>
                  <a:lnTo>
                    <a:pt x="2275560" y="165608"/>
                  </a:lnTo>
                  <a:lnTo>
                    <a:pt x="2120315" y="145542"/>
                  </a:lnTo>
                  <a:lnTo>
                    <a:pt x="2052713" y="7531"/>
                  </a:lnTo>
                  <a:lnTo>
                    <a:pt x="2050211" y="2514"/>
                  </a:lnTo>
                  <a:lnTo>
                    <a:pt x="2045208" y="0"/>
                  </a:lnTo>
                  <a:lnTo>
                    <a:pt x="2035187" y="0"/>
                  </a:lnTo>
                  <a:lnTo>
                    <a:pt x="2030183" y="2514"/>
                  </a:lnTo>
                  <a:lnTo>
                    <a:pt x="2027682" y="7531"/>
                  </a:lnTo>
                  <a:lnTo>
                    <a:pt x="1957565" y="145542"/>
                  </a:lnTo>
                  <a:lnTo>
                    <a:pt x="1804835" y="165608"/>
                  </a:lnTo>
                  <a:lnTo>
                    <a:pt x="1796961" y="169532"/>
                  </a:lnTo>
                  <a:lnTo>
                    <a:pt x="1792617" y="176276"/>
                  </a:lnTo>
                  <a:lnTo>
                    <a:pt x="1792503" y="183959"/>
                  </a:lnTo>
                  <a:lnTo>
                    <a:pt x="1797316" y="190703"/>
                  </a:lnTo>
                  <a:lnTo>
                    <a:pt x="1907489" y="298602"/>
                  </a:lnTo>
                  <a:lnTo>
                    <a:pt x="1882457" y="449160"/>
                  </a:lnTo>
                  <a:lnTo>
                    <a:pt x="1879955" y="459193"/>
                  </a:lnTo>
                  <a:lnTo>
                    <a:pt x="1887461" y="466725"/>
                  </a:lnTo>
                  <a:lnTo>
                    <a:pt x="1899983" y="466725"/>
                  </a:lnTo>
                  <a:lnTo>
                    <a:pt x="1902485" y="464210"/>
                  </a:lnTo>
                  <a:lnTo>
                    <a:pt x="2040204" y="393954"/>
                  </a:lnTo>
                  <a:lnTo>
                    <a:pt x="2177910" y="464210"/>
                  </a:lnTo>
                  <a:lnTo>
                    <a:pt x="2180412" y="464210"/>
                  </a:lnTo>
                  <a:lnTo>
                    <a:pt x="2182914" y="466725"/>
                  </a:lnTo>
                  <a:lnTo>
                    <a:pt x="2190419" y="466725"/>
                  </a:lnTo>
                  <a:lnTo>
                    <a:pt x="2197938" y="459193"/>
                  </a:lnTo>
                  <a:lnTo>
                    <a:pt x="2197938" y="449160"/>
                  </a:lnTo>
                  <a:lnTo>
                    <a:pt x="2188743" y="393954"/>
                  </a:lnTo>
                  <a:lnTo>
                    <a:pt x="2172893" y="298602"/>
                  </a:lnTo>
                  <a:lnTo>
                    <a:pt x="2283066" y="190703"/>
                  </a:lnTo>
                  <a:lnTo>
                    <a:pt x="2286812" y="183959"/>
                  </a:lnTo>
                  <a:lnTo>
                    <a:pt x="2286812" y="176276"/>
                  </a:lnTo>
                  <a:close/>
                </a:path>
                <a:path w="2884804" h="466725">
                  <a:moveTo>
                    <a:pt x="2884322" y="176276"/>
                  </a:moveTo>
                  <a:lnTo>
                    <a:pt x="2880563" y="169532"/>
                  </a:lnTo>
                  <a:lnTo>
                    <a:pt x="2873057" y="165608"/>
                  </a:lnTo>
                  <a:lnTo>
                    <a:pt x="2720327" y="145542"/>
                  </a:lnTo>
                  <a:lnTo>
                    <a:pt x="2650210" y="7531"/>
                  </a:lnTo>
                  <a:lnTo>
                    <a:pt x="2647708" y="2514"/>
                  </a:lnTo>
                  <a:lnTo>
                    <a:pt x="2642705" y="0"/>
                  </a:lnTo>
                  <a:lnTo>
                    <a:pt x="2632684" y="0"/>
                  </a:lnTo>
                  <a:lnTo>
                    <a:pt x="2627680" y="2514"/>
                  </a:lnTo>
                  <a:lnTo>
                    <a:pt x="2625179" y="7531"/>
                  </a:lnTo>
                  <a:lnTo>
                    <a:pt x="2555075" y="145542"/>
                  </a:lnTo>
                  <a:lnTo>
                    <a:pt x="2402332" y="165608"/>
                  </a:lnTo>
                  <a:lnTo>
                    <a:pt x="2394458" y="169532"/>
                  </a:lnTo>
                  <a:lnTo>
                    <a:pt x="2390114" y="176276"/>
                  </a:lnTo>
                  <a:lnTo>
                    <a:pt x="2390000" y="183959"/>
                  </a:lnTo>
                  <a:lnTo>
                    <a:pt x="2394826" y="190703"/>
                  </a:lnTo>
                  <a:lnTo>
                    <a:pt x="2504998" y="298602"/>
                  </a:lnTo>
                  <a:lnTo>
                    <a:pt x="2479954" y="449160"/>
                  </a:lnTo>
                  <a:lnTo>
                    <a:pt x="2477452" y="459193"/>
                  </a:lnTo>
                  <a:lnTo>
                    <a:pt x="2484958" y="466725"/>
                  </a:lnTo>
                  <a:lnTo>
                    <a:pt x="2497480" y="466725"/>
                  </a:lnTo>
                  <a:lnTo>
                    <a:pt x="2499982" y="464210"/>
                  </a:lnTo>
                  <a:lnTo>
                    <a:pt x="2637688" y="393954"/>
                  </a:lnTo>
                  <a:lnTo>
                    <a:pt x="2775407" y="464210"/>
                  </a:lnTo>
                  <a:lnTo>
                    <a:pt x="2777909" y="464210"/>
                  </a:lnTo>
                  <a:lnTo>
                    <a:pt x="2780411" y="466725"/>
                  </a:lnTo>
                  <a:lnTo>
                    <a:pt x="2787929" y="466725"/>
                  </a:lnTo>
                  <a:lnTo>
                    <a:pt x="2795435" y="459193"/>
                  </a:lnTo>
                  <a:lnTo>
                    <a:pt x="2795435" y="449160"/>
                  </a:lnTo>
                  <a:lnTo>
                    <a:pt x="2786253" y="393954"/>
                  </a:lnTo>
                  <a:lnTo>
                    <a:pt x="2770403" y="298602"/>
                  </a:lnTo>
                  <a:lnTo>
                    <a:pt x="2880576" y="190703"/>
                  </a:lnTo>
                  <a:lnTo>
                    <a:pt x="2884322" y="183959"/>
                  </a:lnTo>
                  <a:lnTo>
                    <a:pt x="2884322" y="17627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844995" y="6294996"/>
            <a:ext cx="4600575" cy="971550"/>
            <a:chOff x="6844995" y="6294996"/>
            <a:chExt cx="4600575" cy="971550"/>
          </a:xfrm>
        </p:grpSpPr>
        <p:sp>
          <p:nvSpPr>
            <p:cNvPr id="13" name="object 13"/>
            <p:cNvSpPr/>
            <p:nvPr/>
          </p:nvSpPr>
          <p:spPr>
            <a:xfrm>
              <a:off x="6844995" y="6294996"/>
              <a:ext cx="4600575" cy="971550"/>
            </a:xfrm>
            <a:custGeom>
              <a:avLst/>
              <a:gdLst/>
              <a:ahLst/>
              <a:cxnLst/>
              <a:rect l="l" t="t" r="r" b="b"/>
              <a:pathLst>
                <a:path w="4600575" h="971550">
                  <a:moveTo>
                    <a:pt x="4440478" y="0"/>
                  </a:moveTo>
                  <a:lnTo>
                    <a:pt x="162610" y="0"/>
                  </a:lnTo>
                  <a:lnTo>
                    <a:pt x="119296" y="5796"/>
                  </a:lnTo>
                  <a:lnTo>
                    <a:pt x="80427" y="22165"/>
                  </a:lnTo>
                  <a:lnTo>
                    <a:pt x="47534" y="47577"/>
                  </a:lnTo>
                  <a:lnTo>
                    <a:pt x="22145" y="80501"/>
                  </a:lnTo>
                  <a:lnTo>
                    <a:pt x="5791" y="119406"/>
                  </a:lnTo>
                  <a:lnTo>
                    <a:pt x="0" y="162763"/>
                  </a:lnTo>
                  <a:lnTo>
                    <a:pt x="0" y="808799"/>
                  </a:lnTo>
                  <a:lnTo>
                    <a:pt x="5791" y="852155"/>
                  </a:lnTo>
                  <a:lnTo>
                    <a:pt x="22145" y="891058"/>
                  </a:lnTo>
                  <a:lnTo>
                    <a:pt x="47534" y="923978"/>
                  </a:lnTo>
                  <a:lnTo>
                    <a:pt x="80427" y="949387"/>
                  </a:lnTo>
                  <a:lnTo>
                    <a:pt x="119296" y="965754"/>
                  </a:lnTo>
                  <a:lnTo>
                    <a:pt x="162610" y="971550"/>
                  </a:lnTo>
                  <a:lnTo>
                    <a:pt x="4440478" y="971550"/>
                  </a:lnTo>
                  <a:lnTo>
                    <a:pt x="4482738" y="965754"/>
                  </a:lnTo>
                  <a:lnTo>
                    <a:pt x="4520898" y="949387"/>
                  </a:lnTo>
                  <a:lnTo>
                    <a:pt x="4553359" y="923978"/>
                  </a:lnTo>
                  <a:lnTo>
                    <a:pt x="4578525" y="891058"/>
                  </a:lnTo>
                  <a:lnTo>
                    <a:pt x="4594796" y="852155"/>
                  </a:lnTo>
                  <a:lnTo>
                    <a:pt x="4600575" y="808799"/>
                  </a:lnTo>
                  <a:lnTo>
                    <a:pt x="4600575" y="162763"/>
                  </a:lnTo>
                  <a:lnTo>
                    <a:pt x="4588071" y="100474"/>
                  </a:lnTo>
                  <a:lnTo>
                    <a:pt x="4553051" y="47586"/>
                  </a:lnTo>
                  <a:lnTo>
                    <a:pt x="4502389" y="12525"/>
                  </a:lnTo>
                  <a:lnTo>
                    <a:pt x="444047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02461" y="6544868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4" h="466725">
                  <a:moveTo>
                    <a:pt x="494322" y="176276"/>
                  </a:moveTo>
                  <a:lnTo>
                    <a:pt x="490562" y="169532"/>
                  </a:lnTo>
                  <a:lnTo>
                    <a:pt x="483057" y="165608"/>
                  </a:lnTo>
                  <a:lnTo>
                    <a:pt x="327812" y="145529"/>
                  </a:lnTo>
                  <a:lnTo>
                    <a:pt x="260210" y="7531"/>
                  </a:lnTo>
                  <a:lnTo>
                    <a:pt x="257708" y="2501"/>
                  </a:lnTo>
                  <a:lnTo>
                    <a:pt x="252704" y="0"/>
                  </a:lnTo>
                  <a:lnTo>
                    <a:pt x="242684" y="0"/>
                  </a:lnTo>
                  <a:lnTo>
                    <a:pt x="237680" y="2501"/>
                  </a:lnTo>
                  <a:lnTo>
                    <a:pt x="235178" y="7531"/>
                  </a:lnTo>
                  <a:lnTo>
                    <a:pt x="165074" y="145529"/>
                  </a:lnTo>
                  <a:lnTo>
                    <a:pt x="12331" y="165608"/>
                  </a:lnTo>
                  <a:lnTo>
                    <a:pt x="4470" y="169532"/>
                  </a:lnTo>
                  <a:lnTo>
                    <a:pt x="127" y="176276"/>
                  </a:lnTo>
                  <a:lnTo>
                    <a:pt x="0" y="183959"/>
                  </a:lnTo>
                  <a:lnTo>
                    <a:pt x="4826" y="190703"/>
                  </a:lnTo>
                  <a:lnTo>
                    <a:pt x="114998" y="298602"/>
                  </a:lnTo>
                  <a:lnTo>
                    <a:pt x="89954" y="449160"/>
                  </a:lnTo>
                  <a:lnTo>
                    <a:pt x="87452" y="459193"/>
                  </a:lnTo>
                  <a:lnTo>
                    <a:pt x="94957" y="466725"/>
                  </a:lnTo>
                  <a:lnTo>
                    <a:pt x="107480" y="466725"/>
                  </a:lnTo>
                  <a:lnTo>
                    <a:pt x="109982" y="464210"/>
                  </a:lnTo>
                  <a:lnTo>
                    <a:pt x="247688" y="393954"/>
                  </a:lnTo>
                  <a:lnTo>
                    <a:pt x="385406" y="464210"/>
                  </a:lnTo>
                  <a:lnTo>
                    <a:pt x="387908" y="464210"/>
                  </a:lnTo>
                  <a:lnTo>
                    <a:pt x="390410" y="466725"/>
                  </a:lnTo>
                  <a:lnTo>
                    <a:pt x="397929" y="466725"/>
                  </a:lnTo>
                  <a:lnTo>
                    <a:pt x="405434" y="459193"/>
                  </a:lnTo>
                  <a:lnTo>
                    <a:pt x="405434" y="449160"/>
                  </a:lnTo>
                  <a:lnTo>
                    <a:pt x="395325" y="393954"/>
                  </a:lnTo>
                  <a:lnTo>
                    <a:pt x="377888" y="298602"/>
                  </a:lnTo>
                  <a:lnTo>
                    <a:pt x="490575" y="190703"/>
                  </a:lnTo>
                  <a:lnTo>
                    <a:pt x="494322" y="183959"/>
                  </a:lnTo>
                  <a:lnTo>
                    <a:pt x="494322" y="176276"/>
                  </a:lnTo>
                  <a:close/>
                </a:path>
                <a:path w="2884804" h="466725">
                  <a:moveTo>
                    <a:pt x="1091819" y="176276"/>
                  </a:moveTo>
                  <a:lnTo>
                    <a:pt x="1088059" y="169532"/>
                  </a:lnTo>
                  <a:lnTo>
                    <a:pt x="1080554" y="165608"/>
                  </a:lnTo>
                  <a:lnTo>
                    <a:pt x="925322" y="145529"/>
                  </a:lnTo>
                  <a:lnTo>
                    <a:pt x="857719" y="7531"/>
                  </a:lnTo>
                  <a:lnTo>
                    <a:pt x="855205" y="2501"/>
                  </a:lnTo>
                  <a:lnTo>
                    <a:pt x="850201" y="0"/>
                  </a:lnTo>
                  <a:lnTo>
                    <a:pt x="840193" y="0"/>
                  </a:lnTo>
                  <a:lnTo>
                    <a:pt x="835177" y="2501"/>
                  </a:lnTo>
                  <a:lnTo>
                    <a:pt x="832675" y="7531"/>
                  </a:lnTo>
                  <a:lnTo>
                    <a:pt x="762571" y="145529"/>
                  </a:lnTo>
                  <a:lnTo>
                    <a:pt x="609828" y="165608"/>
                  </a:lnTo>
                  <a:lnTo>
                    <a:pt x="601967" y="169532"/>
                  </a:lnTo>
                  <a:lnTo>
                    <a:pt x="597623" y="176276"/>
                  </a:lnTo>
                  <a:lnTo>
                    <a:pt x="597496" y="183959"/>
                  </a:lnTo>
                  <a:lnTo>
                    <a:pt x="602322" y="190703"/>
                  </a:lnTo>
                  <a:lnTo>
                    <a:pt x="712495" y="298602"/>
                  </a:lnTo>
                  <a:lnTo>
                    <a:pt x="687451" y="449160"/>
                  </a:lnTo>
                  <a:lnTo>
                    <a:pt x="684949" y="459193"/>
                  </a:lnTo>
                  <a:lnTo>
                    <a:pt x="692467" y="466725"/>
                  </a:lnTo>
                  <a:lnTo>
                    <a:pt x="704977" y="466725"/>
                  </a:lnTo>
                  <a:lnTo>
                    <a:pt x="707478" y="464210"/>
                  </a:lnTo>
                  <a:lnTo>
                    <a:pt x="845197" y="393954"/>
                  </a:lnTo>
                  <a:lnTo>
                    <a:pt x="982903" y="464210"/>
                  </a:lnTo>
                  <a:lnTo>
                    <a:pt x="985405" y="464210"/>
                  </a:lnTo>
                  <a:lnTo>
                    <a:pt x="987920" y="466725"/>
                  </a:lnTo>
                  <a:lnTo>
                    <a:pt x="995426" y="466725"/>
                  </a:lnTo>
                  <a:lnTo>
                    <a:pt x="1002931" y="459193"/>
                  </a:lnTo>
                  <a:lnTo>
                    <a:pt x="1002931" y="449160"/>
                  </a:lnTo>
                  <a:lnTo>
                    <a:pt x="993749" y="393954"/>
                  </a:lnTo>
                  <a:lnTo>
                    <a:pt x="977900" y="298602"/>
                  </a:lnTo>
                  <a:lnTo>
                    <a:pt x="1088072" y="190703"/>
                  </a:lnTo>
                  <a:lnTo>
                    <a:pt x="1091819" y="183959"/>
                  </a:lnTo>
                  <a:lnTo>
                    <a:pt x="1091819" y="176276"/>
                  </a:lnTo>
                  <a:close/>
                </a:path>
                <a:path w="2884804" h="466725">
                  <a:moveTo>
                    <a:pt x="1689315" y="176276"/>
                  </a:moveTo>
                  <a:lnTo>
                    <a:pt x="1685556" y="169532"/>
                  </a:lnTo>
                  <a:lnTo>
                    <a:pt x="1678051" y="165608"/>
                  </a:lnTo>
                  <a:lnTo>
                    <a:pt x="1522818" y="145529"/>
                  </a:lnTo>
                  <a:lnTo>
                    <a:pt x="1455216" y="7531"/>
                  </a:lnTo>
                  <a:lnTo>
                    <a:pt x="1452714" y="2501"/>
                  </a:lnTo>
                  <a:lnTo>
                    <a:pt x="1447711" y="0"/>
                  </a:lnTo>
                  <a:lnTo>
                    <a:pt x="1437690" y="0"/>
                  </a:lnTo>
                  <a:lnTo>
                    <a:pt x="1432674" y="2501"/>
                  </a:lnTo>
                  <a:lnTo>
                    <a:pt x="1430172" y="7531"/>
                  </a:lnTo>
                  <a:lnTo>
                    <a:pt x="1360068" y="145529"/>
                  </a:lnTo>
                  <a:lnTo>
                    <a:pt x="1207338" y="165608"/>
                  </a:lnTo>
                  <a:lnTo>
                    <a:pt x="1199464" y="169532"/>
                  </a:lnTo>
                  <a:lnTo>
                    <a:pt x="1195120" y="176276"/>
                  </a:lnTo>
                  <a:lnTo>
                    <a:pt x="1195006" y="183959"/>
                  </a:lnTo>
                  <a:lnTo>
                    <a:pt x="1199819" y="190703"/>
                  </a:lnTo>
                  <a:lnTo>
                    <a:pt x="1309992" y="298602"/>
                  </a:lnTo>
                  <a:lnTo>
                    <a:pt x="1284947" y="449160"/>
                  </a:lnTo>
                  <a:lnTo>
                    <a:pt x="1282446" y="459193"/>
                  </a:lnTo>
                  <a:lnTo>
                    <a:pt x="1289964" y="466725"/>
                  </a:lnTo>
                  <a:lnTo>
                    <a:pt x="1302473" y="466725"/>
                  </a:lnTo>
                  <a:lnTo>
                    <a:pt x="1304988" y="464210"/>
                  </a:lnTo>
                  <a:lnTo>
                    <a:pt x="1442694" y="393954"/>
                  </a:lnTo>
                  <a:lnTo>
                    <a:pt x="1580400" y="464210"/>
                  </a:lnTo>
                  <a:lnTo>
                    <a:pt x="1582915" y="464210"/>
                  </a:lnTo>
                  <a:lnTo>
                    <a:pt x="1585417" y="466725"/>
                  </a:lnTo>
                  <a:lnTo>
                    <a:pt x="1592922" y="466725"/>
                  </a:lnTo>
                  <a:lnTo>
                    <a:pt x="1600441" y="459193"/>
                  </a:lnTo>
                  <a:lnTo>
                    <a:pt x="1600441" y="449160"/>
                  </a:lnTo>
                  <a:lnTo>
                    <a:pt x="1591246" y="393954"/>
                  </a:lnTo>
                  <a:lnTo>
                    <a:pt x="1575396" y="298602"/>
                  </a:lnTo>
                  <a:lnTo>
                    <a:pt x="1685569" y="190703"/>
                  </a:lnTo>
                  <a:lnTo>
                    <a:pt x="1689315" y="183959"/>
                  </a:lnTo>
                  <a:lnTo>
                    <a:pt x="1689315" y="176276"/>
                  </a:lnTo>
                  <a:close/>
                </a:path>
                <a:path w="2884804" h="466725">
                  <a:moveTo>
                    <a:pt x="2286825" y="176276"/>
                  </a:moveTo>
                  <a:lnTo>
                    <a:pt x="2283066" y="169532"/>
                  </a:lnTo>
                  <a:lnTo>
                    <a:pt x="2275560" y="165608"/>
                  </a:lnTo>
                  <a:lnTo>
                    <a:pt x="2120315" y="145529"/>
                  </a:lnTo>
                  <a:lnTo>
                    <a:pt x="2052713" y="7531"/>
                  </a:lnTo>
                  <a:lnTo>
                    <a:pt x="2050211" y="2501"/>
                  </a:lnTo>
                  <a:lnTo>
                    <a:pt x="2045208" y="0"/>
                  </a:lnTo>
                  <a:lnTo>
                    <a:pt x="2035187" y="0"/>
                  </a:lnTo>
                  <a:lnTo>
                    <a:pt x="2030183" y="2501"/>
                  </a:lnTo>
                  <a:lnTo>
                    <a:pt x="2027682" y="7531"/>
                  </a:lnTo>
                  <a:lnTo>
                    <a:pt x="1957565" y="145529"/>
                  </a:lnTo>
                  <a:lnTo>
                    <a:pt x="1804835" y="165608"/>
                  </a:lnTo>
                  <a:lnTo>
                    <a:pt x="1796961" y="169532"/>
                  </a:lnTo>
                  <a:lnTo>
                    <a:pt x="1792617" y="176276"/>
                  </a:lnTo>
                  <a:lnTo>
                    <a:pt x="1792503" y="183959"/>
                  </a:lnTo>
                  <a:lnTo>
                    <a:pt x="1797316" y="190703"/>
                  </a:lnTo>
                  <a:lnTo>
                    <a:pt x="1907489" y="298602"/>
                  </a:lnTo>
                  <a:lnTo>
                    <a:pt x="1882457" y="449160"/>
                  </a:lnTo>
                  <a:lnTo>
                    <a:pt x="1879942" y="459193"/>
                  </a:lnTo>
                  <a:lnTo>
                    <a:pt x="1887461" y="466725"/>
                  </a:lnTo>
                  <a:lnTo>
                    <a:pt x="1899983" y="466725"/>
                  </a:lnTo>
                  <a:lnTo>
                    <a:pt x="1902485" y="464210"/>
                  </a:lnTo>
                  <a:lnTo>
                    <a:pt x="2040191" y="393954"/>
                  </a:lnTo>
                  <a:lnTo>
                    <a:pt x="2177910" y="464210"/>
                  </a:lnTo>
                  <a:lnTo>
                    <a:pt x="2180412" y="464210"/>
                  </a:lnTo>
                  <a:lnTo>
                    <a:pt x="2182914" y="466725"/>
                  </a:lnTo>
                  <a:lnTo>
                    <a:pt x="2190432" y="466725"/>
                  </a:lnTo>
                  <a:lnTo>
                    <a:pt x="2197938" y="459193"/>
                  </a:lnTo>
                  <a:lnTo>
                    <a:pt x="2197938" y="449160"/>
                  </a:lnTo>
                  <a:lnTo>
                    <a:pt x="2188756" y="393954"/>
                  </a:lnTo>
                  <a:lnTo>
                    <a:pt x="2172906" y="298602"/>
                  </a:lnTo>
                  <a:lnTo>
                    <a:pt x="2283066" y="190703"/>
                  </a:lnTo>
                  <a:lnTo>
                    <a:pt x="2286825" y="183959"/>
                  </a:lnTo>
                  <a:lnTo>
                    <a:pt x="2286825" y="176276"/>
                  </a:lnTo>
                  <a:close/>
                </a:path>
                <a:path w="2884804" h="466725">
                  <a:moveTo>
                    <a:pt x="2884322" y="176276"/>
                  </a:moveTo>
                  <a:lnTo>
                    <a:pt x="2880563" y="169532"/>
                  </a:lnTo>
                  <a:lnTo>
                    <a:pt x="2873057" y="165608"/>
                  </a:lnTo>
                  <a:lnTo>
                    <a:pt x="2720327" y="145529"/>
                  </a:lnTo>
                  <a:lnTo>
                    <a:pt x="2650210" y="7531"/>
                  </a:lnTo>
                  <a:lnTo>
                    <a:pt x="2647708" y="2501"/>
                  </a:lnTo>
                  <a:lnTo>
                    <a:pt x="2642705" y="0"/>
                  </a:lnTo>
                  <a:lnTo>
                    <a:pt x="2632684" y="0"/>
                  </a:lnTo>
                  <a:lnTo>
                    <a:pt x="2627680" y="2501"/>
                  </a:lnTo>
                  <a:lnTo>
                    <a:pt x="2625179" y="7531"/>
                  </a:lnTo>
                  <a:lnTo>
                    <a:pt x="2555075" y="145529"/>
                  </a:lnTo>
                  <a:lnTo>
                    <a:pt x="2402332" y="165608"/>
                  </a:lnTo>
                  <a:lnTo>
                    <a:pt x="2394470" y="169532"/>
                  </a:lnTo>
                  <a:lnTo>
                    <a:pt x="2390127" y="176276"/>
                  </a:lnTo>
                  <a:lnTo>
                    <a:pt x="2390000" y="183959"/>
                  </a:lnTo>
                  <a:lnTo>
                    <a:pt x="2394826" y="190703"/>
                  </a:lnTo>
                  <a:lnTo>
                    <a:pt x="2504986" y="298602"/>
                  </a:lnTo>
                  <a:lnTo>
                    <a:pt x="2479954" y="449160"/>
                  </a:lnTo>
                  <a:lnTo>
                    <a:pt x="2477452" y="459193"/>
                  </a:lnTo>
                  <a:lnTo>
                    <a:pt x="2484958" y="466725"/>
                  </a:lnTo>
                  <a:lnTo>
                    <a:pt x="2497480" y="466725"/>
                  </a:lnTo>
                  <a:lnTo>
                    <a:pt x="2499982" y="464210"/>
                  </a:lnTo>
                  <a:lnTo>
                    <a:pt x="2637701" y="393954"/>
                  </a:lnTo>
                  <a:lnTo>
                    <a:pt x="2775407" y="464210"/>
                  </a:lnTo>
                  <a:lnTo>
                    <a:pt x="2777909" y="464210"/>
                  </a:lnTo>
                  <a:lnTo>
                    <a:pt x="2780411" y="466725"/>
                  </a:lnTo>
                  <a:lnTo>
                    <a:pt x="2787929" y="466725"/>
                  </a:lnTo>
                  <a:lnTo>
                    <a:pt x="2795435" y="459193"/>
                  </a:lnTo>
                  <a:lnTo>
                    <a:pt x="2795435" y="449160"/>
                  </a:lnTo>
                  <a:lnTo>
                    <a:pt x="2786253" y="393954"/>
                  </a:lnTo>
                  <a:lnTo>
                    <a:pt x="2770403" y="298602"/>
                  </a:lnTo>
                  <a:lnTo>
                    <a:pt x="2880563" y="190703"/>
                  </a:lnTo>
                  <a:lnTo>
                    <a:pt x="2884322" y="183959"/>
                  </a:lnTo>
                  <a:lnTo>
                    <a:pt x="2884322" y="17627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2250001" y="6294996"/>
            <a:ext cx="4600575" cy="971550"/>
            <a:chOff x="12250001" y="6294996"/>
            <a:chExt cx="4600575" cy="971550"/>
          </a:xfrm>
        </p:grpSpPr>
        <p:sp>
          <p:nvSpPr>
            <p:cNvPr id="16" name="object 16"/>
            <p:cNvSpPr/>
            <p:nvPr/>
          </p:nvSpPr>
          <p:spPr>
            <a:xfrm>
              <a:off x="12250001" y="6294996"/>
              <a:ext cx="4600575" cy="971550"/>
            </a:xfrm>
            <a:custGeom>
              <a:avLst/>
              <a:gdLst/>
              <a:ahLst/>
              <a:cxnLst/>
              <a:rect l="l" t="t" r="r" b="b"/>
              <a:pathLst>
                <a:path w="4600575" h="971550">
                  <a:moveTo>
                    <a:pt x="4440466" y="0"/>
                  </a:moveTo>
                  <a:lnTo>
                    <a:pt x="160108" y="0"/>
                  </a:lnTo>
                  <a:lnTo>
                    <a:pt x="117843" y="5796"/>
                  </a:lnTo>
                  <a:lnTo>
                    <a:pt x="79680" y="22165"/>
                  </a:lnTo>
                  <a:lnTo>
                    <a:pt x="47217" y="47577"/>
                  </a:lnTo>
                  <a:lnTo>
                    <a:pt x="22050" y="80501"/>
                  </a:lnTo>
                  <a:lnTo>
                    <a:pt x="5778" y="119406"/>
                  </a:lnTo>
                  <a:lnTo>
                    <a:pt x="0" y="162763"/>
                  </a:lnTo>
                  <a:lnTo>
                    <a:pt x="0" y="808799"/>
                  </a:lnTo>
                  <a:lnTo>
                    <a:pt x="4736" y="852155"/>
                  </a:lnTo>
                  <a:lnTo>
                    <a:pt x="20382" y="891058"/>
                  </a:lnTo>
                  <a:lnTo>
                    <a:pt x="45340" y="923978"/>
                  </a:lnTo>
                  <a:lnTo>
                    <a:pt x="78012" y="949387"/>
                  </a:lnTo>
                  <a:lnTo>
                    <a:pt x="116801" y="965754"/>
                  </a:lnTo>
                  <a:lnTo>
                    <a:pt x="160108" y="971550"/>
                  </a:lnTo>
                  <a:lnTo>
                    <a:pt x="4440466" y="971550"/>
                  </a:lnTo>
                  <a:lnTo>
                    <a:pt x="4482702" y="965754"/>
                  </a:lnTo>
                  <a:lnTo>
                    <a:pt x="4520843" y="949387"/>
                  </a:lnTo>
                  <a:lnTo>
                    <a:pt x="4553289" y="923978"/>
                  </a:lnTo>
                  <a:lnTo>
                    <a:pt x="4578444" y="891058"/>
                  </a:lnTo>
                  <a:lnTo>
                    <a:pt x="4594709" y="852155"/>
                  </a:lnTo>
                  <a:lnTo>
                    <a:pt x="4600486" y="808799"/>
                  </a:lnTo>
                  <a:lnTo>
                    <a:pt x="4600486" y="162763"/>
                  </a:lnTo>
                  <a:lnTo>
                    <a:pt x="4587976" y="100474"/>
                  </a:lnTo>
                  <a:lnTo>
                    <a:pt x="4552988" y="47586"/>
                  </a:lnTo>
                  <a:lnTo>
                    <a:pt x="4502299" y="12525"/>
                  </a:lnTo>
                  <a:lnTo>
                    <a:pt x="444046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092925" y="6541820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5" h="466725">
                  <a:moveTo>
                    <a:pt x="494309" y="176276"/>
                  </a:moveTo>
                  <a:lnTo>
                    <a:pt x="490537" y="169532"/>
                  </a:lnTo>
                  <a:lnTo>
                    <a:pt x="482993" y="165608"/>
                  </a:lnTo>
                  <a:lnTo>
                    <a:pt x="327799" y="145542"/>
                  </a:lnTo>
                  <a:lnTo>
                    <a:pt x="260235" y="7531"/>
                  </a:lnTo>
                  <a:lnTo>
                    <a:pt x="257695" y="2501"/>
                  </a:lnTo>
                  <a:lnTo>
                    <a:pt x="252615" y="0"/>
                  </a:lnTo>
                  <a:lnTo>
                    <a:pt x="242709" y="0"/>
                  </a:lnTo>
                  <a:lnTo>
                    <a:pt x="237629" y="2501"/>
                  </a:lnTo>
                  <a:lnTo>
                    <a:pt x="164985" y="145542"/>
                  </a:lnTo>
                  <a:lnTo>
                    <a:pt x="12331" y="165608"/>
                  </a:lnTo>
                  <a:lnTo>
                    <a:pt x="4445" y="169532"/>
                  </a:lnTo>
                  <a:lnTo>
                    <a:pt x="101" y="176276"/>
                  </a:lnTo>
                  <a:lnTo>
                    <a:pt x="0" y="183959"/>
                  </a:lnTo>
                  <a:lnTo>
                    <a:pt x="4838" y="190703"/>
                  </a:lnTo>
                  <a:lnTo>
                    <a:pt x="114947" y="298602"/>
                  </a:lnTo>
                  <a:lnTo>
                    <a:pt x="89928" y="449160"/>
                  </a:lnTo>
                  <a:lnTo>
                    <a:pt x="87388" y="459193"/>
                  </a:lnTo>
                  <a:lnTo>
                    <a:pt x="94881" y="466725"/>
                  </a:lnTo>
                  <a:lnTo>
                    <a:pt x="107454" y="466725"/>
                  </a:lnTo>
                  <a:lnTo>
                    <a:pt x="109994" y="464210"/>
                  </a:lnTo>
                  <a:lnTo>
                    <a:pt x="247662" y="393954"/>
                  </a:lnTo>
                  <a:lnTo>
                    <a:pt x="385330" y="464210"/>
                  </a:lnTo>
                  <a:lnTo>
                    <a:pt x="387870" y="464210"/>
                  </a:lnTo>
                  <a:lnTo>
                    <a:pt x="390410" y="466725"/>
                  </a:lnTo>
                  <a:lnTo>
                    <a:pt x="397903" y="466725"/>
                  </a:lnTo>
                  <a:lnTo>
                    <a:pt x="405396" y="459193"/>
                  </a:lnTo>
                  <a:lnTo>
                    <a:pt x="405396" y="449160"/>
                  </a:lnTo>
                  <a:lnTo>
                    <a:pt x="395287" y="393954"/>
                  </a:lnTo>
                  <a:lnTo>
                    <a:pt x="377837" y="298602"/>
                  </a:lnTo>
                  <a:lnTo>
                    <a:pt x="490486" y="190703"/>
                  </a:lnTo>
                  <a:lnTo>
                    <a:pt x="494296" y="183959"/>
                  </a:lnTo>
                  <a:lnTo>
                    <a:pt x="494309" y="176276"/>
                  </a:lnTo>
                  <a:close/>
                </a:path>
                <a:path w="2884805" h="466725">
                  <a:moveTo>
                    <a:pt x="1091793" y="176276"/>
                  </a:moveTo>
                  <a:lnTo>
                    <a:pt x="1088047" y="169532"/>
                  </a:lnTo>
                  <a:lnTo>
                    <a:pt x="1080528" y="165608"/>
                  </a:lnTo>
                  <a:lnTo>
                    <a:pt x="925334" y="145542"/>
                  </a:lnTo>
                  <a:lnTo>
                    <a:pt x="857643" y="7531"/>
                  </a:lnTo>
                  <a:lnTo>
                    <a:pt x="855230" y="2501"/>
                  </a:lnTo>
                  <a:lnTo>
                    <a:pt x="850150" y="0"/>
                  </a:lnTo>
                  <a:lnTo>
                    <a:pt x="840117" y="0"/>
                  </a:lnTo>
                  <a:lnTo>
                    <a:pt x="835164" y="2501"/>
                  </a:lnTo>
                  <a:lnTo>
                    <a:pt x="762520" y="145542"/>
                  </a:lnTo>
                  <a:lnTo>
                    <a:pt x="609866" y="165608"/>
                  </a:lnTo>
                  <a:lnTo>
                    <a:pt x="601967" y="169532"/>
                  </a:lnTo>
                  <a:lnTo>
                    <a:pt x="597623" y="176276"/>
                  </a:lnTo>
                  <a:lnTo>
                    <a:pt x="597484" y="183959"/>
                  </a:lnTo>
                  <a:lnTo>
                    <a:pt x="602246" y="190703"/>
                  </a:lnTo>
                  <a:lnTo>
                    <a:pt x="712482" y="298602"/>
                  </a:lnTo>
                  <a:lnTo>
                    <a:pt x="687463" y="449160"/>
                  </a:lnTo>
                  <a:lnTo>
                    <a:pt x="684923" y="459193"/>
                  </a:lnTo>
                  <a:lnTo>
                    <a:pt x="692416" y="466725"/>
                  </a:lnTo>
                  <a:lnTo>
                    <a:pt x="704989" y="466725"/>
                  </a:lnTo>
                  <a:lnTo>
                    <a:pt x="707402" y="464210"/>
                  </a:lnTo>
                  <a:lnTo>
                    <a:pt x="845197" y="393954"/>
                  </a:lnTo>
                  <a:lnTo>
                    <a:pt x="982865" y="464210"/>
                  </a:lnTo>
                  <a:lnTo>
                    <a:pt x="985405" y="464210"/>
                  </a:lnTo>
                  <a:lnTo>
                    <a:pt x="987945" y="466725"/>
                  </a:lnTo>
                  <a:lnTo>
                    <a:pt x="995438" y="466725"/>
                  </a:lnTo>
                  <a:lnTo>
                    <a:pt x="1002931" y="459193"/>
                  </a:lnTo>
                  <a:lnTo>
                    <a:pt x="1002931" y="449160"/>
                  </a:lnTo>
                  <a:lnTo>
                    <a:pt x="993749" y="393954"/>
                  </a:lnTo>
                  <a:lnTo>
                    <a:pt x="977912" y="298602"/>
                  </a:lnTo>
                  <a:lnTo>
                    <a:pt x="1088021" y="190703"/>
                  </a:lnTo>
                  <a:lnTo>
                    <a:pt x="1091768" y="183959"/>
                  </a:lnTo>
                  <a:lnTo>
                    <a:pt x="1091793" y="176276"/>
                  </a:lnTo>
                  <a:close/>
                </a:path>
                <a:path w="2884805" h="466725">
                  <a:moveTo>
                    <a:pt x="1689290" y="183959"/>
                  </a:moveTo>
                  <a:lnTo>
                    <a:pt x="1689277" y="176276"/>
                  </a:lnTo>
                  <a:lnTo>
                    <a:pt x="1685531" y="169532"/>
                  </a:lnTo>
                  <a:lnTo>
                    <a:pt x="1678063" y="165608"/>
                  </a:lnTo>
                  <a:lnTo>
                    <a:pt x="1522742" y="145542"/>
                  </a:lnTo>
                  <a:lnTo>
                    <a:pt x="1455178" y="7531"/>
                  </a:lnTo>
                  <a:lnTo>
                    <a:pt x="1452638" y="2501"/>
                  </a:lnTo>
                  <a:lnTo>
                    <a:pt x="1447685" y="0"/>
                  </a:lnTo>
                  <a:lnTo>
                    <a:pt x="1437652" y="0"/>
                  </a:lnTo>
                  <a:lnTo>
                    <a:pt x="1432699" y="2501"/>
                  </a:lnTo>
                  <a:lnTo>
                    <a:pt x="1360055" y="145542"/>
                  </a:lnTo>
                  <a:lnTo>
                    <a:pt x="1207274" y="165608"/>
                  </a:lnTo>
                  <a:lnTo>
                    <a:pt x="1199438" y="169532"/>
                  </a:lnTo>
                  <a:lnTo>
                    <a:pt x="1195095" y="176276"/>
                  </a:lnTo>
                  <a:lnTo>
                    <a:pt x="1194968" y="183959"/>
                  </a:lnTo>
                  <a:lnTo>
                    <a:pt x="1199781" y="190703"/>
                  </a:lnTo>
                  <a:lnTo>
                    <a:pt x="1310017" y="298602"/>
                  </a:lnTo>
                  <a:lnTo>
                    <a:pt x="1284871" y="449160"/>
                  </a:lnTo>
                  <a:lnTo>
                    <a:pt x="1282458" y="459193"/>
                  </a:lnTo>
                  <a:lnTo>
                    <a:pt x="1289951" y="466725"/>
                  </a:lnTo>
                  <a:lnTo>
                    <a:pt x="1302397" y="466725"/>
                  </a:lnTo>
                  <a:lnTo>
                    <a:pt x="1304937" y="464210"/>
                  </a:lnTo>
                  <a:lnTo>
                    <a:pt x="1442605" y="393954"/>
                  </a:lnTo>
                  <a:lnTo>
                    <a:pt x="1580400" y="464210"/>
                  </a:lnTo>
                  <a:lnTo>
                    <a:pt x="1582940" y="464210"/>
                  </a:lnTo>
                  <a:lnTo>
                    <a:pt x="1585353" y="466725"/>
                  </a:lnTo>
                  <a:lnTo>
                    <a:pt x="1592846" y="466725"/>
                  </a:lnTo>
                  <a:lnTo>
                    <a:pt x="1600466" y="459193"/>
                  </a:lnTo>
                  <a:lnTo>
                    <a:pt x="1600466" y="449160"/>
                  </a:lnTo>
                  <a:lnTo>
                    <a:pt x="1591233" y="393954"/>
                  </a:lnTo>
                  <a:lnTo>
                    <a:pt x="1575320" y="298602"/>
                  </a:lnTo>
                  <a:lnTo>
                    <a:pt x="1685556" y="190703"/>
                  </a:lnTo>
                  <a:lnTo>
                    <a:pt x="1689290" y="183959"/>
                  </a:lnTo>
                  <a:close/>
                </a:path>
                <a:path w="2884805" h="466725">
                  <a:moveTo>
                    <a:pt x="2286825" y="183959"/>
                  </a:moveTo>
                  <a:lnTo>
                    <a:pt x="2286800" y="176276"/>
                  </a:lnTo>
                  <a:lnTo>
                    <a:pt x="2283015" y="169532"/>
                  </a:lnTo>
                  <a:lnTo>
                    <a:pt x="2275471" y="165608"/>
                  </a:lnTo>
                  <a:lnTo>
                    <a:pt x="2120277" y="145542"/>
                  </a:lnTo>
                  <a:lnTo>
                    <a:pt x="2052713" y="7531"/>
                  </a:lnTo>
                  <a:lnTo>
                    <a:pt x="2050173" y="2501"/>
                  </a:lnTo>
                  <a:lnTo>
                    <a:pt x="2045220" y="0"/>
                  </a:lnTo>
                  <a:lnTo>
                    <a:pt x="2035187" y="0"/>
                  </a:lnTo>
                  <a:lnTo>
                    <a:pt x="2030107" y="2501"/>
                  </a:lnTo>
                  <a:lnTo>
                    <a:pt x="2027694" y="7531"/>
                  </a:lnTo>
                  <a:lnTo>
                    <a:pt x="1957590" y="145542"/>
                  </a:lnTo>
                  <a:lnTo>
                    <a:pt x="1804809" y="165608"/>
                  </a:lnTo>
                  <a:lnTo>
                    <a:pt x="1796923" y="169532"/>
                  </a:lnTo>
                  <a:lnTo>
                    <a:pt x="1792579" y="176276"/>
                  </a:lnTo>
                  <a:lnTo>
                    <a:pt x="1792478" y="183959"/>
                  </a:lnTo>
                  <a:lnTo>
                    <a:pt x="1797316" y="190703"/>
                  </a:lnTo>
                  <a:lnTo>
                    <a:pt x="1907425" y="298602"/>
                  </a:lnTo>
                  <a:lnTo>
                    <a:pt x="1882406" y="449160"/>
                  </a:lnTo>
                  <a:lnTo>
                    <a:pt x="1879866" y="459193"/>
                  </a:lnTo>
                  <a:lnTo>
                    <a:pt x="1887486" y="466725"/>
                  </a:lnTo>
                  <a:lnTo>
                    <a:pt x="1899932" y="466725"/>
                  </a:lnTo>
                  <a:lnTo>
                    <a:pt x="1902472" y="464210"/>
                  </a:lnTo>
                  <a:lnTo>
                    <a:pt x="2040140" y="393954"/>
                  </a:lnTo>
                  <a:lnTo>
                    <a:pt x="2177935" y="464210"/>
                  </a:lnTo>
                  <a:lnTo>
                    <a:pt x="2180348" y="464210"/>
                  </a:lnTo>
                  <a:lnTo>
                    <a:pt x="2182888" y="466725"/>
                  </a:lnTo>
                  <a:lnTo>
                    <a:pt x="2190381" y="466725"/>
                  </a:lnTo>
                  <a:lnTo>
                    <a:pt x="2197874" y="459193"/>
                  </a:lnTo>
                  <a:lnTo>
                    <a:pt x="2197874" y="449160"/>
                  </a:lnTo>
                  <a:lnTo>
                    <a:pt x="2188692" y="393954"/>
                  </a:lnTo>
                  <a:lnTo>
                    <a:pt x="2172855" y="298602"/>
                  </a:lnTo>
                  <a:lnTo>
                    <a:pt x="2283091" y="190703"/>
                  </a:lnTo>
                  <a:lnTo>
                    <a:pt x="2286825" y="183959"/>
                  </a:lnTo>
                  <a:close/>
                </a:path>
                <a:path w="2884805" h="466725">
                  <a:moveTo>
                    <a:pt x="2884271" y="176276"/>
                  </a:moveTo>
                  <a:lnTo>
                    <a:pt x="2880525" y="169532"/>
                  </a:lnTo>
                  <a:lnTo>
                    <a:pt x="2873006" y="165608"/>
                  </a:lnTo>
                  <a:lnTo>
                    <a:pt x="2720352" y="145542"/>
                  </a:lnTo>
                  <a:lnTo>
                    <a:pt x="2647708" y="2501"/>
                  </a:lnTo>
                  <a:lnTo>
                    <a:pt x="2642628" y="0"/>
                  </a:lnTo>
                  <a:lnTo>
                    <a:pt x="2632722" y="0"/>
                  </a:lnTo>
                  <a:lnTo>
                    <a:pt x="2627642" y="2501"/>
                  </a:lnTo>
                  <a:lnTo>
                    <a:pt x="2554998" y="145542"/>
                  </a:lnTo>
                  <a:lnTo>
                    <a:pt x="2402344" y="165608"/>
                  </a:lnTo>
                  <a:lnTo>
                    <a:pt x="2394458" y="169532"/>
                  </a:lnTo>
                  <a:lnTo>
                    <a:pt x="2390114" y="176276"/>
                  </a:lnTo>
                  <a:lnTo>
                    <a:pt x="2390013" y="183959"/>
                  </a:lnTo>
                  <a:lnTo>
                    <a:pt x="2394851" y="190703"/>
                  </a:lnTo>
                  <a:lnTo>
                    <a:pt x="2504960" y="298602"/>
                  </a:lnTo>
                  <a:lnTo>
                    <a:pt x="2479941" y="449160"/>
                  </a:lnTo>
                  <a:lnTo>
                    <a:pt x="2477401" y="459193"/>
                  </a:lnTo>
                  <a:lnTo>
                    <a:pt x="2484894" y="466725"/>
                  </a:lnTo>
                  <a:lnTo>
                    <a:pt x="2497467" y="466725"/>
                  </a:lnTo>
                  <a:lnTo>
                    <a:pt x="2500007" y="464210"/>
                  </a:lnTo>
                  <a:lnTo>
                    <a:pt x="2637675" y="393954"/>
                  </a:lnTo>
                  <a:lnTo>
                    <a:pt x="2775343" y="464210"/>
                  </a:lnTo>
                  <a:lnTo>
                    <a:pt x="2777883" y="464210"/>
                  </a:lnTo>
                  <a:lnTo>
                    <a:pt x="2780423" y="466725"/>
                  </a:lnTo>
                  <a:lnTo>
                    <a:pt x="2787916" y="466725"/>
                  </a:lnTo>
                  <a:lnTo>
                    <a:pt x="2795409" y="459193"/>
                  </a:lnTo>
                  <a:lnTo>
                    <a:pt x="2795409" y="449160"/>
                  </a:lnTo>
                  <a:lnTo>
                    <a:pt x="2786227" y="393954"/>
                  </a:lnTo>
                  <a:lnTo>
                    <a:pt x="2770390" y="298602"/>
                  </a:lnTo>
                  <a:lnTo>
                    <a:pt x="2880499" y="190703"/>
                  </a:lnTo>
                  <a:lnTo>
                    <a:pt x="2884246" y="183959"/>
                  </a:lnTo>
                  <a:lnTo>
                    <a:pt x="2884271" y="17627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410106" y="2552674"/>
            <a:ext cx="4601210" cy="971550"/>
            <a:chOff x="1410106" y="2552674"/>
            <a:chExt cx="4601210" cy="971550"/>
          </a:xfrm>
        </p:grpSpPr>
        <p:sp>
          <p:nvSpPr>
            <p:cNvPr id="19" name="object 19"/>
            <p:cNvSpPr/>
            <p:nvPr/>
          </p:nvSpPr>
          <p:spPr>
            <a:xfrm>
              <a:off x="1410106" y="2552674"/>
              <a:ext cx="4601210" cy="971550"/>
            </a:xfrm>
            <a:custGeom>
              <a:avLst/>
              <a:gdLst/>
              <a:ahLst/>
              <a:cxnLst/>
              <a:rect l="l" t="t" r="r" b="b"/>
              <a:pathLst>
                <a:path w="4601210" h="971550">
                  <a:moveTo>
                    <a:pt x="4438065" y="0"/>
                  </a:moveTo>
                  <a:lnTo>
                    <a:pt x="162521" y="0"/>
                  </a:lnTo>
                  <a:lnTo>
                    <a:pt x="119231" y="5796"/>
                  </a:lnTo>
                  <a:lnTo>
                    <a:pt x="80384" y="22165"/>
                  </a:lnTo>
                  <a:lnTo>
                    <a:pt x="47509" y="47577"/>
                  </a:lnTo>
                  <a:lnTo>
                    <a:pt x="22134" y="80501"/>
                  </a:lnTo>
                  <a:lnTo>
                    <a:pt x="5788" y="119406"/>
                  </a:lnTo>
                  <a:lnTo>
                    <a:pt x="0" y="162763"/>
                  </a:lnTo>
                  <a:lnTo>
                    <a:pt x="0" y="808799"/>
                  </a:lnTo>
                  <a:lnTo>
                    <a:pt x="5788" y="852150"/>
                  </a:lnTo>
                  <a:lnTo>
                    <a:pt x="22134" y="891052"/>
                  </a:lnTo>
                  <a:lnTo>
                    <a:pt x="47509" y="923974"/>
                  </a:lnTo>
                  <a:lnTo>
                    <a:pt x="80384" y="949384"/>
                  </a:lnTo>
                  <a:lnTo>
                    <a:pt x="119231" y="965753"/>
                  </a:lnTo>
                  <a:lnTo>
                    <a:pt x="162521" y="971550"/>
                  </a:lnTo>
                  <a:lnTo>
                    <a:pt x="4438065" y="971550"/>
                  </a:lnTo>
                  <a:lnTo>
                    <a:pt x="4481356" y="965753"/>
                  </a:lnTo>
                  <a:lnTo>
                    <a:pt x="4520203" y="949384"/>
                  </a:lnTo>
                  <a:lnTo>
                    <a:pt x="4553078" y="923974"/>
                  </a:lnTo>
                  <a:lnTo>
                    <a:pt x="4578453" y="891052"/>
                  </a:lnTo>
                  <a:lnTo>
                    <a:pt x="4594799" y="852150"/>
                  </a:lnTo>
                  <a:lnTo>
                    <a:pt x="4600587" y="808799"/>
                  </a:lnTo>
                  <a:lnTo>
                    <a:pt x="4600587" y="162763"/>
                  </a:lnTo>
                  <a:lnTo>
                    <a:pt x="4588086" y="100472"/>
                  </a:lnTo>
                  <a:lnTo>
                    <a:pt x="4553077" y="47574"/>
                  </a:lnTo>
                  <a:lnTo>
                    <a:pt x="4500257" y="12519"/>
                  </a:lnTo>
                  <a:lnTo>
                    <a:pt x="443806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67788" y="2805175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4" h="466725">
                  <a:moveTo>
                    <a:pt x="494322" y="176276"/>
                  </a:moveTo>
                  <a:lnTo>
                    <a:pt x="490562" y="169532"/>
                  </a:lnTo>
                  <a:lnTo>
                    <a:pt x="483057" y="165608"/>
                  </a:lnTo>
                  <a:lnTo>
                    <a:pt x="327825" y="145529"/>
                  </a:lnTo>
                  <a:lnTo>
                    <a:pt x="260223" y="7518"/>
                  </a:lnTo>
                  <a:lnTo>
                    <a:pt x="257721" y="2501"/>
                  </a:lnTo>
                  <a:lnTo>
                    <a:pt x="252704" y="0"/>
                  </a:lnTo>
                  <a:lnTo>
                    <a:pt x="242697" y="0"/>
                  </a:lnTo>
                  <a:lnTo>
                    <a:pt x="237693" y="2501"/>
                  </a:lnTo>
                  <a:lnTo>
                    <a:pt x="235178" y="7518"/>
                  </a:lnTo>
                  <a:lnTo>
                    <a:pt x="165074" y="145529"/>
                  </a:lnTo>
                  <a:lnTo>
                    <a:pt x="12344" y="165608"/>
                  </a:lnTo>
                  <a:lnTo>
                    <a:pt x="4470" y="169532"/>
                  </a:lnTo>
                  <a:lnTo>
                    <a:pt x="127" y="176276"/>
                  </a:lnTo>
                  <a:lnTo>
                    <a:pt x="0" y="183959"/>
                  </a:lnTo>
                  <a:lnTo>
                    <a:pt x="4826" y="190703"/>
                  </a:lnTo>
                  <a:lnTo>
                    <a:pt x="114998" y="298602"/>
                  </a:lnTo>
                  <a:lnTo>
                    <a:pt x="89966" y="449160"/>
                  </a:lnTo>
                  <a:lnTo>
                    <a:pt x="87452" y="459193"/>
                  </a:lnTo>
                  <a:lnTo>
                    <a:pt x="94970" y="466725"/>
                  </a:lnTo>
                  <a:lnTo>
                    <a:pt x="107480" y="466725"/>
                  </a:lnTo>
                  <a:lnTo>
                    <a:pt x="109994" y="464210"/>
                  </a:lnTo>
                  <a:lnTo>
                    <a:pt x="247700" y="393954"/>
                  </a:lnTo>
                  <a:lnTo>
                    <a:pt x="385419" y="464210"/>
                  </a:lnTo>
                  <a:lnTo>
                    <a:pt x="387921" y="464210"/>
                  </a:lnTo>
                  <a:lnTo>
                    <a:pt x="390423" y="466725"/>
                  </a:lnTo>
                  <a:lnTo>
                    <a:pt x="397929" y="466725"/>
                  </a:lnTo>
                  <a:lnTo>
                    <a:pt x="405447" y="459193"/>
                  </a:lnTo>
                  <a:lnTo>
                    <a:pt x="405447" y="449160"/>
                  </a:lnTo>
                  <a:lnTo>
                    <a:pt x="395338" y="393954"/>
                  </a:lnTo>
                  <a:lnTo>
                    <a:pt x="377901" y="298602"/>
                  </a:lnTo>
                  <a:lnTo>
                    <a:pt x="490575" y="190703"/>
                  </a:lnTo>
                  <a:lnTo>
                    <a:pt x="494322" y="183959"/>
                  </a:lnTo>
                  <a:lnTo>
                    <a:pt x="494322" y="176276"/>
                  </a:lnTo>
                  <a:close/>
                </a:path>
                <a:path w="2884804" h="466725">
                  <a:moveTo>
                    <a:pt x="1091831" y="176276"/>
                  </a:moveTo>
                  <a:lnTo>
                    <a:pt x="1088072" y="169532"/>
                  </a:lnTo>
                  <a:lnTo>
                    <a:pt x="1080566" y="165608"/>
                  </a:lnTo>
                  <a:lnTo>
                    <a:pt x="925322" y="145529"/>
                  </a:lnTo>
                  <a:lnTo>
                    <a:pt x="857719" y="7518"/>
                  </a:lnTo>
                  <a:lnTo>
                    <a:pt x="855218" y="2501"/>
                  </a:lnTo>
                  <a:lnTo>
                    <a:pt x="850214" y="0"/>
                  </a:lnTo>
                  <a:lnTo>
                    <a:pt x="840193" y="0"/>
                  </a:lnTo>
                  <a:lnTo>
                    <a:pt x="835190" y="2501"/>
                  </a:lnTo>
                  <a:lnTo>
                    <a:pt x="832688" y="7518"/>
                  </a:lnTo>
                  <a:lnTo>
                    <a:pt x="762571" y="145529"/>
                  </a:lnTo>
                  <a:lnTo>
                    <a:pt x="609841" y="165608"/>
                  </a:lnTo>
                  <a:lnTo>
                    <a:pt x="601967" y="169532"/>
                  </a:lnTo>
                  <a:lnTo>
                    <a:pt x="597623" y="176276"/>
                  </a:lnTo>
                  <a:lnTo>
                    <a:pt x="597509" y="183959"/>
                  </a:lnTo>
                  <a:lnTo>
                    <a:pt x="602322" y="190703"/>
                  </a:lnTo>
                  <a:lnTo>
                    <a:pt x="712495" y="298602"/>
                  </a:lnTo>
                  <a:lnTo>
                    <a:pt x="687451" y="449160"/>
                  </a:lnTo>
                  <a:lnTo>
                    <a:pt x="684961" y="459193"/>
                  </a:lnTo>
                  <a:lnTo>
                    <a:pt x="692467" y="466725"/>
                  </a:lnTo>
                  <a:lnTo>
                    <a:pt x="704989" y="466725"/>
                  </a:lnTo>
                  <a:lnTo>
                    <a:pt x="707491" y="464210"/>
                  </a:lnTo>
                  <a:lnTo>
                    <a:pt x="845197" y="393954"/>
                  </a:lnTo>
                  <a:lnTo>
                    <a:pt x="982916" y="464210"/>
                  </a:lnTo>
                  <a:lnTo>
                    <a:pt x="985418" y="464210"/>
                  </a:lnTo>
                  <a:lnTo>
                    <a:pt x="987920" y="466725"/>
                  </a:lnTo>
                  <a:lnTo>
                    <a:pt x="995426" y="466725"/>
                  </a:lnTo>
                  <a:lnTo>
                    <a:pt x="1002944" y="459193"/>
                  </a:lnTo>
                  <a:lnTo>
                    <a:pt x="1002944" y="449160"/>
                  </a:lnTo>
                  <a:lnTo>
                    <a:pt x="993749" y="393954"/>
                  </a:lnTo>
                  <a:lnTo>
                    <a:pt x="977900" y="298602"/>
                  </a:lnTo>
                  <a:lnTo>
                    <a:pt x="1088072" y="190703"/>
                  </a:lnTo>
                  <a:lnTo>
                    <a:pt x="1091831" y="183959"/>
                  </a:lnTo>
                  <a:lnTo>
                    <a:pt x="1091831" y="176276"/>
                  </a:lnTo>
                  <a:close/>
                </a:path>
                <a:path w="2884804" h="466725">
                  <a:moveTo>
                    <a:pt x="1689328" y="176276"/>
                  </a:moveTo>
                  <a:lnTo>
                    <a:pt x="1685569" y="169532"/>
                  </a:lnTo>
                  <a:lnTo>
                    <a:pt x="1678063" y="165608"/>
                  </a:lnTo>
                  <a:lnTo>
                    <a:pt x="1522818" y="145529"/>
                  </a:lnTo>
                  <a:lnTo>
                    <a:pt x="1455216" y="7518"/>
                  </a:lnTo>
                  <a:lnTo>
                    <a:pt x="1452714" y="2501"/>
                  </a:lnTo>
                  <a:lnTo>
                    <a:pt x="1447711" y="0"/>
                  </a:lnTo>
                  <a:lnTo>
                    <a:pt x="1437690" y="0"/>
                  </a:lnTo>
                  <a:lnTo>
                    <a:pt x="1432687" y="2501"/>
                  </a:lnTo>
                  <a:lnTo>
                    <a:pt x="1430185" y="7518"/>
                  </a:lnTo>
                  <a:lnTo>
                    <a:pt x="1360081" y="145529"/>
                  </a:lnTo>
                  <a:lnTo>
                    <a:pt x="1207338" y="165608"/>
                  </a:lnTo>
                  <a:lnTo>
                    <a:pt x="1199464" y="169532"/>
                  </a:lnTo>
                  <a:lnTo>
                    <a:pt x="1195120" y="176276"/>
                  </a:lnTo>
                  <a:lnTo>
                    <a:pt x="1195006" y="183959"/>
                  </a:lnTo>
                  <a:lnTo>
                    <a:pt x="1199832" y="190703"/>
                  </a:lnTo>
                  <a:lnTo>
                    <a:pt x="1310005" y="298602"/>
                  </a:lnTo>
                  <a:lnTo>
                    <a:pt x="1284960" y="449160"/>
                  </a:lnTo>
                  <a:lnTo>
                    <a:pt x="1282458" y="459193"/>
                  </a:lnTo>
                  <a:lnTo>
                    <a:pt x="1289964" y="466725"/>
                  </a:lnTo>
                  <a:lnTo>
                    <a:pt x="1302486" y="466725"/>
                  </a:lnTo>
                  <a:lnTo>
                    <a:pt x="1304988" y="464210"/>
                  </a:lnTo>
                  <a:lnTo>
                    <a:pt x="1442694" y="393954"/>
                  </a:lnTo>
                  <a:lnTo>
                    <a:pt x="1580413" y="464210"/>
                  </a:lnTo>
                  <a:lnTo>
                    <a:pt x="1582915" y="464210"/>
                  </a:lnTo>
                  <a:lnTo>
                    <a:pt x="1585417" y="466725"/>
                  </a:lnTo>
                  <a:lnTo>
                    <a:pt x="1592935" y="466725"/>
                  </a:lnTo>
                  <a:lnTo>
                    <a:pt x="1600441" y="459193"/>
                  </a:lnTo>
                  <a:lnTo>
                    <a:pt x="1600441" y="449160"/>
                  </a:lnTo>
                  <a:lnTo>
                    <a:pt x="1591259" y="393954"/>
                  </a:lnTo>
                  <a:lnTo>
                    <a:pt x="1575409" y="298602"/>
                  </a:lnTo>
                  <a:lnTo>
                    <a:pt x="1685582" y="190703"/>
                  </a:lnTo>
                  <a:lnTo>
                    <a:pt x="1689328" y="183959"/>
                  </a:lnTo>
                  <a:lnTo>
                    <a:pt x="1689328" y="176276"/>
                  </a:lnTo>
                  <a:close/>
                </a:path>
                <a:path w="2884804" h="466725">
                  <a:moveTo>
                    <a:pt x="2286825" y="176276"/>
                  </a:moveTo>
                  <a:lnTo>
                    <a:pt x="2283066" y="169532"/>
                  </a:lnTo>
                  <a:lnTo>
                    <a:pt x="2275560" y="165608"/>
                  </a:lnTo>
                  <a:lnTo>
                    <a:pt x="2120328" y="145529"/>
                  </a:lnTo>
                  <a:lnTo>
                    <a:pt x="2052726" y="7518"/>
                  </a:lnTo>
                  <a:lnTo>
                    <a:pt x="2050211" y="2501"/>
                  </a:lnTo>
                  <a:lnTo>
                    <a:pt x="2045208" y="0"/>
                  </a:lnTo>
                  <a:lnTo>
                    <a:pt x="2035200" y="0"/>
                  </a:lnTo>
                  <a:lnTo>
                    <a:pt x="2030183" y="2501"/>
                  </a:lnTo>
                  <a:lnTo>
                    <a:pt x="2027682" y="7518"/>
                  </a:lnTo>
                  <a:lnTo>
                    <a:pt x="1957578" y="145529"/>
                  </a:lnTo>
                  <a:lnTo>
                    <a:pt x="1804835" y="165608"/>
                  </a:lnTo>
                  <a:lnTo>
                    <a:pt x="1796973" y="169532"/>
                  </a:lnTo>
                  <a:lnTo>
                    <a:pt x="1792630" y="176276"/>
                  </a:lnTo>
                  <a:lnTo>
                    <a:pt x="1792503" y="183959"/>
                  </a:lnTo>
                  <a:lnTo>
                    <a:pt x="1797329" y="190703"/>
                  </a:lnTo>
                  <a:lnTo>
                    <a:pt x="1907501" y="298602"/>
                  </a:lnTo>
                  <a:lnTo>
                    <a:pt x="1882457" y="449160"/>
                  </a:lnTo>
                  <a:lnTo>
                    <a:pt x="1879955" y="459193"/>
                  </a:lnTo>
                  <a:lnTo>
                    <a:pt x="1887474" y="466725"/>
                  </a:lnTo>
                  <a:lnTo>
                    <a:pt x="1899983" y="466725"/>
                  </a:lnTo>
                  <a:lnTo>
                    <a:pt x="1902485" y="464210"/>
                  </a:lnTo>
                  <a:lnTo>
                    <a:pt x="2040204" y="393954"/>
                  </a:lnTo>
                  <a:lnTo>
                    <a:pt x="2177910" y="464210"/>
                  </a:lnTo>
                  <a:lnTo>
                    <a:pt x="2180412" y="464210"/>
                  </a:lnTo>
                  <a:lnTo>
                    <a:pt x="2182926" y="466725"/>
                  </a:lnTo>
                  <a:lnTo>
                    <a:pt x="2190432" y="466725"/>
                  </a:lnTo>
                  <a:lnTo>
                    <a:pt x="2197938" y="459193"/>
                  </a:lnTo>
                  <a:lnTo>
                    <a:pt x="2197938" y="449160"/>
                  </a:lnTo>
                  <a:lnTo>
                    <a:pt x="2188756" y="393954"/>
                  </a:lnTo>
                  <a:lnTo>
                    <a:pt x="2172906" y="298602"/>
                  </a:lnTo>
                  <a:lnTo>
                    <a:pt x="2283079" y="190703"/>
                  </a:lnTo>
                  <a:lnTo>
                    <a:pt x="2286825" y="183959"/>
                  </a:lnTo>
                  <a:lnTo>
                    <a:pt x="2286825" y="176276"/>
                  </a:lnTo>
                  <a:close/>
                </a:path>
                <a:path w="2884804" h="466725">
                  <a:moveTo>
                    <a:pt x="2884322" y="176276"/>
                  </a:moveTo>
                  <a:lnTo>
                    <a:pt x="2880563" y="169532"/>
                  </a:lnTo>
                  <a:lnTo>
                    <a:pt x="2873057" y="165608"/>
                  </a:lnTo>
                  <a:lnTo>
                    <a:pt x="2720327" y="145529"/>
                  </a:lnTo>
                  <a:lnTo>
                    <a:pt x="2650223" y="7518"/>
                  </a:lnTo>
                  <a:lnTo>
                    <a:pt x="2647721" y="2501"/>
                  </a:lnTo>
                  <a:lnTo>
                    <a:pt x="2642717" y="0"/>
                  </a:lnTo>
                  <a:lnTo>
                    <a:pt x="2632697" y="0"/>
                  </a:lnTo>
                  <a:lnTo>
                    <a:pt x="2627693" y="2501"/>
                  </a:lnTo>
                  <a:lnTo>
                    <a:pt x="2625179" y="7518"/>
                  </a:lnTo>
                  <a:lnTo>
                    <a:pt x="2555075" y="145529"/>
                  </a:lnTo>
                  <a:lnTo>
                    <a:pt x="2402344" y="165608"/>
                  </a:lnTo>
                  <a:lnTo>
                    <a:pt x="2394470" y="169532"/>
                  </a:lnTo>
                  <a:lnTo>
                    <a:pt x="2390127" y="176276"/>
                  </a:lnTo>
                  <a:lnTo>
                    <a:pt x="2390000" y="183959"/>
                  </a:lnTo>
                  <a:lnTo>
                    <a:pt x="2394826" y="190703"/>
                  </a:lnTo>
                  <a:lnTo>
                    <a:pt x="2504998" y="298602"/>
                  </a:lnTo>
                  <a:lnTo>
                    <a:pt x="2479954" y="449160"/>
                  </a:lnTo>
                  <a:lnTo>
                    <a:pt x="2477452" y="459193"/>
                  </a:lnTo>
                  <a:lnTo>
                    <a:pt x="2484971" y="466725"/>
                  </a:lnTo>
                  <a:lnTo>
                    <a:pt x="2497480" y="466725"/>
                  </a:lnTo>
                  <a:lnTo>
                    <a:pt x="2499995" y="464210"/>
                  </a:lnTo>
                  <a:lnTo>
                    <a:pt x="2637701" y="393954"/>
                  </a:lnTo>
                  <a:lnTo>
                    <a:pt x="2775420" y="464210"/>
                  </a:lnTo>
                  <a:lnTo>
                    <a:pt x="2777921" y="464210"/>
                  </a:lnTo>
                  <a:lnTo>
                    <a:pt x="2780423" y="466725"/>
                  </a:lnTo>
                  <a:lnTo>
                    <a:pt x="2787929" y="466725"/>
                  </a:lnTo>
                  <a:lnTo>
                    <a:pt x="2795447" y="459193"/>
                  </a:lnTo>
                  <a:lnTo>
                    <a:pt x="2795447" y="449160"/>
                  </a:lnTo>
                  <a:lnTo>
                    <a:pt x="2786253" y="393954"/>
                  </a:lnTo>
                  <a:lnTo>
                    <a:pt x="2770403" y="298602"/>
                  </a:lnTo>
                  <a:lnTo>
                    <a:pt x="2880576" y="190703"/>
                  </a:lnTo>
                  <a:lnTo>
                    <a:pt x="2884322" y="183959"/>
                  </a:lnTo>
                  <a:lnTo>
                    <a:pt x="2884322" y="17627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845109" y="2552674"/>
            <a:ext cx="4600575" cy="971550"/>
            <a:chOff x="6845109" y="2552674"/>
            <a:chExt cx="4600575" cy="971550"/>
          </a:xfrm>
        </p:grpSpPr>
        <p:sp>
          <p:nvSpPr>
            <p:cNvPr id="22" name="object 22"/>
            <p:cNvSpPr/>
            <p:nvPr/>
          </p:nvSpPr>
          <p:spPr>
            <a:xfrm>
              <a:off x="6845109" y="2552674"/>
              <a:ext cx="4600575" cy="971550"/>
            </a:xfrm>
            <a:custGeom>
              <a:avLst/>
              <a:gdLst/>
              <a:ahLst/>
              <a:cxnLst/>
              <a:rect l="l" t="t" r="r" b="b"/>
              <a:pathLst>
                <a:path w="4600575" h="971550">
                  <a:moveTo>
                    <a:pt x="4440478" y="0"/>
                  </a:moveTo>
                  <a:lnTo>
                    <a:pt x="162610" y="0"/>
                  </a:lnTo>
                  <a:lnTo>
                    <a:pt x="119296" y="5796"/>
                  </a:lnTo>
                  <a:lnTo>
                    <a:pt x="80427" y="22165"/>
                  </a:lnTo>
                  <a:lnTo>
                    <a:pt x="47534" y="47577"/>
                  </a:lnTo>
                  <a:lnTo>
                    <a:pt x="22145" y="80501"/>
                  </a:lnTo>
                  <a:lnTo>
                    <a:pt x="5791" y="119406"/>
                  </a:lnTo>
                  <a:lnTo>
                    <a:pt x="0" y="162763"/>
                  </a:lnTo>
                  <a:lnTo>
                    <a:pt x="0" y="808799"/>
                  </a:lnTo>
                  <a:lnTo>
                    <a:pt x="5791" y="852150"/>
                  </a:lnTo>
                  <a:lnTo>
                    <a:pt x="22145" y="891052"/>
                  </a:lnTo>
                  <a:lnTo>
                    <a:pt x="47534" y="923974"/>
                  </a:lnTo>
                  <a:lnTo>
                    <a:pt x="80427" y="949384"/>
                  </a:lnTo>
                  <a:lnTo>
                    <a:pt x="119296" y="965753"/>
                  </a:lnTo>
                  <a:lnTo>
                    <a:pt x="162610" y="971550"/>
                  </a:lnTo>
                  <a:lnTo>
                    <a:pt x="4440478" y="971550"/>
                  </a:lnTo>
                  <a:lnTo>
                    <a:pt x="4482738" y="965753"/>
                  </a:lnTo>
                  <a:lnTo>
                    <a:pt x="4520898" y="949384"/>
                  </a:lnTo>
                  <a:lnTo>
                    <a:pt x="4553359" y="923974"/>
                  </a:lnTo>
                  <a:lnTo>
                    <a:pt x="4578525" y="891052"/>
                  </a:lnTo>
                  <a:lnTo>
                    <a:pt x="4594796" y="852150"/>
                  </a:lnTo>
                  <a:lnTo>
                    <a:pt x="4600575" y="808799"/>
                  </a:lnTo>
                  <a:lnTo>
                    <a:pt x="4600575" y="162763"/>
                  </a:lnTo>
                  <a:lnTo>
                    <a:pt x="4588071" y="100472"/>
                  </a:lnTo>
                  <a:lnTo>
                    <a:pt x="4553051" y="47574"/>
                  </a:lnTo>
                  <a:lnTo>
                    <a:pt x="4502389" y="12519"/>
                  </a:lnTo>
                  <a:lnTo>
                    <a:pt x="444047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02575" y="2802547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4" h="466725">
                  <a:moveTo>
                    <a:pt x="494309" y="176288"/>
                  </a:moveTo>
                  <a:lnTo>
                    <a:pt x="490562" y="169545"/>
                  </a:lnTo>
                  <a:lnTo>
                    <a:pt x="483057" y="165620"/>
                  </a:lnTo>
                  <a:lnTo>
                    <a:pt x="327812" y="145542"/>
                  </a:lnTo>
                  <a:lnTo>
                    <a:pt x="260210" y="7531"/>
                  </a:lnTo>
                  <a:lnTo>
                    <a:pt x="257708" y="2514"/>
                  </a:lnTo>
                  <a:lnTo>
                    <a:pt x="252704" y="0"/>
                  </a:lnTo>
                  <a:lnTo>
                    <a:pt x="242684" y="0"/>
                  </a:lnTo>
                  <a:lnTo>
                    <a:pt x="237667" y="2514"/>
                  </a:lnTo>
                  <a:lnTo>
                    <a:pt x="235178" y="7531"/>
                  </a:lnTo>
                  <a:lnTo>
                    <a:pt x="165061" y="145542"/>
                  </a:lnTo>
                  <a:lnTo>
                    <a:pt x="12331" y="165620"/>
                  </a:lnTo>
                  <a:lnTo>
                    <a:pt x="4457" y="169545"/>
                  </a:lnTo>
                  <a:lnTo>
                    <a:pt x="114" y="176288"/>
                  </a:lnTo>
                  <a:lnTo>
                    <a:pt x="0" y="183972"/>
                  </a:lnTo>
                  <a:lnTo>
                    <a:pt x="4813" y="190703"/>
                  </a:lnTo>
                  <a:lnTo>
                    <a:pt x="114985" y="298602"/>
                  </a:lnTo>
                  <a:lnTo>
                    <a:pt x="89941" y="449160"/>
                  </a:lnTo>
                  <a:lnTo>
                    <a:pt x="87452" y="459193"/>
                  </a:lnTo>
                  <a:lnTo>
                    <a:pt x="94957" y="466725"/>
                  </a:lnTo>
                  <a:lnTo>
                    <a:pt x="107467" y="466725"/>
                  </a:lnTo>
                  <a:lnTo>
                    <a:pt x="109982" y="464223"/>
                  </a:lnTo>
                  <a:lnTo>
                    <a:pt x="247688" y="393954"/>
                  </a:lnTo>
                  <a:lnTo>
                    <a:pt x="385394" y="464223"/>
                  </a:lnTo>
                  <a:lnTo>
                    <a:pt x="387908" y="464223"/>
                  </a:lnTo>
                  <a:lnTo>
                    <a:pt x="390410" y="466725"/>
                  </a:lnTo>
                  <a:lnTo>
                    <a:pt x="397916" y="466725"/>
                  </a:lnTo>
                  <a:lnTo>
                    <a:pt x="405434" y="459193"/>
                  </a:lnTo>
                  <a:lnTo>
                    <a:pt x="405434" y="449160"/>
                  </a:lnTo>
                  <a:lnTo>
                    <a:pt x="395325" y="393954"/>
                  </a:lnTo>
                  <a:lnTo>
                    <a:pt x="377888" y="298602"/>
                  </a:lnTo>
                  <a:lnTo>
                    <a:pt x="490562" y="190703"/>
                  </a:lnTo>
                  <a:lnTo>
                    <a:pt x="494309" y="183972"/>
                  </a:lnTo>
                  <a:lnTo>
                    <a:pt x="494309" y="176288"/>
                  </a:lnTo>
                  <a:close/>
                </a:path>
                <a:path w="2884804" h="466725">
                  <a:moveTo>
                    <a:pt x="1091819" y="176288"/>
                  </a:moveTo>
                  <a:lnTo>
                    <a:pt x="1088059" y="169545"/>
                  </a:lnTo>
                  <a:lnTo>
                    <a:pt x="1080554" y="165620"/>
                  </a:lnTo>
                  <a:lnTo>
                    <a:pt x="925309" y="145542"/>
                  </a:lnTo>
                  <a:lnTo>
                    <a:pt x="857707" y="7531"/>
                  </a:lnTo>
                  <a:lnTo>
                    <a:pt x="855205" y="2514"/>
                  </a:lnTo>
                  <a:lnTo>
                    <a:pt x="850201" y="0"/>
                  </a:lnTo>
                  <a:lnTo>
                    <a:pt x="840181" y="0"/>
                  </a:lnTo>
                  <a:lnTo>
                    <a:pt x="835177" y="2514"/>
                  </a:lnTo>
                  <a:lnTo>
                    <a:pt x="832675" y="7531"/>
                  </a:lnTo>
                  <a:lnTo>
                    <a:pt x="762558" y="145542"/>
                  </a:lnTo>
                  <a:lnTo>
                    <a:pt x="609828" y="165620"/>
                  </a:lnTo>
                  <a:lnTo>
                    <a:pt x="601954" y="169545"/>
                  </a:lnTo>
                  <a:lnTo>
                    <a:pt x="597611" y="176288"/>
                  </a:lnTo>
                  <a:lnTo>
                    <a:pt x="597496" y="183972"/>
                  </a:lnTo>
                  <a:lnTo>
                    <a:pt x="602322" y="190703"/>
                  </a:lnTo>
                  <a:lnTo>
                    <a:pt x="712482" y="298602"/>
                  </a:lnTo>
                  <a:lnTo>
                    <a:pt x="687451" y="449160"/>
                  </a:lnTo>
                  <a:lnTo>
                    <a:pt x="684949" y="459193"/>
                  </a:lnTo>
                  <a:lnTo>
                    <a:pt x="692454" y="466725"/>
                  </a:lnTo>
                  <a:lnTo>
                    <a:pt x="704977" y="466725"/>
                  </a:lnTo>
                  <a:lnTo>
                    <a:pt x="707478" y="464223"/>
                  </a:lnTo>
                  <a:lnTo>
                    <a:pt x="845185" y="393954"/>
                  </a:lnTo>
                  <a:lnTo>
                    <a:pt x="982903" y="464223"/>
                  </a:lnTo>
                  <a:lnTo>
                    <a:pt x="985405" y="464223"/>
                  </a:lnTo>
                  <a:lnTo>
                    <a:pt x="987907" y="466725"/>
                  </a:lnTo>
                  <a:lnTo>
                    <a:pt x="995426" y="466725"/>
                  </a:lnTo>
                  <a:lnTo>
                    <a:pt x="1002931" y="459193"/>
                  </a:lnTo>
                  <a:lnTo>
                    <a:pt x="1002931" y="449160"/>
                  </a:lnTo>
                  <a:lnTo>
                    <a:pt x="993749" y="393954"/>
                  </a:lnTo>
                  <a:lnTo>
                    <a:pt x="977900" y="298602"/>
                  </a:lnTo>
                  <a:lnTo>
                    <a:pt x="1088059" y="190703"/>
                  </a:lnTo>
                  <a:lnTo>
                    <a:pt x="1091819" y="183972"/>
                  </a:lnTo>
                  <a:lnTo>
                    <a:pt x="1091819" y="176288"/>
                  </a:lnTo>
                  <a:close/>
                </a:path>
                <a:path w="2884804" h="466725">
                  <a:moveTo>
                    <a:pt x="1689315" y="176288"/>
                  </a:moveTo>
                  <a:lnTo>
                    <a:pt x="1685556" y="169545"/>
                  </a:lnTo>
                  <a:lnTo>
                    <a:pt x="1678051" y="165620"/>
                  </a:lnTo>
                  <a:lnTo>
                    <a:pt x="1522818" y="145542"/>
                  </a:lnTo>
                  <a:lnTo>
                    <a:pt x="1455216" y="7531"/>
                  </a:lnTo>
                  <a:lnTo>
                    <a:pt x="1452702" y="2514"/>
                  </a:lnTo>
                  <a:lnTo>
                    <a:pt x="1447698" y="0"/>
                  </a:lnTo>
                  <a:lnTo>
                    <a:pt x="1437678" y="0"/>
                  </a:lnTo>
                  <a:lnTo>
                    <a:pt x="1432674" y="2514"/>
                  </a:lnTo>
                  <a:lnTo>
                    <a:pt x="1430172" y="7531"/>
                  </a:lnTo>
                  <a:lnTo>
                    <a:pt x="1360068" y="145542"/>
                  </a:lnTo>
                  <a:lnTo>
                    <a:pt x="1207325" y="165620"/>
                  </a:lnTo>
                  <a:lnTo>
                    <a:pt x="1199464" y="169545"/>
                  </a:lnTo>
                  <a:lnTo>
                    <a:pt x="1195120" y="176288"/>
                  </a:lnTo>
                  <a:lnTo>
                    <a:pt x="1194993" y="183972"/>
                  </a:lnTo>
                  <a:lnTo>
                    <a:pt x="1199819" y="190703"/>
                  </a:lnTo>
                  <a:lnTo>
                    <a:pt x="1309979" y="298602"/>
                  </a:lnTo>
                  <a:lnTo>
                    <a:pt x="1284947" y="449160"/>
                  </a:lnTo>
                  <a:lnTo>
                    <a:pt x="1282446" y="459193"/>
                  </a:lnTo>
                  <a:lnTo>
                    <a:pt x="1289951" y="466725"/>
                  </a:lnTo>
                  <a:lnTo>
                    <a:pt x="1302473" y="466725"/>
                  </a:lnTo>
                  <a:lnTo>
                    <a:pt x="1304975" y="464223"/>
                  </a:lnTo>
                  <a:lnTo>
                    <a:pt x="1442694" y="393954"/>
                  </a:lnTo>
                  <a:lnTo>
                    <a:pt x="1580400" y="464223"/>
                  </a:lnTo>
                  <a:lnTo>
                    <a:pt x="1582902" y="464223"/>
                  </a:lnTo>
                  <a:lnTo>
                    <a:pt x="1585417" y="466725"/>
                  </a:lnTo>
                  <a:lnTo>
                    <a:pt x="1592922" y="466725"/>
                  </a:lnTo>
                  <a:lnTo>
                    <a:pt x="1600428" y="459193"/>
                  </a:lnTo>
                  <a:lnTo>
                    <a:pt x="1600428" y="449160"/>
                  </a:lnTo>
                  <a:lnTo>
                    <a:pt x="1591246" y="393954"/>
                  </a:lnTo>
                  <a:lnTo>
                    <a:pt x="1575396" y="298602"/>
                  </a:lnTo>
                  <a:lnTo>
                    <a:pt x="1685556" y="190703"/>
                  </a:lnTo>
                  <a:lnTo>
                    <a:pt x="1689315" y="183972"/>
                  </a:lnTo>
                  <a:lnTo>
                    <a:pt x="1689315" y="176288"/>
                  </a:lnTo>
                  <a:close/>
                </a:path>
                <a:path w="2884804" h="466725">
                  <a:moveTo>
                    <a:pt x="2286812" y="176288"/>
                  </a:moveTo>
                  <a:lnTo>
                    <a:pt x="2283053" y="169545"/>
                  </a:lnTo>
                  <a:lnTo>
                    <a:pt x="2275548" y="165620"/>
                  </a:lnTo>
                  <a:lnTo>
                    <a:pt x="2120315" y="145542"/>
                  </a:lnTo>
                  <a:lnTo>
                    <a:pt x="2052713" y="7531"/>
                  </a:lnTo>
                  <a:lnTo>
                    <a:pt x="2050211" y="2514"/>
                  </a:lnTo>
                  <a:lnTo>
                    <a:pt x="2045195" y="0"/>
                  </a:lnTo>
                  <a:lnTo>
                    <a:pt x="2035187" y="0"/>
                  </a:lnTo>
                  <a:lnTo>
                    <a:pt x="2030171" y="2514"/>
                  </a:lnTo>
                  <a:lnTo>
                    <a:pt x="2027669" y="7531"/>
                  </a:lnTo>
                  <a:lnTo>
                    <a:pt x="1957565" y="145542"/>
                  </a:lnTo>
                  <a:lnTo>
                    <a:pt x="1804822" y="165620"/>
                  </a:lnTo>
                  <a:lnTo>
                    <a:pt x="1796961" y="169545"/>
                  </a:lnTo>
                  <a:lnTo>
                    <a:pt x="1792617" y="176288"/>
                  </a:lnTo>
                  <a:lnTo>
                    <a:pt x="1792490" y="183972"/>
                  </a:lnTo>
                  <a:lnTo>
                    <a:pt x="1797316" y="190703"/>
                  </a:lnTo>
                  <a:lnTo>
                    <a:pt x="1907489" y="298602"/>
                  </a:lnTo>
                  <a:lnTo>
                    <a:pt x="1882444" y="449160"/>
                  </a:lnTo>
                  <a:lnTo>
                    <a:pt x="1879942" y="459193"/>
                  </a:lnTo>
                  <a:lnTo>
                    <a:pt x="1887461" y="466725"/>
                  </a:lnTo>
                  <a:lnTo>
                    <a:pt x="1899970" y="466725"/>
                  </a:lnTo>
                  <a:lnTo>
                    <a:pt x="1902485" y="464223"/>
                  </a:lnTo>
                  <a:lnTo>
                    <a:pt x="2040191" y="393954"/>
                  </a:lnTo>
                  <a:lnTo>
                    <a:pt x="2177897" y="464223"/>
                  </a:lnTo>
                  <a:lnTo>
                    <a:pt x="2180412" y="464223"/>
                  </a:lnTo>
                  <a:lnTo>
                    <a:pt x="2182914" y="466725"/>
                  </a:lnTo>
                  <a:lnTo>
                    <a:pt x="2190419" y="466725"/>
                  </a:lnTo>
                  <a:lnTo>
                    <a:pt x="2197938" y="459193"/>
                  </a:lnTo>
                  <a:lnTo>
                    <a:pt x="2197938" y="449160"/>
                  </a:lnTo>
                  <a:lnTo>
                    <a:pt x="2188743" y="393954"/>
                  </a:lnTo>
                  <a:lnTo>
                    <a:pt x="2172893" y="298602"/>
                  </a:lnTo>
                  <a:lnTo>
                    <a:pt x="2283066" y="190703"/>
                  </a:lnTo>
                  <a:lnTo>
                    <a:pt x="2286812" y="183972"/>
                  </a:lnTo>
                  <a:lnTo>
                    <a:pt x="2286812" y="176288"/>
                  </a:lnTo>
                  <a:close/>
                </a:path>
                <a:path w="2884804" h="466725">
                  <a:moveTo>
                    <a:pt x="2884309" y="176288"/>
                  </a:moveTo>
                  <a:lnTo>
                    <a:pt x="2880563" y="169545"/>
                  </a:lnTo>
                  <a:lnTo>
                    <a:pt x="2873057" y="165620"/>
                  </a:lnTo>
                  <a:lnTo>
                    <a:pt x="2720314" y="145542"/>
                  </a:lnTo>
                  <a:lnTo>
                    <a:pt x="2650210" y="7531"/>
                  </a:lnTo>
                  <a:lnTo>
                    <a:pt x="2647708" y="2514"/>
                  </a:lnTo>
                  <a:lnTo>
                    <a:pt x="2642692" y="0"/>
                  </a:lnTo>
                  <a:lnTo>
                    <a:pt x="2632684" y="0"/>
                  </a:lnTo>
                  <a:lnTo>
                    <a:pt x="2627668" y="2514"/>
                  </a:lnTo>
                  <a:lnTo>
                    <a:pt x="2625179" y="7531"/>
                  </a:lnTo>
                  <a:lnTo>
                    <a:pt x="2555062" y="145542"/>
                  </a:lnTo>
                  <a:lnTo>
                    <a:pt x="2402332" y="165620"/>
                  </a:lnTo>
                  <a:lnTo>
                    <a:pt x="2394458" y="169545"/>
                  </a:lnTo>
                  <a:lnTo>
                    <a:pt x="2390114" y="176288"/>
                  </a:lnTo>
                  <a:lnTo>
                    <a:pt x="2390000" y="183972"/>
                  </a:lnTo>
                  <a:lnTo>
                    <a:pt x="2394813" y="190703"/>
                  </a:lnTo>
                  <a:lnTo>
                    <a:pt x="2504986" y="298602"/>
                  </a:lnTo>
                  <a:lnTo>
                    <a:pt x="2479941" y="449160"/>
                  </a:lnTo>
                  <a:lnTo>
                    <a:pt x="2477439" y="459193"/>
                  </a:lnTo>
                  <a:lnTo>
                    <a:pt x="2484958" y="466725"/>
                  </a:lnTo>
                  <a:lnTo>
                    <a:pt x="2497480" y="466725"/>
                  </a:lnTo>
                  <a:lnTo>
                    <a:pt x="2499982" y="464223"/>
                  </a:lnTo>
                  <a:lnTo>
                    <a:pt x="2637688" y="393954"/>
                  </a:lnTo>
                  <a:lnTo>
                    <a:pt x="2775407" y="464223"/>
                  </a:lnTo>
                  <a:lnTo>
                    <a:pt x="2777909" y="464223"/>
                  </a:lnTo>
                  <a:lnTo>
                    <a:pt x="2780411" y="466725"/>
                  </a:lnTo>
                  <a:lnTo>
                    <a:pt x="2787916" y="466725"/>
                  </a:lnTo>
                  <a:lnTo>
                    <a:pt x="2795435" y="459193"/>
                  </a:lnTo>
                  <a:lnTo>
                    <a:pt x="2795435" y="449160"/>
                  </a:lnTo>
                  <a:lnTo>
                    <a:pt x="2786240" y="393954"/>
                  </a:lnTo>
                  <a:lnTo>
                    <a:pt x="2770390" y="298602"/>
                  </a:lnTo>
                  <a:lnTo>
                    <a:pt x="2880563" y="190703"/>
                  </a:lnTo>
                  <a:lnTo>
                    <a:pt x="2884309" y="183972"/>
                  </a:lnTo>
                  <a:lnTo>
                    <a:pt x="2884309" y="17628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2250102" y="2552674"/>
            <a:ext cx="4600575" cy="971550"/>
            <a:chOff x="12250102" y="2552674"/>
            <a:chExt cx="4600575" cy="971550"/>
          </a:xfrm>
        </p:grpSpPr>
        <p:sp>
          <p:nvSpPr>
            <p:cNvPr id="25" name="object 25"/>
            <p:cNvSpPr/>
            <p:nvPr/>
          </p:nvSpPr>
          <p:spPr>
            <a:xfrm>
              <a:off x="12250102" y="2552674"/>
              <a:ext cx="4600575" cy="971550"/>
            </a:xfrm>
            <a:custGeom>
              <a:avLst/>
              <a:gdLst/>
              <a:ahLst/>
              <a:cxnLst/>
              <a:rect l="l" t="t" r="r" b="b"/>
              <a:pathLst>
                <a:path w="4600575" h="971550">
                  <a:moveTo>
                    <a:pt x="4440364" y="0"/>
                  </a:moveTo>
                  <a:lnTo>
                    <a:pt x="160108" y="0"/>
                  </a:lnTo>
                  <a:lnTo>
                    <a:pt x="117848" y="5796"/>
                  </a:lnTo>
                  <a:lnTo>
                    <a:pt x="79686" y="22165"/>
                  </a:lnTo>
                  <a:lnTo>
                    <a:pt x="47221" y="47577"/>
                  </a:lnTo>
                  <a:lnTo>
                    <a:pt x="22053" y="80501"/>
                  </a:lnTo>
                  <a:lnTo>
                    <a:pt x="5779" y="119406"/>
                  </a:lnTo>
                  <a:lnTo>
                    <a:pt x="0" y="162763"/>
                  </a:lnTo>
                  <a:lnTo>
                    <a:pt x="0" y="808799"/>
                  </a:lnTo>
                  <a:lnTo>
                    <a:pt x="4736" y="852150"/>
                  </a:lnTo>
                  <a:lnTo>
                    <a:pt x="20382" y="891052"/>
                  </a:lnTo>
                  <a:lnTo>
                    <a:pt x="45340" y="923974"/>
                  </a:lnTo>
                  <a:lnTo>
                    <a:pt x="78012" y="949384"/>
                  </a:lnTo>
                  <a:lnTo>
                    <a:pt x="116801" y="965753"/>
                  </a:lnTo>
                  <a:lnTo>
                    <a:pt x="160108" y="971550"/>
                  </a:lnTo>
                  <a:lnTo>
                    <a:pt x="4440364" y="971550"/>
                  </a:lnTo>
                  <a:lnTo>
                    <a:pt x="4482654" y="965753"/>
                  </a:lnTo>
                  <a:lnTo>
                    <a:pt x="4520830" y="949384"/>
                  </a:lnTo>
                  <a:lnTo>
                    <a:pt x="4553299" y="923974"/>
                  </a:lnTo>
                  <a:lnTo>
                    <a:pt x="4578465" y="891052"/>
                  </a:lnTo>
                  <a:lnTo>
                    <a:pt x="4594734" y="852150"/>
                  </a:lnTo>
                  <a:lnTo>
                    <a:pt x="4600511" y="808799"/>
                  </a:lnTo>
                  <a:lnTo>
                    <a:pt x="4600511" y="162763"/>
                  </a:lnTo>
                  <a:lnTo>
                    <a:pt x="4588002" y="100472"/>
                  </a:lnTo>
                  <a:lnTo>
                    <a:pt x="4553013" y="47574"/>
                  </a:lnTo>
                  <a:lnTo>
                    <a:pt x="4502308" y="12519"/>
                  </a:lnTo>
                  <a:lnTo>
                    <a:pt x="4440364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3052" y="2799499"/>
              <a:ext cx="2884805" cy="466725"/>
            </a:xfrm>
            <a:custGeom>
              <a:avLst/>
              <a:gdLst/>
              <a:ahLst/>
              <a:cxnLst/>
              <a:rect l="l" t="t" r="r" b="b"/>
              <a:pathLst>
                <a:path w="2884805" h="466725">
                  <a:moveTo>
                    <a:pt x="494309" y="176276"/>
                  </a:moveTo>
                  <a:lnTo>
                    <a:pt x="490537" y="169532"/>
                  </a:lnTo>
                  <a:lnTo>
                    <a:pt x="482993" y="165608"/>
                  </a:lnTo>
                  <a:lnTo>
                    <a:pt x="327799" y="145542"/>
                  </a:lnTo>
                  <a:lnTo>
                    <a:pt x="260235" y="7531"/>
                  </a:lnTo>
                  <a:lnTo>
                    <a:pt x="257695" y="2514"/>
                  </a:lnTo>
                  <a:lnTo>
                    <a:pt x="252615" y="0"/>
                  </a:lnTo>
                  <a:lnTo>
                    <a:pt x="242709" y="0"/>
                  </a:lnTo>
                  <a:lnTo>
                    <a:pt x="237629" y="2514"/>
                  </a:lnTo>
                  <a:lnTo>
                    <a:pt x="164985" y="145542"/>
                  </a:lnTo>
                  <a:lnTo>
                    <a:pt x="12331" y="165608"/>
                  </a:lnTo>
                  <a:lnTo>
                    <a:pt x="4445" y="169532"/>
                  </a:lnTo>
                  <a:lnTo>
                    <a:pt x="101" y="176276"/>
                  </a:lnTo>
                  <a:lnTo>
                    <a:pt x="0" y="183959"/>
                  </a:lnTo>
                  <a:lnTo>
                    <a:pt x="4838" y="190703"/>
                  </a:lnTo>
                  <a:lnTo>
                    <a:pt x="114947" y="298602"/>
                  </a:lnTo>
                  <a:lnTo>
                    <a:pt x="89928" y="449160"/>
                  </a:lnTo>
                  <a:lnTo>
                    <a:pt x="87388" y="459193"/>
                  </a:lnTo>
                  <a:lnTo>
                    <a:pt x="94881" y="466725"/>
                  </a:lnTo>
                  <a:lnTo>
                    <a:pt x="107454" y="466725"/>
                  </a:lnTo>
                  <a:lnTo>
                    <a:pt x="109994" y="464210"/>
                  </a:lnTo>
                  <a:lnTo>
                    <a:pt x="247662" y="393954"/>
                  </a:lnTo>
                  <a:lnTo>
                    <a:pt x="385330" y="464210"/>
                  </a:lnTo>
                  <a:lnTo>
                    <a:pt x="387870" y="464210"/>
                  </a:lnTo>
                  <a:lnTo>
                    <a:pt x="390410" y="466725"/>
                  </a:lnTo>
                  <a:lnTo>
                    <a:pt x="397903" y="466725"/>
                  </a:lnTo>
                  <a:lnTo>
                    <a:pt x="405396" y="459193"/>
                  </a:lnTo>
                  <a:lnTo>
                    <a:pt x="405396" y="449160"/>
                  </a:lnTo>
                  <a:lnTo>
                    <a:pt x="395287" y="393954"/>
                  </a:lnTo>
                  <a:lnTo>
                    <a:pt x="377837" y="298602"/>
                  </a:lnTo>
                  <a:lnTo>
                    <a:pt x="490486" y="190703"/>
                  </a:lnTo>
                  <a:lnTo>
                    <a:pt x="494296" y="183959"/>
                  </a:lnTo>
                  <a:lnTo>
                    <a:pt x="494309" y="176276"/>
                  </a:lnTo>
                  <a:close/>
                </a:path>
                <a:path w="2884805" h="466725">
                  <a:moveTo>
                    <a:pt x="1091793" y="176276"/>
                  </a:moveTo>
                  <a:lnTo>
                    <a:pt x="1088047" y="169532"/>
                  </a:lnTo>
                  <a:lnTo>
                    <a:pt x="1080528" y="165608"/>
                  </a:lnTo>
                  <a:lnTo>
                    <a:pt x="925334" y="145542"/>
                  </a:lnTo>
                  <a:lnTo>
                    <a:pt x="857643" y="7531"/>
                  </a:lnTo>
                  <a:lnTo>
                    <a:pt x="855230" y="2514"/>
                  </a:lnTo>
                  <a:lnTo>
                    <a:pt x="850150" y="0"/>
                  </a:lnTo>
                  <a:lnTo>
                    <a:pt x="840117" y="0"/>
                  </a:lnTo>
                  <a:lnTo>
                    <a:pt x="835164" y="2514"/>
                  </a:lnTo>
                  <a:lnTo>
                    <a:pt x="762520" y="145542"/>
                  </a:lnTo>
                  <a:lnTo>
                    <a:pt x="609739" y="165608"/>
                  </a:lnTo>
                  <a:lnTo>
                    <a:pt x="601903" y="169532"/>
                  </a:lnTo>
                  <a:lnTo>
                    <a:pt x="597560" y="176276"/>
                  </a:lnTo>
                  <a:lnTo>
                    <a:pt x="597433" y="183959"/>
                  </a:lnTo>
                  <a:lnTo>
                    <a:pt x="602246" y="190703"/>
                  </a:lnTo>
                  <a:lnTo>
                    <a:pt x="712482" y="298602"/>
                  </a:lnTo>
                  <a:lnTo>
                    <a:pt x="687463" y="449160"/>
                  </a:lnTo>
                  <a:lnTo>
                    <a:pt x="684923" y="459193"/>
                  </a:lnTo>
                  <a:lnTo>
                    <a:pt x="692416" y="466725"/>
                  </a:lnTo>
                  <a:lnTo>
                    <a:pt x="704989" y="466725"/>
                  </a:lnTo>
                  <a:lnTo>
                    <a:pt x="707402" y="464210"/>
                  </a:lnTo>
                  <a:lnTo>
                    <a:pt x="845197" y="393954"/>
                  </a:lnTo>
                  <a:lnTo>
                    <a:pt x="982865" y="464210"/>
                  </a:lnTo>
                  <a:lnTo>
                    <a:pt x="985405" y="464210"/>
                  </a:lnTo>
                  <a:lnTo>
                    <a:pt x="987945" y="466725"/>
                  </a:lnTo>
                  <a:lnTo>
                    <a:pt x="995438" y="466725"/>
                  </a:lnTo>
                  <a:lnTo>
                    <a:pt x="1002931" y="459193"/>
                  </a:lnTo>
                  <a:lnTo>
                    <a:pt x="1002931" y="449160"/>
                  </a:lnTo>
                  <a:lnTo>
                    <a:pt x="993749" y="393954"/>
                  </a:lnTo>
                  <a:lnTo>
                    <a:pt x="977912" y="298602"/>
                  </a:lnTo>
                  <a:lnTo>
                    <a:pt x="1088021" y="190703"/>
                  </a:lnTo>
                  <a:lnTo>
                    <a:pt x="1091768" y="183959"/>
                  </a:lnTo>
                  <a:lnTo>
                    <a:pt x="1091793" y="176276"/>
                  </a:lnTo>
                  <a:close/>
                </a:path>
                <a:path w="2884805" h="466725">
                  <a:moveTo>
                    <a:pt x="1689290" y="183959"/>
                  </a:moveTo>
                  <a:lnTo>
                    <a:pt x="1689277" y="176276"/>
                  </a:lnTo>
                  <a:lnTo>
                    <a:pt x="1685531" y="169532"/>
                  </a:lnTo>
                  <a:lnTo>
                    <a:pt x="1678063" y="165608"/>
                  </a:lnTo>
                  <a:lnTo>
                    <a:pt x="1522742" y="145542"/>
                  </a:lnTo>
                  <a:lnTo>
                    <a:pt x="1455178" y="7531"/>
                  </a:lnTo>
                  <a:lnTo>
                    <a:pt x="1452638" y="2514"/>
                  </a:lnTo>
                  <a:lnTo>
                    <a:pt x="1447685" y="0"/>
                  </a:lnTo>
                  <a:lnTo>
                    <a:pt x="1437652" y="0"/>
                  </a:lnTo>
                  <a:lnTo>
                    <a:pt x="1432699" y="2514"/>
                  </a:lnTo>
                  <a:lnTo>
                    <a:pt x="1360055" y="145542"/>
                  </a:lnTo>
                  <a:lnTo>
                    <a:pt x="1207274" y="165608"/>
                  </a:lnTo>
                  <a:lnTo>
                    <a:pt x="1199438" y="169532"/>
                  </a:lnTo>
                  <a:lnTo>
                    <a:pt x="1195095" y="176276"/>
                  </a:lnTo>
                  <a:lnTo>
                    <a:pt x="1194968" y="183959"/>
                  </a:lnTo>
                  <a:lnTo>
                    <a:pt x="1199781" y="190703"/>
                  </a:lnTo>
                  <a:lnTo>
                    <a:pt x="1310017" y="298602"/>
                  </a:lnTo>
                  <a:lnTo>
                    <a:pt x="1284871" y="449160"/>
                  </a:lnTo>
                  <a:lnTo>
                    <a:pt x="1282458" y="459193"/>
                  </a:lnTo>
                  <a:lnTo>
                    <a:pt x="1289951" y="466725"/>
                  </a:lnTo>
                  <a:lnTo>
                    <a:pt x="1302397" y="466725"/>
                  </a:lnTo>
                  <a:lnTo>
                    <a:pt x="1304937" y="464210"/>
                  </a:lnTo>
                  <a:lnTo>
                    <a:pt x="1442605" y="393954"/>
                  </a:lnTo>
                  <a:lnTo>
                    <a:pt x="1580400" y="464210"/>
                  </a:lnTo>
                  <a:lnTo>
                    <a:pt x="1582940" y="464210"/>
                  </a:lnTo>
                  <a:lnTo>
                    <a:pt x="1585353" y="466725"/>
                  </a:lnTo>
                  <a:lnTo>
                    <a:pt x="1592846" y="466725"/>
                  </a:lnTo>
                  <a:lnTo>
                    <a:pt x="1600466" y="459193"/>
                  </a:lnTo>
                  <a:lnTo>
                    <a:pt x="1600466" y="449160"/>
                  </a:lnTo>
                  <a:lnTo>
                    <a:pt x="1591233" y="393954"/>
                  </a:lnTo>
                  <a:lnTo>
                    <a:pt x="1575320" y="298602"/>
                  </a:lnTo>
                  <a:lnTo>
                    <a:pt x="1685556" y="190703"/>
                  </a:lnTo>
                  <a:lnTo>
                    <a:pt x="1689290" y="183959"/>
                  </a:lnTo>
                  <a:close/>
                </a:path>
                <a:path w="2884805" h="466725">
                  <a:moveTo>
                    <a:pt x="2286825" y="183959"/>
                  </a:moveTo>
                  <a:lnTo>
                    <a:pt x="2286800" y="176276"/>
                  </a:lnTo>
                  <a:lnTo>
                    <a:pt x="2283015" y="169532"/>
                  </a:lnTo>
                  <a:lnTo>
                    <a:pt x="2275471" y="165608"/>
                  </a:lnTo>
                  <a:lnTo>
                    <a:pt x="2120277" y="145542"/>
                  </a:lnTo>
                  <a:lnTo>
                    <a:pt x="2052713" y="7531"/>
                  </a:lnTo>
                  <a:lnTo>
                    <a:pt x="2050173" y="2514"/>
                  </a:lnTo>
                  <a:lnTo>
                    <a:pt x="2045220" y="0"/>
                  </a:lnTo>
                  <a:lnTo>
                    <a:pt x="2035187" y="0"/>
                  </a:lnTo>
                  <a:lnTo>
                    <a:pt x="2030107" y="2514"/>
                  </a:lnTo>
                  <a:lnTo>
                    <a:pt x="2027694" y="7531"/>
                  </a:lnTo>
                  <a:lnTo>
                    <a:pt x="1957590" y="145542"/>
                  </a:lnTo>
                  <a:lnTo>
                    <a:pt x="1804809" y="165608"/>
                  </a:lnTo>
                  <a:lnTo>
                    <a:pt x="1796923" y="169532"/>
                  </a:lnTo>
                  <a:lnTo>
                    <a:pt x="1792579" y="176276"/>
                  </a:lnTo>
                  <a:lnTo>
                    <a:pt x="1792478" y="183959"/>
                  </a:lnTo>
                  <a:lnTo>
                    <a:pt x="1797316" y="190703"/>
                  </a:lnTo>
                  <a:lnTo>
                    <a:pt x="1907425" y="298602"/>
                  </a:lnTo>
                  <a:lnTo>
                    <a:pt x="1882406" y="449160"/>
                  </a:lnTo>
                  <a:lnTo>
                    <a:pt x="1879866" y="459193"/>
                  </a:lnTo>
                  <a:lnTo>
                    <a:pt x="1887486" y="466725"/>
                  </a:lnTo>
                  <a:lnTo>
                    <a:pt x="1899932" y="466725"/>
                  </a:lnTo>
                  <a:lnTo>
                    <a:pt x="1902472" y="464210"/>
                  </a:lnTo>
                  <a:lnTo>
                    <a:pt x="2040140" y="393954"/>
                  </a:lnTo>
                  <a:lnTo>
                    <a:pt x="2177935" y="464210"/>
                  </a:lnTo>
                  <a:lnTo>
                    <a:pt x="2180348" y="464210"/>
                  </a:lnTo>
                  <a:lnTo>
                    <a:pt x="2182888" y="466725"/>
                  </a:lnTo>
                  <a:lnTo>
                    <a:pt x="2190381" y="466725"/>
                  </a:lnTo>
                  <a:lnTo>
                    <a:pt x="2197874" y="459193"/>
                  </a:lnTo>
                  <a:lnTo>
                    <a:pt x="2197874" y="449160"/>
                  </a:lnTo>
                  <a:lnTo>
                    <a:pt x="2188692" y="393954"/>
                  </a:lnTo>
                  <a:lnTo>
                    <a:pt x="2172855" y="298602"/>
                  </a:lnTo>
                  <a:lnTo>
                    <a:pt x="2283091" y="190703"/>
                  </a:lnTo>
                  <a:lnTo>
                    <a:pt x="2286825" y="183959"/>
                  </a:lnTo>
                  <a:close/>
                </a:path>
                <a:path w="2884805" h="466725">
                  <a:moveTo>
                    <a:pt x="2884271" y="176276"/>
                  </a:moveTo>
                  <a:lnTo>
                    <a:pt x="2880525" y="169532"/>
                  </a:lnTo>
                  <a:lnTo>
                    <a:pt x="2873006" y="165608"/>
                  </a:lnTo>
                  <a:lnTo>
                    <a:pt x="2720225" y="145542"/>
                  </a:lnTo>
                  <a:lnTo>
                    <a:pt x="2650121" y="7531"/>
                  </a:lnTo>
                  <a:lnTo>
                    <a:pt x="2647708" y="2514"/>
                  </a:lnTo>
                  <a:lnTo>
                    <a:pt x="2642628" y="0"/>
                  </a:lnTo>
                  <a:lnTo>
                    <a:pt x="2632595" y="0"/>
                  </a:lnTo>
                  <a:lnTo>
                    <a:pt x="2627642" y="2514"/>
                  </a:lnTo>
                  <a:lnTo>
                    <a:pt x="2554998" y="145542"/>
                  </a:lnTo>
                  <a:lnTo>
                    <a:pt x="2402344" y="165608"/>
                  </a:lnTo>
                  <a:lnTo>
                    <a:pt x="2394458" y="169532"/>
                  </a:lnTo>
                  <a:lnTo>
                    <a:pt x="2390114" y="176276"/>
                  </a:lnTo>
                  <a:lnTo>
                    <a:pt x="2390013" y="183959"/>
                  </a:lnTo>
                  <a:lnTo>
                    <a:pt x="2394851" y="190703"/>
                  </a:lnTo>
                  <a:lnTo>
                    <a:pt x="2504960" y="298602"/>
                  </a:lnTo>
                  <a:lnTo>
                    <a:pt x="2479941" y="449160"/>
                  </a:lnTo>
                  <a:lnTo>
                    <a:pt x="2477401" y="459193"/>
                  </a:lnTo>
                  <a:lnTo>
                    <a:pt x="2484894" y="466725"/>
                  </a:lnTo>
                  <a:lnTo>
                    <a:pt x="2497467" y="466725"/>
                  </a:lnTo>
                  <a:lnTo>
                    <a:pt x="2500007" y="464210"/>
                  </a:lnTo>
                  <a:lnTo>
                    <a:pt x="2637675" y="393954"/>
                  </a:lnTo>
                  <a:lnTo>
                    <a:pt x="2775343" y="464210"/>
                  </a:lnTo>
                  <a:lnTo>
                    <a:pt x="2777883" y="464210"/>
                  </a:lnTo>
                  <a:lnTo>
                    <a:pt x="2780423" y="466725"/>
                  </a:lnTo>
                  <a:lnTo>
                    <a:pt x="2787916" y="466725"/>
                  </a:lnTo>
                  <a:lnTo>
                    <a:pt x="2795409" y="459193"/>
                  </a:lnTo>
                  <a:lnTo>
                    <a:pt x="2795409" y="449160"/>
                  </a:lnTo>
                  <a:lnTo>
                    <a:pt x="2786227" y="393954"/>
                  </a:lnTo>
                  <a:lnTo>
                    <a:pt x="2770390" y="298602"/>
                  </a:lnTo>
                  <a:lnTo>
                    <a:pt x="2880499" y="190703"/>
                  </a:lnTo>
                  <a:lnTo>
                    <a:pt x="2884246" y="183959"/>
                  </a:lnTo>
                  <a:lnTo>
                    <a:pt x="2884271" y="17627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6855" y="4873326"/>
            <a:ext cx="5761355" cy="21634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20"/>
              </a:spcBef>
            </a:pPr>
            <a:r>
              <a:rPr sz="4900" spc="-45" dirty="0">
                <a:solidFill>
                  <a:srgbClr val="1D1D1B"/>
                </a:solidFill>
                <a:latin typeface="Arial Black"/>
                <a:cs typeface="Arial Black"/>
              </a:rPr>
              <a:t>S6turfi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ct val="83000"/>
              </a:lnSpc>
              <a:spcBef>
                <a:spcPts val="2720"/>
              </a:spcBef>
            </a:pP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It's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composed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mostly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hydrogen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helium.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It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was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named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after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Roman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god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wealth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agriculture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4688" y="4873513"/>
            <a:ext cx="5969635" cy="21634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900" spc="-65" dirty="0">
                <a:solidFill>
                  <a:srgbClr val="1D1D1B"/>
                </a:solidFill>
                <a:latin typeface="Arial Black"/>
                <a:cs typeface="Arial Black"/>
              </a:rPr>
              <a:t>Neptufie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ct val="83000"/>
              </a:lnSpc>
              <a:spcBef>
                <a:spcPts val="271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Neptune</a:t>
            </a:r>
            <a:r>
              <a:rPr sz="2750" spc="-2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farthest</a:t>
            </a:r>
            <a:r>
              <a:rPr sz="2750" spc="-2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2750" spc="-105" dirty="0">
                <a:solidFill>
                  <a:srgbClr val="1D1D1B"/>
                </a:solidFill>
                <a:latin typeface="Tahoma"/>
                <a:cs typeface="Tahoma"/>
              </a:rPr>
              <a:t>Sun.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It's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also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fourth-largest</a:t>
            </a:r>
            <a:r>
              <a:rPr sz="2750" spc="-2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object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by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diameter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in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Solar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System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0155" y="891247"/>
            <a:ext cx="4461510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155" dirty="0"/>
              <a:t>6w6rds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294149" y="3152495"/>
            <a:ext cx="1533525" cy="1524000"/>
            <a:chOff x="4294149" y="3152495"/>
            <a:chExt cx="1533525" cy="1524000"/>
          </a:xfrm>
        </p:grpSpPr>
        <p:sp>
          <p:nvSpPr>
            <p:cNvPr id="6" name="object 6"/>
            <p:cNvSpPr/>
            <p:nvPr/>
          </p:nvSpPr>
          <p:spPr>
            <a:xfrm>
              <a:off x="4294149" y="3152495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53" y="0"/>
                  </a:lnTo>
                  <a:lnTo>
                    <a:pt x="207095" y="4133"/>
                  </a:lnTo>
                  <a:lnTo>
                    <a:pt x="164275" y="16040"/>
                  </a:lnTo>
                  <a:lnTo>
                    <a:pt x="124892" y="34979"/>
                  </a:lnTo>
                  <a:lnTo>
                    <a:pt x="89648" y="60211"/>
                  </a:lnTo>
                  <a:lnTo>
                    <a:pt x="59241" y="90994"/>
                  </a:lnTo>
                  <a:lnTo>
                    <a:pt x="34373" y="126589"/>
                  </a:lnTo>
                  <a:lnTo>
                    <a:pt x="15743" y="166255"/>
                  </a:lnTo>
                  <a:lnTo>
                    <a:pt x="4052" y="209251"/>
                  </a:lnTo>
                  <a:lnTo>
                    <a:pt x="0" y="254838"/>
                  </a:lnTo>
                  <a:lnTo>
                    <a:pt x="0" y="1269174"/>
                  </a:lnTo>
                  <a:lnTo>
                    <a:pt x="3393" y="1315419"/>
                  </a:lnTo>
                  <a:lnTo>
                    <a:pt x="14734" y="1358764"/>
                  </a:lnTo>
                  <a:lnTo>
                    <a:pt x="33261" y="1398531"/>
                  </a:lnTo>
                  <a:lnTo>
                    <a:pt x="58212" y="1434042"/>
                  </a:lnTo>
                  <a:lnTo>
                    <a:pt x="88824" y="1464617"/>
                  </a:lnTo>
                  <a:lnTo>
                    <a:pt x="124336" y="1489579"/>
                  </a:lnTo>
                  <a:lnTo>
                    <a:pt x="163986" y="1508249"/>
                  </a:lnTo>
                  <a:lnTo>
                    <a:pt x="207013" y="1519949"/>
                  </a:lnTo>
                  <a:lnTo>
                    <a:pt x="252653" y="1524000"/>
                  </a:lnTo>
                  <a:lnTo>
                    <a:pt x="1278318" y="1524000"/>
                  </a:lnTo>
                  <a:lnTo>
                    <a:pt x="1324624" y="1519867"/>
                  </a:lnTo>
                  <a:lnTo>
                    <a:pt x="1368026" y="1507961"/>
                  </a:lnTo>
                  <a:lnTo>
                    <a:pt x="1407845" y="1489023"/>
                  </a:lnTo>
                  <a:lnTo>
                    <a:pt x="1443402" y="1463794"/>
                  </a:lnTo>
                  <a:lnTo>
                    <a:pt x="1474016" y="1433012"/>
                  </a:lnTo>
                  <a:lnTo>
                    <a:pt x="1499010" y="1397419"/>
                  </a:lnTo>
                  <a:lnTo>
                    <a:pt x="1517704" y="1357755"/>
                  </a:lnTo>
                  <a:lnTo>
                    <a:pt x="1529418" y="1314760"/>
                  </a:lnTo>
                  <a:lnTo>
                    <a:pt x="1533474" y="1269174"/>
                  </a:lnTo>
                  <a:lnTo>
                    <a:pt x="1533474" y="254838"/>
                  </a:lnTo>
                  <a:lnTo>
                    <a:pt x="1528433" y="204946"/>
                  </a:lnTo>
                  <a:lnTo>
                    <a:pt x="1513778" y="157400"/>
                  </a:lnTo>
                  <a:lnTo>
                    <a:pt x="1490209" y="113602"/>
                  </a:lnTo>
                  <a:lnTo>
                    <a:pt x="1458429" y="74955"/>
                  </a:lnTo>
                  <a:lnTo>
                    <a:pt x="1419736" y="43216"/>
                  </a:lnTo>
                  <a:lnTo>
                    <a:pt x="1375879" y="19675"/>
                  </a:lnTo>
                  <a:lnTo>
                    <a:pt x="1328270" y="5035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91646" y="3547503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501421" y="280352"/>
                  </a:moveTo>
                  <a:lnTo>
                    <a:pt x="499656" y="270459"/>
                  </a:lnTo>
                  <a:lnTo>
                    <a:pt x="494868" y="263144"/>
                  </a:lnTo>
                  <a:lnTo>
                    <a:pt x="487730" y="258178"/>
                  </a:lnTo>
                  <a:lnTo>
                    <a:pt x="478955" y="255320"/>
                  </a:lnTo>
                  <a:lnTo>
                    <a:pt x="461505" y="255320"/>
                  </a:lnTo>
                  <a:lnTo>
                    <a:pt x="463804" y="247027"/>
                  </a:lnTo>
                  <a:lnTo>
                    <a:pt x="466801" y="237807"/>
                  </a:lnTo>
                  <a:lnTo>
                    <a:pt x="470268" y="228574"/>
                  </a:lnTo>
                  <a:lnTo>
                    <a:pt x="473976" y="220281"/>
                  </a:lnTo>
                  <a:lnTo>
                    <a:pt x="476313" y="192709"/>
                  </a:lnTo>
                  <a:lnTo>
                    <a:pt x="466496" y="168656"/>
                  </a:lnTo>
                  <a:lnTo>
                    <a:pt x="447319" y="151638"/>
                  </a:lnTo>
                  <a:lnTo>
                    <a:pt x="421589" y="145186"/>
                  </a:lnTo>
                  <a:lnTo>
                    <a:pt x="386664" y="145186"/>
                  </a:lnTo>
                  <a:lnTo>
                    <a:pt x="386664" y="97612"/>
                  </a:lnTo>
                  <a:lnTo>
                    <a:pt x="411619" y="97612"/>
                  </a:lnTo>
                  <a:lnTo>
                    <a:pt x="421436" y="95465"/>
                  </a:lnTo>
                  <a:lnTo>
                    <a:pt x="428447" y="89801"/>
                  </a:lnTo>
                  <a:lnTo>
                    <a:pt x="432663" y="81788"/>
                  </a:lnTo>
                  <a:lnTo>
                    <a:pt x="434073" y="72593"/>
                  </a:lnTo>
                  <a:lnTo>
                    <a:pt x="432308" y="62699"/>
                  </a:lnTo>
                  <a:lnTo>
                    <a:pt x="427520" y="55384"/>
                  </a:lnTo>
                  <a:lnTo>
                    <a:pt x="420382" y="50419"/>
                  </a:lnTo>
                  <a:lnTo>
                    <a:pt x="411619" y="47561"/>
                  </a:lnTo>
                  <a:lnTo>
                    <a:pt x="386664" y="47561"/>
                  </a:lnTo>
                  <a:lnTo>
                    <a:pt x="386664" y="25031"/>
                  </a:lnTo>
                  <a:lnTo>
                    <a:pt x="384911" y="15138"/>
                  </a:lnTo>
                  <a:lnTo>
                    <a:pt x="380111" y="7823"/>
                  </a:lnTo>
                  <a:lnTo>
                    <a:pt x="372986" y="2857"/>
                  </a:lnTo>
                  <a:lnTo>
                    <a:pt x="364223" y="0"/>
                  </a:lnTo>
                  <a:lnTo>
                    <a:pt x="355447" y="1803"/>
                  </a:lnTo>
                  <a:lnTo>
                    <a:pt x="348310" y="6883"/>
                  </a:lnTo>
                  <a:lnTo>
                    <a:pt x="343522" y="14782"/>
                  </a:lnTo>
                  <a:lnTo>
                    <a:pt x="341769" y="25031"/>
                  </a:lnTo>
                  <a:lnTo>
                    <a:pt x="341769" y="47561"/>
                  </a:lnTo>
                  <a:lnTo>
                    <a:pt x="314325" y="47561"/>
                  </a:lnTo>
                  <a:lnTo>
                    <a:pt x="305587" y="49720"/>
                  </a:lnTo>
                  <a:lnTo>
                    <a:pt x="298729" y="55384"/>
                  </a:lnTo>
                  <a:lnTo>
                    <a:pt x="294678" y="63411"/>
                  </a:lnTo>
                  <a:lnTo>
                    <a:pt x="294373" y="72593"/>
                  </a:lnTo>
                  <a:lnTo>
                    <a:pt x="296075" y="81788"/>
                  </a:lnTo>
                  <a:lnTo>
                    <a:pt x="300596" y="89801"/>
                  </a:lnTo>
                  <a:lnTo>
                    <a:pt x="306984" y="95465"/>
                  </a:lnTo>
                  <a:lnTo>
                    <a:pt x="314325" y="97612"/>
                  </a:lnTo>
                  <a:lnTo>
                    <a:pt x="341769" y="97612"/>
                  </a:lnTo>
                  <a:lnTo>
                    <a:pt x="341769" y="145186"/>
                  </a:lnTo>
                  <a:lnTo>
                    <a:pt x="306844" y="145186"/>
                  </a:lnTo>
                  <a:lnTo>
                    <a:pt x="281114" y="151638"/>
                  </a:lnTo>
                  <a:lnTo>
                    <a:pt x="261937" y="168656"/>
                  </a:lnTo>
                  <a:lnTo>
                    <a:pt x="252107" y="192709"/>
                  </a:lnTo>
                  <a:lnTo>
                    <a:pt x="254457" y="220281"/>
                  </a:lnTo>
                  <a:lnTo>
                    <a:pt x="256400" y="228574"/>
                  </a:lnTo>
                  <a:lnTo>
                    <a:pt x="258813" y="237807"/>
                  </a:lnTo>
                  <a:lnTo>
                    <a:pt x="262166" y="247027"/>
                  </a:lnTo>
                  <a:lnTo>
                    <a:pt x="266928" y="255320"/>
                  </a:lnTo>
                  <a:lnTo>
                    <a:pt x="246964" y="255320"/>
                  </a:lnTo>
                  <a:lnTo>
                    <a:pt x="224434" y="288099"/>
                  </a:lnTo>
                  <a:lnTo>
                    <a:pt x="227634" y="295376"/>
                  </a:lnTo>
                  <a:lnTo>
                    <a:pt x="233629" y="300774"/>
                  </a:lnTo>
                  <a:lnTo>
                    <a:pt x="241985" y="302882"/>
                  </a:lnTo>
                  <a:lnTo>
                    <a:pt x="266928" y="302882"/>
                  </a:lnTo>
                  <a:lnTo>
                    <a:pt x="266496" y="339966"/>
                  </a:lnTo>
                  <a:lnTo>
                    <a:pt x="261620" y="376110"/>
                  </a:lnTo>
                  <a:lnTo>
                    <a:pt x="252539" y="411302"/>
                  </a:lnTo>
                  <a:lnTo>
                    <a:pt x="239483" y="445554"/>
                  </a:lnTo>
                  <a:lnTo>
                    <a:pt x="483958" y="445554"/>
                  </a:lnTo>
                  <a:lnTo>
                    <a:pt x="469493" y="411302"/>
                  </a:lnTo>
                  <a:lnTo>
                    <a:pt x="459943" y="376110"/>
                  </a:lnTo>
                  <a:lnTo>
                    <a:pt x="455536" y="339966"/>
                  </a:lnTo>
                  <a:lnTo>
                    <a:pt x="456514" y="302882"/>
                  </a:lnTo>
                  <a:lnTo>
                    <a:pt x="478967" y="302882"/>
                  </a:lnTo>
                  <a:lnTo>
                    <a:pt x="488784" y="301129"/>
                  </a:lnTo>
                  <a:lnTo>
                    <a:pt x="495808" y="296316"/>
                  </a:lnTo>
                  <a:lnTo>
                    <a:pt x="500011" y="289153"/>
                  </a:lnTo>
                  <a:lnTo>
                    <a:pt x="501421" y="280352"/>
                  </a:lnTo>
                  <a:close/>
                </a:path>
                <a:path w="733425" h="733425">
                  <a:moveTo>
                    <a:pt x="548817" y="543179"/>
                  </a:moveTo>
                  <a:lnTo>
                    <a:pt x="538645" y="523748"/>
                  </a:lnTo>
                  <a:lnTo>
                    <a:pt x="523557" y="507822"/>
                  </a:lnTo>
                  <a:lnTo>
                    <a:pt x="504266" y="497078"/>
                  </a:lnTo>
                  <a:lnTo>
                    <a:pt x="481469" y="493115"/>
                  </a:lnTo>
                  <a:lnTo>
                    <a:pt x="241985" y="493115"/>
                  </a:lnTo>
                  <a:lnTo>
                    <a:pt x="220230" y="497078"/>
                  </a:lnTo>
                  <a:lnTo>
                    <a:pt x="200812" y="507822"/>
                  </a:lnTo>
                  <a:lnTo>
                    <a:pt x="185140" y="523748"/>
                  </a:lnTo>
                  <a:lnTo>
                    <a:pt x="174625" y="543179"/>
                  </a:lnTo>
                  <a:lnTo>
                    <a:pt x="548817" y="543179"/>
                  </a:lnTo>
                  <a:close/>
                </a:path>
                <a:path w="733425" h="733425">
                  <a:moveTo>
                    <a:pt x="733425" y="708393"/>
                  </a:moveTo>
                  <a:lnTo>
                    <a:pt x="729792" y="700646"/>
                  </a:lnTo>
                  <a:lnTo>
                    <a:pt x="723125" y="693381"/>
                  </a:lnTo>
                  <a:lnTo>
                    <a:pt x="714121" y="687984"/>
                  </a:lnTo>
                  <a:lnTo>
                    <a:pt x="703491" y="685863"/>
                  </a:lnTo>
                  <a:lnTo>
                    <a:pt x="603707" y="685863"/>
                  </a:lnTo>
                  <a:lnTo>
                    <a:pt x="603707" y="660831"/>
                  </a:lnTo>
                  <a:lnTo>
                    <a:pt x="598004" y="632993"/>
                  </a:lnTo>
                  <a:lnTo>
                    <a:pt x="582498" y="610768"/>
                  </a:lnTo>
                  <a:lnTo>
                    <a:pt x="559498" y="596061"/>
                  </a:lnTo>
                  <a:lnTo>
                    <a:pt x="531355" y="590740"/>
                  </a:lnTo>
                  <a:lnTo>
                    <a:pt x="197078" y="590740"/>
                  </a:lnTo>
                  <a:lnTo>
                    <a:pt x="170370" y="596061"/>
                  </a:lnTo>
                  <a:lnTo>
                    <a:pt x="148107" y="610768"/>
                  </a:lnTo>
                  <a:lnTo>
                    <a:pt x="132867" y="632993"/>
                  </a:lnTo>
                  <a:lnTo>
                    <a:pt x="127228" y="660831"/>
                  </a:lnTo>
                  <a:lnTo>
                    <a:pt x="127228" y="685863"/>
                  </a:lnTo>
                  <a:lnTo>
                    <a:pt x="24942" y="685863"/>
                  </a:lnTo>
                  <a:lnTo>
                    <a:pt x="16129" y="687984"/>
                  </a:lnTo>
                  <a:lnTo>
                    <a:pt x="8724" y="693381"/>
                  </a:lnTo>
                  <a:lnTo>
                    <a:pt x="3187" y="700646"/>
                  </a:lnTo>
                  <a:lnTo>
                    <a:pt x="0" y="708393"/>
                  </a:lnTo>
                  <a:lnTo>
                    <a:pt x="1790" y="717588"/>
                  </a:lnTo>
                  <a:lnTo>
                    <a:pt x="6858" y="725601"/>
                  </a:lnTo>
                  <a:lnTo>
                    <a:pt x="14732" y="731278"/>
                  </a:lnTo>
                  <a:lnTo>
                    <a:pt x="24930" y="733425"/>
                  </a:lnTo>
                  <a:lnTo>
                    <a:pt x="710971" y="733425"/>
                  </a:lnTo>
                  <a:lnTo>
                    <a:pt x="719734" y="731278"/>
                  </a:lnTo>
                  <a:lnTo>
                    <a:pt x="726871" y="725601"/>
                  </a:lnTo>
                  <a:lnTo>
                    <a:pt x="731659" y="717588"/>
                  </a:lnTo>
                  <a:lnTo>
                    <a:pt x="733425" y="708393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468885" y="3152495"/>
            <a:ext cx="1533525" cy="1524000"/>
            <a:chOff x="12468885" y="3152495"/>
            <a:chExt cx="1533525" cy="1524000"/>
          </a:xfrm>
        </p:grpSpPr>
        <p:sp>
          <p:nvSpPr>
            <p:cNvPr id="9" name="object 9"/>
            <p:cNvSpPr/>
            <p:nvPr/>
          </p:nvSpPr>
          <p:spPr>
            <a:xfrm>
              <a:off x="12468885" y="3152495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56" y="0"/>
                  </a:moveTo>
                  <a:lnTo>
                    <a:pt x="252704" y="0"/>
                  </a:lnTo>
                  <a:lnTo>
                    <a:pt x="207131" y="4133"/>
                  </a:lnTo>
                  <a:lnTo>
                    <a:pt x="164299" y="16040"/>
                  </a:lnTo>
                  <a:lnTo>
                    <a:pt x="124907" y="34979"/>
                  </a:lnTo>
                  <a:lnTo>
                    <a:pt x="89656" y="60211"/>
                  </a:lnTo>
                  <a:lnTo>
                    <a:pt x="59246" y="90994"/>
                  </a:lnTo>
                  <a:lnTo>
                    <a:pt x="34375" y="126589"/>
                  </a:lnTo>
                  <a:lnTo>
                    <a:pt x="15744" y="166255"/>
                  </a:lnTo>
                  <a:lnTo>
                    <a:pt x="4052" y="209251"/>
                  </a:lnTo>
                  <a:lnTo>
                    <a:pt x="0" y="254838"/>
                  </a:lnTo>
                  <a:lnTo>
                    <a:pt x="0" y="1269174"/>
                  </a:lnTo>
                  <a:lnTo>
                    <a:pt x="3393" y="1315419"/>
                  </a:lnTo>
                  <a:lnTo>
                    <a:pt x="14735" y="1358764"/>
                  </a:lnTo>
                  <a:lnTo>
                    <a:pt x="33263" y="1398531"/>
                  </a:lnTo>
                  <a:lnTo>
                    <a:pt x="58216" y="1434042"/>
                  </a:lnTo>
                  <a:lnTo>
                    <a:pt x="88833" y="1464617"/>
                  </a:lnTo>
                  <a:lnTo>
                    <a:pt x="124351" y="1489579"/>
                  </a:lnTo>
                  <a:lnTo>
                    <a:pt x="164010" y="1508249"/>
                  </a:lnTo>
                  <a:lnTo>
                    <a:pt x="207048" y="1519949"/>
                  </a:lnTo>
                  <a:lnTo>
                    <a:pt x="252704" y="1524000"/>
                  </a:lnTo>
                  <a:lnTo>
                    <a:pt x="1278356" y="1524000"/>
                  </a:lnTo>
                  <a:lnTo>
                    <a:pt x="1324635" y="1519867"/>
                  </a:lnTo>
                  <a:lnTo>
                    <a:pt x="1368022" y="1507961"/>
                  </a:lnTo>
                  <a:lnTo>
                    <a:pt x="1407835" y="1489023"/>
                  </a:lnTo>
                  <a:lnTo>
                    <a:pt x="1443393" y="1463794"/>
                  </a:lnTo>
                  <a:lnTo>
                    <a:pt x="1474014" y="1433012"/>
                  </a:lnTo>
                  <a:lnTo>
                    <a:pt x="1499016" y="1397419"/>
                  </a:lnTo>
                  <a:lnTo>
                    <a:pt x="1517719" y="1357755"/>
                  </a:lnTo>
                  <a:lnTo>
                    <a:pt x="1529441" y="1314760"/>
                  </a:lnTo>
                  <a:lnTo>
                    <a:pt x="1533499" y="1269174"/>
                  </a:lnTo>
                  <a:lnTo>
                    <a:pt x="1533499" y="254838"/>
                  </a:lnTo>
                  <a:lnTo>
                    <a:pt x="1528451" y="204946"/>
                  </a:lnTo>
                  <a:lnTo>
                    <a:pt x="1513782" y="157400"/>
                  </a:lnTo>
                  <a:lnTo>
                    <a:pt x="1490208" y="113602"/>
                  </a:lnTo>
                  <a:lnTo>
                    <a:pt x="1458442" y="74955"/>
                  </a:lnTo>
                  <a:lnTo>
                    <a:pt x="1419767" y="43216"/>
                  </a:lnTo>
                  <a:lnTo>
                    <a:pt x="1375924" y="19675"/>
                  </a:lnTo>
                  <a:lnTo>
                    <a:pt x="1328319" y="5035"/>
                  </a:lnTo>
                  <a:lnTo>
                    <a:pt x="127835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873863" y="3547503"/>
              <a:ext cx="714375" cy="733425"/>
            </a:xfrm>
            <a:custGeom>
              <a:avLst/>
              <a:gdLst/>
              <a:ahLst/>
              <a:cxnLst/>
              <a:rect l="l" t="t" r="r" b="b"/>
              <a:pathLst>
                <a:path w="714375" h="733425">
                  <a:moveTo>
                    <a:pt x="572262" y="688365"/>
                  </a:moveTo>
                  <a:lnTo>
                    <a:pt x="568756" y="668934"/>
                  </a:lnTo>
                  <a:lnTo>
                    <a:pt x="559181" y="653021"/>
                  </a:lnTo>
                  <a:lnTo>
                    <a:pt x="544931" y="642264"/>
                  </a:lnTo>
                  <a:lnTo>
                    <a:pt x="527431" y="638314"/>
                  </a:lnTo>
                  <a:lnTo>
                    <a:pt x="191630" y="638314"/>
                  </a:lnTo>
                  <a:lnTo>
                    <a:pt x="172656" y="641908"/>
                  </a:lnTo>
                  <a:lnTo>
                    <a:pt x="157657" y="652081"/>
                  </a:lnTo>
                  <a:lnTo>
                    <a:pt x="147815" y="667880"/>
                  </a:lnTo>
                  <a:lnTo>
                    <a:pt x="144272" y="688365"/>
                  </a:lnTo>
                  <a:lnTo>
                    <a:pt x="144272" y="710895"/>
                  </a:lnTo>
                  <a:lnTo>
                    <a:pt x="146062" y="720750"/>
                  </a:lnTo>
                  <a:lnTo>
                    <a:pt x="151142" y="727798"/>
                  </a:lnTo>
                  <a:lnTo>
                    <a:pt x="159004" y="732028"/>
                  </a:lnTo>
                  <a:lnTo>
                    <a:pt x="169164" y="733425"/>
                  </a:lnTo>
                  <a:lnTo>
                    <a:pt x="552323" y="733425"/>
                  </a:lnTo>
                  <a:lnTo>
                    <a:pt x="560679" y="731672"/>
                  </a:lnTo>
                  <a:lnTo>
                    <a:pt x="566953" y="726859"/>
                  </a:lnTo>
                  <a:lnTo>
                    <a:pt x="570890" y="719696"/>
                  </a:lnTo>
                  <a:lnTo>
                    <a:pt x="572262" y="710895"/>
                  </a:lnTo>
                  <a:lnTo>
                    <a:pt x="572262" y="688365"/>
                  </a:lnTo>
                  <a:close/>
                </a:path>
                <a:path w="714375" h="733425">
                  <a:moveTo>
                    <a:pt x="713994" y="72593"/>
                  </a:moveTo>
                  <a:lnTo>
                    <a:pt x="694055" y="50063"/>
                  </a:lnTo>
                  <a:lnTo>
                    <a:pt x="669290" y="50063"/>
                  </a:lnTo>
                  <a:lnTo>
                    <a:pt x="669290" y="92608"/>
                  </a:lnTo>
                  <a:lnTo>
                    <a:pt x="669290" y="167716"/>
                  </a:lnTo>
                  <a:lnTo>
                    <a:pt x="660946" y="210743"/>
                  </a:lnTo>
                  <a:lnTo>
                    <a:pt x="638136" y="247192"/>
                  </a:lnTo>
                  <a:lnTo>
                    <a:pt x="604139" y="273316"/>
                  </a:lnTo>
                  <a:lnTo>
                    <a:pt x="562216" y="285369"/>
                  </a:lnTo>
                  <a:lnTo>
                    <a:pt x="566953" y="268427"/>
                  </a:lnTo>
                  <a:lnTo>
                    <a:pt x="569849" y="252361"/>
                  </a:lnTo>
                  <a:lnTo>
                    <a:pt x="569950" y="251802"/>
                  </a:lnTo>
                  <a:lnTo>
                    <a:pt x="570052" y="251256"/>
                  </a:lnTo>
                  <a:lnTo>
                    <a:pt x="571741" y="233654"/>
                  </a:lnTo>
                  <a:lnTo>
                    <a:pt x="572262" y="215265"/>
                  </a:lnTo>
                  <a:lnTo>
                    <a:pt x="572262" y="92608"/>
                  </a:lnTo>
                  <a:lnTo>
                    <a:pt x="669290" y="92608"/>
                  </a:lnTo>
                  <a:lnTo>
                    <a:pt x="669290" y="50063"/>
                  </a:lnTo>
                  <a:lnTo>
                    <a:pt x="572262" y="50063"/>
                  </a:lnTo>
                  <a:lnTo>
                    <a:pt x="572262" y="25031"/>
                  </a:lnTo>
                  <a:lnTo>
                    <a:pt x="570496" y="15138"/>
                  </a:lnTo>
                  <a:lnTo>
                    <a:pt x="565683" y="7823"/>
                  </a:lnTo>
                  <a:lnTo>
                    <a:pt x="558546" y="2857"/>
                  </a:lnTo>
                  <a:lnTo>
                    <a:pt x="549783" y="0"/>
                  </a:lnTo>
                  <a:lnTo>
                    <a:pt x="477989" y="0"/>
                  </a:lnTo>
                  <a:lnTo>
                    <a:pt x="477989" y="190550"/>
                  </a:lnTo>
                  <a:lnTo>
                    <a:pt x="476859" y="196697"/>
                  </a:lnTo>
                  <a:lnTo>
                    <a:pt x="472694" y="200253"/>
                  </a:lnTo>
                  <a:lnTo>
                    <a:pt x="432943" y="237794"/>
                  </a:lnTo>
                  <a:lnTo>
                    <a:pt x="442849" y="290360"/>
                  </a:lnTo>
                  <a:lnTo>
                    <a:pt x="443407" y="297446"/>
                  </a:lnTo>
                  <a:lnTo>
                    <a:pt x="441604" y="303822"/>
                  </a:lnTo>
                  <a:lnTo>
                    <a:pt x="437946" y="309727"/>
                  </a:lnTo>
                  <a:lnTo>
                    <a:pt x="432943" y="315391"/>
                  </a:lnTo>
                  <a:lnTo>
                    <a:pt x="427863" y="317893"/>
                  </a:lnTo>
                  <a:lnTo>
                    <a:pt x="422910" y="320408"/>
                  </a:lnTo>
                  <a:lnTo>
                    <a:pt x="417957" y="317893"/>
                  </a:lnTo>
                  <a:lnTo>
                    <a:pt x="410464" y="317893"/>
                  </a:lnTo>
                  <a:lnTo>
                    <a:pt x="408051" y="315391"/>
                  </a:lnTo>
                  <a:lnTo>
                    <a:pt x="360807" y="290360"/>
                  </a:lnTo>
                  <a:lnTo>
                    <a:pt x="313436" y="315391"/>
                  </a:lnTo>
                  <a:lnTo>
                    <a:pt x="308483" y="317893"/>
                  </a:lnTo>
                  <a:lnTo>
                    <a:pt x="296037" y="317893"/>
                  </a:lnTo>
                  <a:lnTo>
                    <a:pt x="291084" y="315391"/>
                  </a:lnTo>
                  <a:lnTo>
                    <a:pt x="288544" y="315391"/>
                  </a:lnTo>
                  <a:lnTo>
                    <a:pt x="283883" y="310781"/>
                  </a:lnTo>
                  <a:lnTo>
                    <a:pt x="280822" y="304761"/>
                  </a:lnTo>
                  <a:lnTo>
                    <a:pt x="279146" y="297802"/>
                  </a:lnTo>
                  <a:lnTo>
                    <a:pt x="278638" y="290360"/>
                  </a:lnTo>
                  <a:lnTo>
                    <a:pt x="279107" y="287858"/>
                  </a:lnTo>
                  <a:lnTo>
                    <a:pt x="288544" y="237794"/>
                  </a:lnTo>
                  <a:lnTo>
                    <a:pt x="251333" y="200253"/>
                  </a:lnTo>
                  <a:lnTo>
                    <a:pt x="246634" y="194589"/>
                  </a:lnTo>
                  <a:lnTo>
                    <a:pt x="243814" y="188671"/>
                  </a:lnTo>
                  <a:lnTo>
                    <a:pt x="242989" y="183007"/>
                  </a:lnTo>
                  <a:lnTo>
                    <a:pt x="242874" y="182308"/>
                  </a:lnTo>
                  <a:lnTo>
                    <a:pt x="243840" y="175221"/>
                  </a:lnTo>
                  <a:lnTo>
                    <a:pt x="246253" y="167716"/>
                  </a:lnTo>
                  <a:lnTo>
                    <a:pt x="253746" y="160197"/>
                  </a:lnTo>
                  <a:lnTo>
                    <a:pt x="261239" y="160197"/>
                  </a:lnTo>
                  <a:lnTo>
                    <a:pt x="313436" y="155194"/>
                  </a:lnTo>
                  <a:lnTo>
                    <a:pt x="335915" y="107632"/>
                  </a:lnTo>
                  <a:lnTo>
                    <a:pt x="340868" y="97624"/>
                  </a:lnTo>
                  <a:lnTo>
                    <a:pt x="343331" y="95123"/>
                  </a:lnTo>
                  <a:lnTo>
                    <a:pt x="345821" y="92608"/>
                  </a:lnTo>
                  <a:lnTo>
                    <a:pt x="355727" y="92608"/>
                  </a:lnTo>
                  <a:lnTo>
                    <a:pt x="398018" y="155194"/>
                  </a:lnTo>
                  <a:lnTo>
                    <a:pt x="452755" y="160197"/>
                  </a:lnTo>
                  <a:lnTo>
                    <a:pt x="462788" y="162699"/>
                  </a:lnTo>
                  <a:lnTo>
                    <a:pt x="470154" y="167716"/>
                  </a:lnTo>
                  <a:lnTo>
                    <a:pt x="470154" y="175221"/>
                  </a:lnTo>
                  <a:lnTo>
                    <a:pt x="475830" y="183007"/>
                  </a:lnTo>
                  <a:lnTo>
                    <a:pt x="477989" y="190550"/>
                  </a:lnTo>
                  <a:lnTo>
                    <a:pt x="477989" y="0"/>
                  </a:lnTo>
                  <a:lnTo>
                    <a:pt x="169164" y="0"/>
                  </a:lnTo>
                  <a:lnTo>
                    <a:pt x="159359" y="1803"/>
                  </a:lnTo>
                  <a:lnTo>
                    <a:pt x="156718" y="3657"/>
                  </a:lnTo>
                  <a:lnTo>
                    <a:pt x="156718" y="287858"/>
                  </a:lnTo>
                  <a:lnTo>
                    <a:pt x="116293" y="276136"/>
                  </a:lnTo>
                  <a:lnTo>
                    <a:pt x="83083" y="250317"/>
                  </a:lnTo>
                  <a:lnTo>
                    <a:pt x="60591" y="213245"/>
                  </a:lnTo>
                  <a:lnTo>
                    <a:pt x="52324" y="167716"/>
                  </a:lnTo>
                  <a:lnTo>
                    <a:pt x="52324" y="95123"/>
                  </a:lnTo>
                  <a:lnTo>
                    <a:pt x="144272" y="95123"/>
                  </a:lnTo>
                  <a:lnTo>
                    <a:pt x="144272" y="215265"/>
                  </a:lnTo>
                  <a:lnTo>
                    <a:pt x="145161" y="233654"/>
                  </a:lnTo>
                  <a:lnTo>
                    <a:pt x="147637" y="251256"/>
                  </a:lnTo>
                  <a:lnTo>
                    <a:pt x="147726" y="251802"/>
                  </a:lnTo>
                  <a:lnTo>
                    <a:pt x="151599" y="269481"/>
                  </a:lnTo>
                  <a:lnTo>
                    <a:pt x="156718" y="287858"/>
                  </a:lnTo>
                  <a:lnTo>
                    <a:pt x="156718" y="3657"/>
                  </a:lnTo>
                  <a:lnTo>
                    <a:pt x="152095" y="6883"/>
                  </a:lnTo>
                  <a:lnTo>
                    <a:pt x="147142" y="14782"/>
                  </a:lnTo>
                  <a:lnTo>
                    <a:pt x="144272" y="25031"/>
                  </a:lnTo>
                  <a:lnTo>
                    <a:pt x="144272" y="50063"/>
                  </a:lnTo>
                  <a:lnTo>
                    <a:pt x="24892" y="50063"/>
                  </a:lnTo>
                  <a:lnTo>
                    <a:pt x="14732" y="51828"/>
                  </a:lnTo>
                  <a:lnTo>
                    <a:pt x="6870" y="56642"/>
                  </a:lnTo>
                  <a:lnTo>
                    <a:pt x="1790" y="63792"/>
                  </a:lnTo>
                  <a:lnTo>
                    <a:pt x="0" y="72593"/>
                  </a:lnTo>
                  <a:lnTo>
                    <a:pt x="0" y="167716"/>
                  </a:lnTo>
                  <a:lnTo>
                    <a:pt x="5969" y="212128"/>
                  </a:lnTo>
                  <a:lnTo>
                    <a:pt x="22758" y="251561"/>
                  </a:lnTo>
                  <a:lnTo>
                    <a:pt x="22860" y="251802"/>
                  </a:lnTo>
                  <a:lnTo>
                    <a:pt x="49149" y="285369"/>
                  </a:lnTo>
                  <a:lnTo>
                    <a:pt x="83312" y="311416"/>
                  </a:lnTo>
                  <a:lnTo>
                    <a:pt x="123825" y="328561"/>
                  </a:lnTo>
                  <a:lnTo>
                    <a:pt x="169164" y="335419"/>
                  </a:lnTo>
                  <a:lnTo>
                    <a:pt x="179197" y="335419"/>
                  </a:lnTo>
                  <a:lnTo>
                    <a:pt x="200406" y="362064"/>
                  </a:lnTo>
                  <a:lnTo>
                    <a:pt x="226085" y="385178"/>
                  </a:lnTo>
                  <a:lnTo>
                    <a:pt x="255054" y="404063"/>
                  </a:lnTo>
                  <a:lnTo>
                    <a:pt x="286131" y="418020"/>
                  </a:lnTo>
                  <a:lnTo>
                    <a:pt x="286131" y="493115"/>
                  </a:lnTo>
                  <a:lnTo>
                    <a:pt x="266814" y="496722"/>
                  </a:lnTo>
                  <a:lnTo>
                    <a:pt x="251269" y="506895"/>
                  </a:lnTo>
                  <a:lnTo>
                    <a:pt x="241338" y="522693"/>
                  </a:lnTo>
                  <a:lnTo>
                    <a:pt x="238887" y="543179"/>
                  </a:lnTo>
                  <a:lnTo>
                    <a:pt x="238887" y="590740"/>
                  </a:lnTo>
                  <a:lnTo>
                    <a:pt x="477647" y="590740"/>
                  </a:lnTo>
                  <a:lnTo>
                    <a:pt x="477647" y="543179"/>
                  </a:lnTo>
                  <a:lnTo>
                    <a:pt x="473722" y="523748"/>
                  </a:lnTo>
                  <a:lnTo>
                    <a:pt x="463042" y="507822"/>
                  </a:lnTo>
                  <a:lnTo>
                    <a:pt x="447205" y="497078"/>
                  </a:lnTo>
                  <a:lnTo>
                    <a:pt x="427863" y="493115"/>
                  </a:lnTo>
                  <a:lnTo>
                    <a:pt x="427863" y="418020"/>
                  </a:lnTo>
                  <a:lnTo>
                    <a:pt x="458927" y="403009"/>
                  </a:lnTo>
                  <a:lnTo>
                    <a:pt x="487908" y="384238"/>
                  </a:lnTo>
                  <a:lnTo>
                    <a:pt x="513638" y="361708"/>
                  </a:lnTo>
                  <a:lnTo>
                    <a:pt x="534924" y="335419"/>
                  </a:lnTo>
                  <a:lnTo>
                    <a:pt x="547370" y="335419"/>
                  </a:lnTo>
                  <a:lnTo>
                    <a:pt x="592696" y="329438"/>
                  </a:lnTo>
                  <a:lnTo>
                    <a:pt x="614260" y="320408"/>
                  </a:lnTo>
                  <a:lnTo>
                    <a:pt x="633120" y="312521"/>
                  </a:lnTo>
                  <a:lnTo>
                    <a:pt x="667067" y="286296"/>
                  </a:lnTo>
                  <a:lnTo>
                    <a:pt x="692912" y="252361"/>
                  </a:lnTo>
                  <a:lnTo>
                    <a:pt x="709091" y="212305"/>
                  </a:lnTo>
                  <a:lnTo>
                    <a:pt x="713994" y="167716"/>
                  </a:lnTo>
                  <a:lnTo>
                    <a:pt x="713994" y="92608"/>
                  </a:lnTo>
                  <a:lnTo>
                    <a:pt x="713994" y="72593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156" y="891095"/>
            <a:ext cx="3639820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45" dirty="0"/>
              <a:t>te6m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97199" y="2587517"/>
            <a:ext cx="411162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175" dirty="0">
                <a:solidFill>
                  <a:srgbClr val="1D1D1B"/>
                </a:solidFill>
                <a:latin typeface="Arial Black"/>
                <a:cs typeface="Arial Black"/>
              </a:rPr>
              <a:t>Tom6s</a:t>
            </a:r>
            <a:r>
              <a:rPr sz="4900" spc="-4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295" dirty="0">
                <a:solidFill>
                  <a:srgbClr val="1D1D1B"/>
                </a:solidFill>
                <a:latin typeface="Arial Black"/>
                <a:cs typeface="Arial Black"/>
              </a:rPr>
              <a:t>Zuller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5378" y="2587517"/>
            <a:ext cx="406844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305" dirty="0">
                <a:solidFill>
                  <a:srgbClr val="1D1D1B"/>
                </a:solidFill>
                <a:latin typeface="Arial Black"/>
                <a:cs typeface="Arial Black"/>
              </a:rPr>
              <a:t>Lifi6</a:t>
            </a:r>
            <a:r>
              <a:rPr sz="4900" spc="-46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110" dirty="0">
                <a:solidFill>
                  <a:srgbClr val="1D1D1B"/>
                </a:solidFill>
                <a:latin typeface="Arial Black"/>
                <a:cs typeface="Arial Black"/>
              </a:rPr>
              <a:t>W6ll6ce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77424" y="2587517"/>
            <a:ext cx="330644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200" dirty="0">
                <a:solidFill>
                  <a:srgbClr val="1D1D1B"/>
                </a:solidFill>
                <a:latin typeface="Arial Black"/>
                <a:cs typeface="Arial Black"/>
              </a:rPr>
              <a:t>Jefifi6</a:t>
            </a:r>
            <a:r>
              <a:rPr sz="4900" spc="-42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320" dirty="0">
                <a:solidFill>
                  <a:srgbClr val="1D1D1B"/>
                </a:solidFill>
                <a:latin typeface="Arial Black"/>
                <a:cs typeface="Arial Black"/>
              </a:rPr>
              <a:t>Joe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7495" y="7617498"/>
            <a:ext cx="15450185" cy="1600200"/>
          </a:xfrm>
          <a:custGeom>
            <a:avLst/>
            <a:gdLst/>
            <a:ahLst/>
            <a:cxnLst/>
            <a:rect l="l" t="t" r="r" b="b"/>
            <a:pathLst>
              <a:path w="15450185" h="1600200">
                <a:moveTo>
                  <a:pt x="15182100" y="0"/>
                </a:moveTo>
                <a:lnTo>
                  <a:pt x="267500" y="0"/>
                </a:lnTo>
                <a:lnTo>
                  <a:pt x="219479" y="3566"/>
                </a:lnTo>
                <a:lnTo>
                  <a:pt x="174256" y="15415"/>
                </a:lnTo>
                <a:lnTo>
                  <a:pt x="132593" y="34763"/>
                </a:lnTo>
                <a:lnTo>
                  <a:pt x="95251" y="60830"/>
                </a:lnTo>
                <a:lnTo>
                  <a:pt x="62991" y="92835"/>
                </a:lnTo>
                <a:lnTo>
                  <a:pt x="36574" y="129998"/>
                </a:lnTo>
                <a:lnTo>
                  <a:pt x="16762" y="171536"/>
                </a:lnTo>
                <a:lnTo>
                  <a:pt x="4317" y="216669"/>
                </a:lnTo>
                <a:lnTo>
                  <a:pt x="0" y="264617"/>
                </a:lnTo>
                <a:lnTo>
                  <a:pt x="0" y="1333055"/>
                </a:lnTo>
                <a:lnTo>
                  <a:pt x="4317" y="1381006"/>
                </a:lnTo>
                <a:lnTo>
                  <a:pt x="16762" y="1426162"/>
                </a:lnTo>
                <a:lnTo>
                  <a:pt x="36574" y="1467765"/>
                </a:lnTo>
                <a:lnTo>
                  <a:pt x="62991" y="1505052"/>
                </a:lnTo>
                <a:lnTo>
                  <a:pt x="95251" y="1537265"/>
                </a:lnTo>
                <a:lnTo>
                  <a:pt x="132593" y="1563643"/>
                </a:lnTo>
                <a:lnTo>
                  <a:pt x="174256" y="1583426"/>
                </a:lnTo>
                <a:lnTo>
                  <a:pt x="219479" y="1595853"/>
                </a:lnTo>
                <a:lnTo>
                  <a:pt x="267500" y="1600164"/>
                </a:lnTo>
                <a:lnTo>
                  <a:pt x="15182100" y="1600164"/>
                </a:lnTo>
                <a:lnTo>
                  <a:pt x="15230106" y="1595853"/>
                </a:lnTo>
                <a:lnTo>
                  <a:pt x="15275318" y="1583426"/>
                </a:lnTo>
                <a:lnTo>
                  <a:pt x="15316974" y="1563643"/>
                </a:lnTo>
                <a:lnTo>
                  <a:pt x="15354312" y="1537265"/>
                </a:lnTo>
                <a:lnTo>
                  <a:pt x="15386570" y="1505052"/>
                </a:lnTo>
                <a:lnTo>
                  <a:pt x="15412986" y="1467765"/>
                </a:lnTo>
                <a:lnTo>
                  <a:pt x="15432798" y="1426162"/>
                </a:lnTo>
                <a:lnTo>
                  <a:pt x="15445244" y="1381006"/>
                </a:lnTo>
                <a:lnTo>
                  <a:pt x="15449562" y="1333055"/>
                </a:lnTo>
                <a:lnTo>
                  <a:pt x="15449562" y="264617"/>
                </a:lnTo>
                <a:lnTo>
                  <a:pt x="15444476" y="212894"/>
                </a:lnTo>
                <a:lnTo>
                  <a:pt x="15429544" y="163512"/>
                </a:lnTo>
                <a:lnTo>
                  <a:pt x="15405253" y="117873"/>
                </a:lnTo>
                <a:lnTo>
                  <a:pt x="15372092" y="77381"/>
                </a:lnTo>
                <a:lnTo>
                  <a:pt x="15331137" y="44228"/>
                </a:lnTo>
                <a:lnTo>
                  <a:pt x="15284574" y="19969"/>
                </a:lnTo>
                <a:lnTo>
                  <a:pt x="15234272" y="5070"/>
                </a:lnTo>
                <a:lnTo>
                  <a:pt x="151821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89282" y="7878660"/>
            <a:ext cx="3140075" cy="78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 indent="410845">
              <a:lnSpc>
                <a:spcPts val="2700"/>
              </a:lnSpc>
              <a:spcBef>
                <a:spcPts val="695"/>
              </a:spcBef>
            </a:pPr>
            <a:r>
              <a:rPr sz="2750" spc="50" dirty="0">
                <a:solidFill>
                  <a:srgbClr val="1D1D1B"/>
                </a:solidFill>
                <a:latin typeface="Tahoma"/>
                <a:cs typeface="Tahoma"/>
              </a:rPr>
              <a:t>Marketing</a:t>
            </a:r>
            <a:r>
              <a:rPr sz="27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advertising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manager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1142" y="7878640"/>
            <a:ext cx="3554729" cy="78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37820" marR="5080" indent="-325755">
              <a:lnSpc>
                <a:spcPts val="2700"/>
              </a:lnSpc>
              <a:spcBef>
                <a:spcPts val="69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Manager</a:t>
            </a:r>
            <a:r>
              <a:rPr sz="2750" spc="-2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graphic </a:t>
            </a:r>
            <a:r>
              <a:rPr sz="2750" spc="-30" dirty="0">
                <a:solidFill>
                  <a:srgbClr val="1D1D1B"/>
                </a:solidFill>
                <a:latin typeface="Tahoma"/>
                <a:cs typeface="Tahoma"/>
              </a:rPr>
              <a:t>design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department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8970" y="7878625"/>
            <a:ext cx="3498850" cy="78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 indent="509270">
              <a:lnSpc>
                <a:spcPts val="2700"/>
              </a:lnSpc>
              <a:spcBef>
                <a:spcPts val="69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Head</a:t>
            </a:r>
            <a:r>
              <a:rPr sz="27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Human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Resources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department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396" y="3947096"/>
            <a:ext cx="4352925" cy="32670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8858" y="3947096"/>
            <a:ext cx="4352925" cy="32670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62307" y="3947096"/>
            <a:ext cx="4352925" cy="3267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8288000" cy="10288270"/>
            <a:chOff x="0" y="-1"/>
            <a:chExt cx="18288000" cy="10288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8288000" cy="102877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1"/>
              <a:ext cx="18288000" cy="10287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83174" y="7202258"/>
            <a:ext cx="7324090" cy="167830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565150" marR="5080" indent="-553085">
              <a:lnSpc>
                <a:spcPts val="5930"/>
              </a:lnSpc>
              <a:spcBef>
                <a:spcPts val="1260"/>
              </a:spcBef>
            </a:pPr>
            <a:r>
              <a:rPr spc="-370" dirty="0">
                <a:solidFill>
                  <a:srgbClr val="FFFFFF"/>
                </a:solidFill>
              </a:rPr>
              <a:t>A</a:t>
            </a:r>
            <a:r>
              <a:rPr spc="-545" dirty="0">
                <a:solidFill>
                  <a:srgbClr val="FFFFFF"/>
                </a:solidFill>
              </a:rPr>
              <a:t> </a:t>
            </a:r>
            <a:r>
              <a:rPr spc="-245" dirty="0">
                <a:solidFill>
                  <a:srgbClr val="FFFFFF"/>
                </a:solidFill>
              </a:rPr>
              <a:t>picture</a:t>
            </a:r>
            <a:r>
              <a:rPr spc="-545" dirty="0">
                <a:solidFill>
                  <a:srgbClr val="FFFFFF"/>
                </a:solidFill>
              </a:rPr>
              <a:t> </a:t>
            </a:r>
            <a:r>
              <a:rPr spc="-370" dirty="0">
                <a:solidFill>
                  <a:srgbClr val="FFFFFF"/>
                </a:solidFill>
              </a:rPr>
              <a:t>is</a:t>
            </a:r>
            <a:r>
              <a:rPr spc="-545" dirty="0">
                <a:solidFill>
                  <a:srgbClr val="FFFFFF"/>
                </a:solidFill>
              </a:rPr>
              <a:t> </a:t>
            </a:r>
            <a:r>
              <a:rPr spc="-290" dirty="0">
                <a:solidFill>
                  <a:srgbClr val="FFFFFF"/>
                </a:solidFill>
              </a:rPr>
              <a:t>worth</a:t>
            </a:r>
            <a:r>
              <a:rPr spc="-545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6 </a:t>
            </a:r>
            <a:r>
              <a:rPr spc="-160" dirty="0">
                <a:solidFill>
                  <a:srgbClr val="FFFFFF"/>
                </a:solidFill>
              </a:rPr>
              <a:t>thous6fid</a:t>
            </a:r>
            <a:r>
              <a:rPr spc="-480" dirty="0">
                <a:solidFill>
                  <a:srgbClr val="FFFFFF"/>
                </a:solidFill>
              </a:rPr>
              <a:t> </a:t>
            </a:r>
            <a:r>
              <a:rPr spc="-305" dirty="0">
                <a:solidFill>
                  <a:srgbClr val="FFFFFF"/>
                </a:solidFill>
              </a:rPr>
              <a:t>words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Future</a:t>
            </a:r>
            <a:r>
              <a:rPr spc="-560" dirty="0"/>
              <a:t> </a:t>
            </a:r>
            <a:r>
              <a:rPr spc="-290" dirty="0"/>
              <a:t>projects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38046" y="2745625"/>
          <a:ext cx="15072994" cy="52838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5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9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8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7150">
                      <a:solidFill>
                        <a:srgbClr val="1D1D1B"/>
                      </a:solidFill>
                      <a:prstDash val="solid"/>
                    </a:lnR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5050" spc="-85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Description</a:t>
                      </a:r>
                      <a:endParaRPr sz="5050">
                        <a:latin typeface="Arial Black"/>
                        <a:cs typeface="Arial Black"/>
                      </a:endParaRPr>
                    </a:p>
                  </a:txBody>
                  <a:tcPr marL="0" marR="0" marT="2540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5050" spc="-1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Deadline</a:t>
                      </a:r>
                      <a:endParaRPr sz="5050">
                        <a:latin typeface="Arial Black"/>
                        <a:cs typeface="Arial Black"/>
                      </a:endParaRPr>
                    </a:p>
                  </a:txBody>
                  <a:tcPr marL="0" marR="0" marT="2159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085"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5050" spc="-26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Project</a:t>
                      </a:r>
                      <a:r>
                        <a:rPr sz="5050" spc="-605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5050" spc="-153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1</a:t>
                      </a:r>
                      <a:endParaRPr sz="5050">
                        <a:latin typeface="Arial Black"/>
                        <a:cs typeface="Arial Black"/>
                      </a:endParaRPr>
                    </a:p>
                  </a:txBody>
                  <a:tcPr marL="0" marR="0" marT="85725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0160" marR="970915" indent="-350520">
                        <a:lnSpc>
                          <a:spcPts val="3000"/>
                        </a:lnSpc>
                        <a:spcBef>
                          <a:spcPts val="1920"/>
                        </a:spcBef>
                      </a:pPr>
                      <a:r>
                        <a:rPr sz="2550" spc="6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Venus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12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has</a:t>
                      </a:r>
                      <a:r>
                        <a:rPr sz="2550" spc="-1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3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beautiful </a:t>
                      </a:r>
                      <a:r>
                        <a:rPr sz="2550" spc="18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name</a:t>
                      </a:r>
                      <a:r>
                        <a:rPr sz="2550" spc="-12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15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7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it's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2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hot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4384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0000"/>
                        </a:lnSpc>
                      </a:pPr>
                      <a:r>
                        <a:rPr sz="2550" spc="-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23/05/2022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47625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5050" spc="-26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Project</a:t>
                      </a:r>
                      <a:r>
                        <a:rPr sz="5050" spc="-605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5050" spc="-555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2</a:t>
                      </a:r>
                      <a:endParaRPr sz="5050">
                        <a:latin typeface="Arial Black"/>
                        <a:cs typeface="Arial Black"/>
                      </a:endParaRPr>
                    </a:p>
                  </a:txBody>
                  <a:tcPr marL="0" marR="0" marT="14605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1110" marR="1040765" indent="-261620">
                        <a:lnSpc>
                          <a:spcPts val="3000"/>
                        </a:lnSpc>
                        <a:spcBef>
                          <a:spcPts val="2390"/>
                        </a:spcBef>
                      </a:pPr>
                      <a:r>
                        <a:rPr sz="2550" spc="9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Jupiter</a:t>
                      </a:r>
                      <a:r>
                        <a:rPr sz="2550" spc="-13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2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is</a:t>
                      </a:r>
                      <a:r>
                        <a:rPr sz="2550" spc="-13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5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the</a:t>
                      </a:r>
                      <a:r>
                        <a:rPr sz="2550" spc="-13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4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biggest </a:t>
                      </a:r>
                      <a:r>
                        <a:rPr sz="2550" spc="8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planet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of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10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them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2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all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30353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0000"/>
                        </a:lnSpc>
                      </a:pPr>
                      <a:r>
                        <a:rPr sz="2550" spc="-6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14/06/2022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107314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345">
                <a:tc>
                  <a:txBody>
                    <a:bodyPr/>
                    <a:lstStyle/>
                    <a:p>
                      <a:pPr marR="92075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5050" spc="-26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Project</a:t>
                      </a:r>
                      <a:r>
                        <a:rPr sz="5050" spc="-605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5050" spc="-390" dirty="0">
                          <a:solidFill>
                            <a:srgbClr val="1D1D1B"/>
                          </a:solidFill>
                          <a:latin typeface="Arial Black"/>
                          <a:cs typeface="Arial Black"/>
                        </a:rPr>
                        <a:t>3</a:t>
                      </a:r>
                      <a:endParaRPr sz="5050">
                        <a:latin typeface="Arial Black"/>
                        <a:cs typeface="Arial Black"/>
                      </a:endParaRPr>
                    </a:p>
                  </a:txBody>
                  <a:tcPr marL="0" marR="0" marT="118745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3769" marR="994410" indent="71120">
                        <a:lnSpc>
                          <a:spcPts val="3000"/>
                        </a:lnSpc>
                        <a:spcBef>
                          <a:spcPts val="2180"/>
                        </a:spcBef>
                      </a:pPr>
                      <a:r>
                        <a:rPr sz="2550" spc="6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Saturn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2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is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3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sz="2550" spc="-13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15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gas</a:t>
                      </a:r>
                      <a:r>
                        <a:rPr sz="2550" spc="-13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5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giant </a:t>
                      </a:r>
                      <a:r>
                        <a:rPr sz="2550" spc="15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12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has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7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several</a:t>
                      </a:r>
                      <a:r>
                        <a:rPr sz="2550" spc="-114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2550" spc="-10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rings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7686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R="50165" algn="ctr">
                        <a:lnSpc>
                          <a:spcPct val="100000"/>
                        </a:lnSpc>
                      </a:pPr>
                      <a:r>
                        <a:rPr sz="2550" spc="-65" dirty="0">
                          <a:solidFill>
                            <a:srgbClr val="1D1D1B"/>
                          </a:solidFill>
                          <a:latin typeface="Lucida Sans Unicode"/>
                          <a:cs typeface="Lucida Sans Unicode"/>
                        </a:rPr>
                        <a:t>18/08/2022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T="80010" marB="0">
                    <a:lnL w="57150">
                      <a:solidFill>
                        <a:srgbClr val="1D1D1B"/>
                      </a:solidFill>
                      <a:prstDash val="solid"/>
                    </a:lnL>
                    <a:lnR w="57150">
                      <a:solidFill>
                        <a:srgbClr val="1D1D1B"/>
                      </a:solidFill>
                      <a:prstDash val="solid"/>
                    </a:lnR>
                    <a:lnT w="57150">
                      <a:solidFill>
                        <a:srgbClr val="1D1D1B"/>
                      </a:solidFill>
                      <a:prstDash val="solid"/>
                    </a:lnT>
                    <a:lnB w="57150">
                      <a:solidFill>
                        <a:srgbClr val="1D1D1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15" dirty="0"/>
              <a:t>Sfie6k</a:t>
            </a:r>
            <a:r>
              <a:rPr spc="-550" dirty="0"/>
              <a:t> </a:t>
            </a:r>
            <a:r>
              <a:rPr spc="-300" dirty="0"/>
              <a:t>peek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43655" y="3895769"/>
            <a:ext cx="5711825" cy="170561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730"/>
              </a:spcBef>
            </a:pPr>
            <a:r>
              <a:rPr sz="3150" spc="-35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150" spc="-3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35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31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replace</a:t>
            </a:r>
            <a:r>
              <a:rPr sz="3150" spc="-3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31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55" dirty="0">
                <a:solidFill>
                  <a:srgbClr val="1D1D1B"/>
                </a:solidFill>
                <a:latin typeface="Tahoma"/>
                <a:cs typeface="Tahoma"/>
              </a:rPr>
              <a:t>image</a:t>
            </a:r>
            <a:r>
              <a:rPr sz="3150" spc="-3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on</a:t>
            </a:r>
            <a:r>
              <a:rPr sz="31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screen</a:t>
            </a:r>
            <a:r>
              <a:rPr sz="31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1D1D1B"/>
                </a:solidFill>
                <a:latin typeface="Tahoma"/>
                <a:cs typeface="Tahoma"/>
              </a:rPr>
              <a:t>with</a:t>
            </a:r>
            <a:r>
              <a:rPr sz="31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your</a:t>
            </a:r>
            <a:r>
              <a:rPr sz="31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own</a:t>
            </a:r>
            <a:r>
              <a:rPr sz="31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work.</a:t>
            </a:r>
            <a:r>
              <a:rPr sz="31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1D1D1B"/>
                </a:solidFill>
                <a:latin typeface="Tahoma"/>
                <a:cs typeface="Tahoma"/>
              </a:rPr>
              <a:t>Just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right-click</a:t>
            </a:r>
            <a:r>
              <a:rPr sz="31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on</a:t>
            </a:r>
            <a:r>
              <a:rPr sz="31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95" dirty="0">
                <a:solidFill>
                  <a:srgbClr val="1D1D1B"/>
                </a:solidFill>
                <a:latin typeface="Tahoma"/>
                <a:cs typeface="Tahoma"/>
              </a:rPr>
              <a:t>it</a:t>
            </a:r>
            <a:r>
              <a:rPr sz="31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3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31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select </a:t>
            </a:r>
            <a:r>
              <a:rPr sz="3150" spc="-20" dirty="0">
                <a:solidFill>
                  <a:srgbClr val="1D1D1B"/>
                </a:solidFill>
                <a:latin typeface="Tahoma"/>
                <a:cs typeface="Tahoma"/>
              </a:rPr>
              <a:t>“Replace</a:t>
            </a:r>
            <a:r>
              <a:rPr sz="31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image”</a:t>
            </a:r>
            <a:endParaRPr sz="31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32492" y="2820007"/>
            <a:ext cx="7169150" cy="5445125"/>
            <a:chOff x="1732492" y="2820007"/>
            <a:chExt cx="7169150" cy="5445125"/>
          </a:xfrm>
        </p:grpSpPr>
        <p:sp>
          <p:nvSpPr>
            <p:cNvPr id="5" name="object 5"/>
            <p:cNvSpPr/>
            <p:nvPr/>
          </p:nvSpPr>
          <p:spPr>
            <a:xfrm>
              <a:off x="4175417" y="6730505"/>
              <a:ext cx="2283460" cy="1417320"/>
            </a:xfrm>
            <a:custGeom>
              <a:avLst/>
              <a:gdLst/>
              <a:ahLst/>
              <a:cxnLst/>
              <a:rect l="l" t="t" r="r" b="b"/>
              <a:pathLst>
                <a:path w="2283460" h="1417320">
                  <a:moveTo>
                    <a:pt x="1202715" y="0"/>
                  </a:moveTo>
                  <a:lnTo>
                    <a:pt x="1077696" y="0"/>
                  </a:lnTo>
                  <a:lnTo>
                    <a:pt x="0" y="1416773"/>
                  </a:lnTo>
                  <a:lnTo>
                    <a:pt x="2282901" y="1416773"/>
                  </a:lnTo>
                  <a:lnTo>
                    <a:pt x="1202715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75413" y="6730510"/>
              <a:ext cx="2283460" cy="1417320"/>
            </a:xfrm>
            <a:custGeom>
              <a:avLst/>
              <a:gdLst/>
              <a:ahLst/>
              <a:cxnLst/>
              <a:rect l="l" t="t" r="r" b="b"/>
              <a:pathLst>
                <a:path w="2283460" h="1417320">
                  <a:moveTo>
                    <a:pt x="0" y="1416770"/>
                  </a:moveTo>
                  <a:lnTo>
                    <a:pt x="1077681" y="0"/>
                  </a:lnTo>
                  <a:lnTo>
                    <a:pt x="1202705" y="0"/>
                  </a:lnTo>
                  <a:lnTo>
                    <a:pt x="2282889" y="1416770"/>
                  </a:lnTo>
                  <a:lnTo>
                    <a:pt x="0" y="1416770"/>
                  </a:lnTo>
                  <a:close/>
                </a:path>
              </a:pathLst>
            </a:custGeom>
            <a:ln w="24991">
              <a:solidFill>
                <a:srgbClr val="1D1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45005" y="2832493"/>
              <a:ext cx="7143750" cy="4523105"/>
            </a:xfrm>
            <a:custGeom>
              <a:avLst/>
              <a:gdLst/>
              <a:ahLst/>
              <a:cxnLst/>
              <a:rect l="l" t="t" r="r" b="b"/>
              <a:pathLst>
                <a:path w="7143750" h="4523105">
                  <a:moveTo>
                    <a:pt x="6886194" y="0"/>
                  </a:moveTo>
                  <a:lnTo>
                    <a:pt x="257543" y="0"/>
                  </a:lnTo>
                  <a:lnTo>
                    <a:pt x="211171" y="4137"/>
                  </a:lnTo>
                  <a:lnTo>
                    <a:pt x="167559" y="16069"/>
                  </a:lnTo>
                  <a:lnTo>
                    <a:pt x="127425" y="35076"/>
                  </a:lnTo>
                  <a:lnTo>
                    <a:pt x="91490" y="60438"/>
                  </a:lnTo>
                  <a:lnTo>
                    <a:pt x="60473" y="91435"/>
                  </a:lnTo>
                  <a:lnTo>
                    <a:pt x="35096" y="127348"/>
                  </a:lnTo>
                  <a:lnTo>
                    <a:pt x="16078" y="167455"/>
                  </a:lnTo>
                  <a:lnTo>
                    <a:pt x="4139" y="211039"/>
                  </a:lnTo>
                  <a:lnTo>
                    <a:pt x="0" y="257378"/>
                  </a:lnTo>
                  <a:lnTo>
                    <a:pt x="0" y="4265320"/>
                  </a:lnTo>
                  <a:lnTo>
                    <a:pt x="4139" y="4311659"/>
                  </a:lnTo>
                  <a:lnTo>
                    <a:pt x="16078" y="4355241"/>
                  </a:lnTo>
                  <a:lnTo>
                    <a:pt x="35096" y="4395347"/>
                  </a:lnTo>
                  <a:lnTo>
                    <a:pt x="60473" y="4431257"/>
                  </a:lnTo>
                  <a:lnTo>
                    <a:pt x="91490" y="4462252"/>
                  </a:lnTo>
                  <a:lnTo>
                    <a:pt x="127425" y="4487612"/>
                  </a:lnTo>
                  <a:lnTo>
                    <a:pt x="167559" y="4506618"/>
                  </a:lnTo>
                  <a:lnTo>
                    <a:pt x="211171" y="4518549"/>
                  </a:lnTo>
                  <a:lnTo>
                    <a:pt x="257543" y="4522685"/>
                  </a:lnTo>
                  <a:lnTo>
                    <a:pt x="6886194" y="4522685"/>
                  </a:lnTo>
                  <a:lnTo>
                    <a:pt x="6932565" y="4518549"/>
                  </a:lnTo>
                  <a:lnTo>
                    <a:pt x="6976179" y="4506618"/>
                  </a:lnTo>
                  <a:lnTo>
                    <a:pt x="7016315" y="4487612"/>
                  </a:lnTo>
                  <a:lnTo>
                    <a:pt x="7052252" y="4462252"/>
                  </a:lnTo>
                  <a:lnTo>
                    <a:pt x="7083270" y="4431257"/>
                  </a:lnTo>
                  <a:lnTo>
                    <a:pt x="7108650" y="4395347"/>
                  </a:lnTo>
                  <a:lnTo>
                    <a:pt x="7127669" y="4355241"/>
                  </a:lnTo>
                  <a:lnTo>
                    <a:pt x="7139610" y="4311659"/>
                  </a:lnTo>
                  <a:lnTo>
                    <a:pt x="7143750" y="4265320"/>
                  </a:lnTo>
                  <a:lnTo>
                    <a:pt x="7143750" y="257378"/>
                  </a:lnTo>
                  <a:lnTo>
                    <a:pt x="7138709" y="207091"/>
                  </a:lnTo>
                  <a:lnTo>
                    <a:pt x="7124057" y="158676"/>
                  </a:lnTo>
                  <a:lnTo>
                    <a:pt x="7100496" y="114010"/>
                  </a:lnTo>
                  <a:lnTo>
                    <a:pt x="7068731" y="74968"/>
                  </a:lnTo>
                  <a:lnTo>
                    <a:pt x="7029660" y="43226"/>
                  </a:lnTo>
                  <a:lnTo>
                    <a:pt x="6984963" y="19681"/>
                  </a:lnTo>
                  <a:lnTo>
                    <a:pt x="6936516" y="5037"/>
                  </a:lnTo>
                  <a:lnTo>
                    <a:pt x="6886194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44988" y="2832503"/>
              <a:ext cx="7143750" cy="4523105"/>
            </a:xfrm>
            <a:custGeom>
              <a:avLst/>
              <a:gdLst/>
              <a:ahLst/>
              <a:cxnLst/>
              <a:rect l="l" t="t" r="r" b="b"/>
              <a:pathLst>
                <a:path w="7143750" h="4523105">
                  <a:moveTo>
                    <a:pt x="0" y="257366"/>
                  </a:moveTo>
                  <a:lnTo>
                    <a:pt x="4140" y="211027"/>
                  </a:lnTo>
                  <a:lnTo>
                    <a:pt x="16080" y="167444"/>
                  </a:lnTo>
                  <a:lnTo>
                    <a:pt x="35100" y="127338"/>
                  </a:lnTo>
                  <a:lnTo>
                    <a:pt x="60479" y="91427"/>
                  </a:lnTo>
                  <a:lnTo>
                    <a:pt x="91497" y="60432"/>
                  </a:lnTo>
                  <a:lnTo>
                    <a:pt x="127434" y="35072"/>
                  </a:lnTo>
                  <a:lnTo>
                    <a:pt x="167570" y="16067"/>
                  </a:lnTo>
                  <a:lnTo>
                    <a:pt x="211183" y="4136"/>
                  </a:lnTo>
                  <a:lnTo>
                    <a:pt x="257554" y="0"/>
                  </a:lnTo>
                  <a:lnTo>
                    <a:pt x="6886184" y="0"/>
                  </a:lnTo>
                  <a:lnTo>
                    <a:pt x="6936505" y="5036"/>
                  </a:lnTo>
                  <a:lnTo>
                    <a:pt x="6984951" y="19676"/>
                  </a:lnTo>
                  <a:lnTo>
                    <a:pt x="7029648" y="43217"/>
                  </a:lnTo>
                  <a:lnTo>
                    <a:pt x="7068720" y="74955"/>
                  </a:lnTo>
                  <a:lnTo>
                    <a:pt x="7100479" y="114000"/>
                  </a:lnTo>
                  <a:lnTo>
                    <a:pt x="7124036" y="158666"/>
                  </a:lnTo>
                  <a:lnTo>
                    <a:pt x="7138686" y="207079"/>
                  </a:lnTo>
                  <a:lnTo>
                    <a:pt x="7143726" y="257366"/>
                  </a:lnTo>
                  <a:lnTo>
                    <a:pt x="7143726" y="4265317"/>
                  </a:lnTo>
                  <a:lnTo>
                    <a:pt x="7139587" y="4311653"/>
                  </a:lnTo>
                  <a:lnTo>
                    <a:pt x="7127648" y="4355233"/>
                  </a:lnTo>
                  <a:lnTo>
                    <a:pt x="7108629" y="4395339"/>
                  </a:lnTo>
                  <a:lnTo>
                    <a:pt x="7083252" y="4431250"/>
                  </a:lnTo>
                  <a:lnTo>
                    <a:pt x="7052236" y="4462246"/>
                  </a:lnTo>
                  <a:lnTo>
                    <a:pt x="7016301" y="4487607"/>
                  </a:lnTo>
                  <a:lnTo>
                    <a:pt x="6976167" y="4506614"/>
                  </a:lnTo>
                  <a:lnTo>
                    <a:pt x="6932555" y="4518546"/>
                  </a:lnTo>
                  <a:lnTo>
                    <a:pt x="6886184" y="4522683"/>
                  </a:lnTo>
                  <a:lnTo>
                    <a:pt x="257554" y="4522683"/>
                  </a:lnTo>
                  <a:lnTo>
                    <a:pt x="211183" y="4518546"/>
                  </a:lnTo>
                  <a:lnTo>
                    <a:pt x="167570" y="4506614"/>
                  </a:lnTo>
                  <a:lnTo>
                    <a:pt x="127434" y="4487607"/>
                  </a:lnTo>
                  <a:lnTo>
                    <a:pt x="91497" y="4462246"/>
                  </a:lnTo>
                  <a:lnTo>
                    <a:pt x="60479" y="4431250"/>
                  </a:lnTo>
                  <a:lnTo>
                    <a:pt x="35100" y="4395339"/>
                  </a:lnTo>
                  <a:lnTo>
                    <a:pt x="16080" y="4355233"/>
                  </a:lnTo>
                  <a:lnTo>
                    <a:pt x="4140" y="4311653"/>
                  </a:lnTo>
                  <a:lnTo>
                    <a:pt x="0" y="4265317"/>
                  </a:lnTo>
                  <a:lnTo>
                    <a:pt x="0" y="257366"/>
                  </a:lnTo>
                  <a:close/>
                </a:path>
              </a:pathLst>
            </a:custGeom>
            <a:ln w="24992">
              <a:solidFill>
                <a:srgbClr val="1D1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27894" y="8007350"/>
              <a:ext cx="2578100" cy="245110"/>
            </a:xfrm>
            <a:custGeom>
              <a:avLst/>
              <a:gdLst/>
              <a:ahLst/>
              <a:cxnLst/>
              <a:rect l="l" t="t" r="r" b="b"/>
              <a:pathLst>
                <a:path w="2578100" h="245109">
                  <a:moveTo>
                    <a:pt x="2455430" y="0"/>
                  </a:moveTo>
                  <a:lnTo>
                    <a:pt x="122529" y="0"/>
                  </a:lnTo>
                  <a:lnTo>
                    <a:pt x="74902" y="9644"/>
                  </a:lnTo>
                  <a:lnTo>
                    <a:pt x="35947" y="35921"/>
                  </a:lnTo>
                  <a:lnTo>
                    <a:pt x="9628" y="74961"/>
                  </a:lnTo>
                  <a:lnTo>
                    <a:pt x="0" y="122440"/>
                  </a:lnTo>
                  <a:lnTo>
                    <a:pt x="9651" y="170030"/>
                  </a:lnTo>
                  <a:lnTo>
                    <a:pt x="35947" y="208953"/>
                  </a:lnTo>
                  <a:lnTo>
                    <a:pt x="74902" y="235226"/>
                  </a:lnTo>
                  <a:lnTo>
                    <a:pt x="122529" y="244868"/>
                  </a:lnTo>
                  <a:lnTo>
                    <a:pt x="2455430" y="244868"/>
                  </a:lnTo>
                  <a:lnTo>
                    <a:pt x="2503058" y="235226"/>
                  </a:lnTo>
                  <a:lnTo>
                    <a:pt x="2542013" y="208953"/>
                  </a:lnTo>
                  <a:lnTo>
                    <a:pt x="2568309" y="170030"/>
                  </a:lnTo>
                  <a:lnTo>
                    <a:pt x="2577960" y="122440"/>
                  </a:lnTo>
                  <a:lnTo>
                    <a:pt x="2575654" y="98232"/>
                  </a:lnTo>
                  <a:lnTo>
                    <a:pt x="2557911" y="53567"/>
                  </a:lnTo>
                  <a:lnTo>
                    <a:pt x="2524350" y="20032"/>
                  </a:lnTo>
                  <a:lnTo>
                    <a:pt x="2479656" y="2304"/>
                  </a:lnTo>
                  <a:lnTo>
                    <a:pt x="245543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27891" y="8007349"/>
              <a:ext cx="2578100" cy="245110"/>
            </a:xfrm>
            <a:custGeom>
              <a:avLst/>
              <a:gdLst/>
              <a:ahLst/>
              <a:cxnLst/>
              <a:rect l="l" t="t" r="r" b="b"/>
              <a:pathLst>
                <a:path w="2578100" h="245109">
                  <a:moveTo>
                    <a:pt x="0" y="122436"/>
                  </a:moveTo>
                  <a:lnTo>
                    <a:pt x="9649" y="74844"/>
                  </a:lnTo>
                  <a:lnTo>
                    <a:pt x="35942" y="35919"/>
                  </a:lnTo>
                  <a:lnTo>
                    <a:pt x="74890" y="9643"/>
                  </a:lnTo>
                  <a:lnTo>
                    <a:pt x="122507" y="0"/>
                  </a:lnTo>
                  <a:lnTo>
                    <a:pt x="2455414" y="0"/>
                  </a:lnTo>
                  <a:lnTo>
                    <a:pt x="2502922" y="9056"/>
                  </a:lnTo>
                  <a:lnTo>
                    <a:pt x="2542921" y="34976"/>
                  </a:lnTo>
                  <a:lnTo>
                    <a:pt x="2568870" y="74959"/>
                  </a:lnTo>
                  <a:lnTo>
                    <a:pt x="2577934" y="122436"/>
                  </a:lnTo>
                  <a:lnTo>
                    <a:pt x="2568284" y="170029"/>
                  </a:lnTo>
                  <a:lnTo>
                    <a:pt x="2541991" y="208954"/>
                  </a:lnTo>
                  <a:lnTo>
                    <a:pt x="2503039" y="235230"/>
                  </a:lnTo>
                  <a:lnTo>
                    <a:pt x="2455414" y="244873"/>
                  </a:lnTo>
                  <a:lnTo>
                    <a:pt x="122507" y="244873"/>
                  </a:lnTo>
                  <a:lnTo>
                    <a:pt x="74884" y="235230"/>
                  </a:lnTo>
                  <a:lnTo>
                    <a:pt x="35937" y="208954"/>
                  </a:lnTo>
                  <a:lnTo>
                    <a:pt x="9648" y="170029"/>
                  </a:lnTo>
                  <a:lnTo>
                    <a:pt x="0" y="122436"/>
                  </a:lnTo>
                  <a:close/>
                </a:path>
              </a:pathLst>
            </a:custGeom>
            <a:ln w="24987">
              <a:solidFill>
                <a:srgbClr val="1D1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5007" y="3175023"/>
              <a:ext cx="6378158" cy="38349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0200" y="7803629"/>
            <a:ext cx="7870190" cy="14598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065" marR="5080" algn="ctr">
              <a:lnSpc>
                <a:spcPts val="1950"/>
              </a:lnSpc>
              <a:spcBef>
                <a:spcPts val="505"/>
              </a:spcBef>
            </a:pP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CREDITS: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This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presentation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template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Tahoma"/>
                <a:cs typeface="Tahoma"/>
              </a:rPr>
              <a:t>was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created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by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Tahoma"/>
                <a:cs typeface="Tahoma"/>
              </a:rPr>
              <a:t>Slidesgo</a:t>
            </a:r>
            <a:r>
              <a:rPr sz="19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80" dirty="0">
                <a:solidFill>
                  <a:srgbClr val="1D1D1B"/>
                </a:solidFill>
                <a:latin typeface="Tahoma"/>
                <a:cs typeface="Tahoma"/>
              </a:rPr>
              <a:t>,</a:t>
            </a:r>
            <a:r>
              <a:rPr sz="1950" spc="-1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Tahoma"/>
                <a:cs typeface="Tahoma"/>
              </a:rPr>
              <a:t>including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icons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by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Flaticon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infographics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65" dirty="0">
                <a:solidFill>
                  <a:srgbClr val="1D1D1B"/>
                </a:solidFill>
                <a:latin typeface="Tahoma"/>
                <a:cs typeface="Tahoma"/>
              </a:rPr>
              <a:t>&amp;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30" dirty="0">
                <a:solidFill>
                  <a:srgbClr val="1D1D1B"/>
                </a:solidFill>
                <a:latin typeface="Tahoma"/>
                <a:cs typeface="Tahoma"/>
              </a:rPr>
              <a:t>images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dirty="0">
                <a:solidFill>
                  <a:srgbClr val="1D1D1B"/>
                </a:solidFill>
                <a:latin typeface="Tahoma"/>
                <a:cs typeface="Tahoma"/>
              </a:rPr>
              <a:t>by</a:t>
            </a:r>
            <a:r>
              <a:rPr sz="19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1950" spc="-10" dirty="0">
                <a:solidFill>
                  <a:srgbClr val="1D1D1B"/>
                </a:solidFill>
                <a:latin typeface="Tahoma"/>
                <a:cs typeface="Tahoma"/>
              </a:rPr>
              <a:t>Freepik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19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350" dirty="0">
                <a:solidFill>
                  <a:srgbClr val="1D1D1B"/>
                </a:solidFill>
                <a:latin typeface="Tahoma"/>
                <a:cs typeface="Tahoma"/>
              </a:rPr>
              <a:t>Please</a:t>
            </a:r>
            <a:r>
              <a:rPr sz="23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350" spc="-10" dirty="0">
                <a:solidFill>
                  <a:srgbClr val="1D1D1B"/>
                </a:solidFill>
                <a:latin typeface="Tahoma"/>
                <a:cs typeface="Tahoma"/>
              </a:rPr>
              <a:t>keep</a:t>
            </a:r>
            <a:r>
              <a:rPr sz="2350" spc="-2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350" dirty="0">
                <a:solidFill>
                  <a:srgbClr val="1D1D1B"/>
                </a:solidFill>
                <a:latin typeface="Tahoma"/>
                <a:cs typeface="Tahoma"/>
              </a:rPr>
              <a:t>this</a:t>
            </a:r>
            <a:r>
              <a:rPr sz="23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350" dirty="0">
                <a:solidFill>
                  <a:srgbClr val="1D1D1B"/>
                </a:solidFill>
                <a:latin typeface="Tahoma"/>
                <a:cs typeface="Tahoma"/>
              </a:rPr>
              <a:t>slide</a:t>
            </a:r>
            <a:r>
              <a:rPr sz="2350" spc="-2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350" spc="50" dirty="0">
                <a:solidFill>
                  <a:srgbClr val="1D1D1B"/>
                </a:solidFill>
                <a:latin typeface="Tahoma"/>
                <a:cs typeface="Tahoma"/>
              </a:rPr>
              <a:t>for</a:t>
            </a:r>
            <a:r>
              <a:rPr sz="23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350" spc="-10" dirty="0">
                <a:solidFill>
                  <a:srgbClr val="1D1D1B"/>
                </a:solidFill>
                <a:latin typeface="Tahoma"/>
                <a:cs typeface="Tahoma"/>
              </a:rPr>
              <a:t>attribution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30215" y="816686"/>
            <a:ext cx="7232015" cy="2155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950" spc="-615" dirty="0"/>
              <a:t>Th6fiks!</a:t>
            </a:r>
            <a:endParaRPr sz="13950"/>
          </a:p>
        </p:txBody>
      </p:sp>
      <p:grpSp>
        <p:nvGrpSpPr>
          <p:cNvPr id="4" name="object 4"/>
          <p:cNvGrpSpPr/>
          <p:nvPr/>
        </p:nvGrpSpPr>
        <p:grpSpPr>
          <a:xfrm>
            <a:off x="6097498" y="6114999"/>
            <a:ext cx="1152525" cy="1143000"/>
            <a:chOff x="6097498" y="6114999"/>
            <a:chExt cx="1152525" cy="1143000"/>
          </a:xfrm>
        </p:grpSpPr>
        <p:sp>
          <p:nvSpPr>
            <p:cNvPr id="5" name="object 5"/>
            <p:cNvSpPr/>
            <p:nvPr/>
          </p:nvSpPr>
          <p:spPr>
            <a:xfrm>
              <a:off x="6097498" y="6114999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0018" y="0"/>
                  </a:moveTo>
                  <a:lnTo>
                    <a:pt x="190004" y="0"/>
                  </a:lnTo>
                  <a:lnTo>
                    <a:pt x="139470" y="7804"/>
                  </a:lnTo>
                  <a:lnTo>
                    <a:pt x="94075" y="27576"/>
                  </a:lnTo>
                  <a:lnTo>
                    <a:pt x="55626" y="57586"/>
                  </a:lnTo>
                  <a:lnTo>
                    <a:pt x="25926" y="96104"/>
                  </a:lnTo>
                  <a:lnTo>
                    <a:pt x="6782" y="141400"/>
                  </a:lnTo>
                  <a:lnTo>
                    <a:pt x="0" y="191744"/>
                  </a:lnTo>
                  <a:lnTo>
                    <a:pt x="0" y="951255"/>
                  </a:lnTo>
                  <a:lnTo>
                    <a:pt x="5014" y="995595"/>
                  </a:lnTo>
                  <a:lnTo>
                    <a:pt x="19300" y="1036099"/>
                  </a:lnTo>
                  <a:lnTo>
                    <a:pt x="41720" y="1071680"/>
                  </a:lnTo>
                  <a:lnTo>
                    <a:pt x="71138" y="1101250"/>
                  </a:lnTo>
                  <a:lnTo>
                    <a:pt x="106416" y="1123718"/>
                  </a:lnTo>
                  <a:lnTo>
                    <a:pt x="146417" y="1137998"/>
                  </a:lnTo>
                  <a:lnTo>
                    <a:pt x="190004" y="1143000"/>
                  </a:lnTo>
                  <a:lnTo>
                    <a:pt x="960018" y="1143000"/>
                  </a:lnTo>
                  <a:lnTo>
                    <a:pt x="1004532" y="1137083"/>
                  </a:lnTo>
                  <a:lnTo>
                    <a:pt x="1045197" y="1122192"/>
                  </a:lnTo>
                  <a:lnTo>
                    <a:pt x="1080919" y="1099417"/>
                  </a:lnTo>
                  <a:lnTo>
                    <a:pt x="1110607" y="1069846"/>
                  </a:lnTo>
                  <a:lnTo>
                    <a:pt x="1133166" y="1034570"/>
                  </a:lnTo>
                  <a:lnTo>
                    <a:pt x="1147503" y="994676"/>
                  </a:lnTo>
                  <a:lnTo>
                    <a:pt x="1152525" y="951255"/>
                  </a:lnTo>
                  <a:lnTo>
                    <a:pt x="1152525" y="191744"/>
                  </a:lnTo>
                  <a:lnTo>
                    <a:pt x="1135959" y="118905"/>
                  </a:lnTo>
                  <a:lnTo>
                    <a:pt x="1095019" y="57277"/>
                  </a:lnTo>
                  <a:lnTo>
                    <a:pt x="1033143" y="14631"/>
                  </a:lnTo>
                  <a:lnTo>
                    <a:pt x="9600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17501" y="6332511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581520" y="132842"/>
                  </a:moveTo>
                  <a:lnTo>
                    <a:pt x="566521" y="129552"/>
                  </a:lnTo>
                  <a:lnTo>
                    <a:pt x="551751" y="127203"/>
                  </a:lnTo>
                  <a:lnTo>
                    <a:pt x="537451" y="125793"/>
                  </a:lnTo>
                  <a:lnTo>
                    <a:pt x="523875" y="125310"/>
                  </a:lnTo>
                  <a:lnTo>
                    <a:pt x="514858" y="125361"/>
                  </a:lnTo>
                  <a:lnTo>
                    <a:pt x="451802" y="136525"/>
                  </a:lnTo>
                  <a:lnTo>
                    <a:pt x="406996" y="176466"/>
                  </a:lnTo>
                  <a:lnTo>
                    <a:pt x="401040" y="210540"/>
                  </a:lnTo>
                  <a:lnTo>
                    <a:pt x="401053" y="313309"/>
                  </a:lnTo>
                  <a:lnTo>
                    <a:pt x="399288" y="321779"/>
                  </a:lnTo>
                  <a:lnTo>
                    <a:pt x="394462" y="328358"/>
                  </a:lnTo>
                  <a:lnTo>
                    <a:pt x="387299" y="333057"/>
                  </a:lnTo>
                  <a:lnTo>
                    <a:pt x="378498" y="335864"/>
                  </a:lnTo>
                  <a:lnTo>
                    <a:pt x="338378" y="335864"/>
                  </a:lnTo>
                  <a:lnTo>
                    <a:pt x="338378" y="375983"/>
                  </a:lnTo>
                  <a:lnTo>
                    <a:pt x="378498" y="375983"/>
                  </a:lnTo>
                  <a:lnTo>
                    <a:pt x="386943" y="377748"/>
                  </a:lnTo>
                  <a:lnTo>
                    <a:pt x="393522" y="382562"/>
                  </a:lnTo>
                  <a:lnTo>
                    <a:pt x="398233" y="389737"/>
                  </a:lnTo>
                  <a:lnTo>
                    <a:pt x="401040" y="398538"/>
                  </a:lnTo>
                  <a:lnTo>
                    <a:pt x="401053" y="714362"/>
                  </a:lnTo>
                  <a:lnTo>
                    <a:pt x="463715" y="714362"/>
                  </a:lnTo>
                  <a:lnTo>
                    <a:pt x="463715" y="398538"/>
                  </a:lnTo>
                  <a:lnTo>
                    <a:pt x="465429" y="390080"/>
                  </a:lnTo>
                  <a:lnTo>
                    <a:pt x="469976" y="383501"/>
                  </a:lnTo>
                  <a:lnTo>
                    <a:pt x="476402" y="378802"/>
                  </a:lnTo>
                  <a:lnTo>
                    <a:pt x="483768" y="375983"/>
                  </a:lnTo>
                  <a:lnTo>
                    <a:pt x="551446" y="375983"/>
                  </a:lnTo>
                  <a:lnTo>
                    <a:pt x="561479" y="335864"/>
                  </a:lnTo>
                  <a:lnTo>
                    <a:pt x="483768" y="335864"/>
                  </a:lnTo>
                  <a:lnTo>
                    <a:pt x="475335" y="334111"/>
                  </a:lnTo>
                  <a:lnTo>
                    <a:pt x="469036" y="329298"/>
                  </a:lnTo>
                  <a:lnTo>
                    <a:pt x="465074" y="322122"/>
                  </a:lnTo>
                  <a:lnTo>
                    <a:pt x="463715" y="313309"/>
                  </a:lnTo>
                  <a:lnTo>
                    <a:pt x="463715" y="248145"/>
                  </a:lnTo>
                  <a:lnTo>
                    <a:pt x="467817" y="223824"/>
                  </a:lnTo>
                  <a:lnTo>
                    <a:pt x="479691" y="203974"/>
                  </a:lnTo>
                  <a:lnTo>
                    <a:pt x="498602" y="189280"/>
                  </a:lnTo>
                  <a:lnTo>
                    <a:pt x="523875" y="180467"/>
                  </a:lnTo>
                  <a:lnTo>
                    <a:pt x="531393" y="180467"/>
                  </a:lnTo>
                  <a:lnTo>
                    <a:pt x="538911" y="177952"/>
                  </a:lnTo>
                  <a:lnTo>
                    <a:pt x="543928" y="180467"/>
                  </a:lnTo>
                  <a:lnTo>
                    <a:pt x="551789" y="180860"/>
                  </a:lnTo>
                  <a:lnTo>
                    <a:pt x="559892" y="181724"/>
                  </a:lnTo>
                  <a:lnTo>
                    <a:pt x="567537" y="182587"/>
                  </a:lnTo>
                  <a:lnTo>
                    <a:pt x="574001" y="182968"/>
                  </a:lnTo>
                  <a:lnTo>
                    <a:pt x="581520" y="132842"/>
                  </a:lnTo>
                  <a:close/>
                </a:path>
                <a:path w="714375" h="714375">
                  <a:moveTo>
                    <a:pt x="714375" y="105270"/>
                  </a:moveTo>
                  <a:lnTo>
                    <a:pt x="706031" y="64503"/>
                  </a:lnTo>
                  <a:lnTo>
                    <a:pt x="683348" y="31013"/>
                  </a:lnTo>
                  <a:lnTo>
                    <a:pt x="649871" y="8331"/>
                  </a:lnTo>
                  <a:lnTo>
                    <a:pt x="609104" y="0"/>
                  </a:lnTo>
                  <a:lnTo>
                    <a:pt x="105270" y="0"/>
                  </a:lnTo>
                  <a:lnTo>
                    <a:pt x="64490" y="8331"/>
                  </a:lnTo>
                  <a:lnTo>
                    <a:pt x="31013" y="31013"/>
                  </a:lnTo>
                  <a:lnTo>
                    <a:pt x="8331" y="64503"/>
                  </a:lnTo>
                  <a:lnTo>
                    <a:pt x="0" y="105270"/>
                  </a:lnTo>
                  <a:lnTo>
                    <a:pt x="0" y="609092"/>
                  </a:lnTo>
                  <a:lnTo>
                    <a:pt x="8331" y="649871"/>
                  </a:lnTo>
                  <a:lnTo>
                    <a:pt x="31013" y="683348"/>
                  </a:lnTo>
                  <a:lnTo>
                    <a:pt x="64490" y="706031"/>
                  </a:lnTo>
                  <a:lnTo>
                    <a:pt x="105270" y="714375"/>
                  </a:lnTo>
                  <a:lnTo>
                    <a:pt x="358432" y="714362"/>
                  </a:lnTo>
                  <a:lnTo>
                    <a:pt x="358432" y="418592"/>
                  </a:lnTo>
                  <a:lnTo>
                    <a:pt x="315823" y="418592"/>
                  </a:lnTo>
                  <a:lnTo>
                    <a:pt x="307403" y="416877"/>
                  </a:lnTo>
                  <a:lnTo>
                    <a:pt x="301091" y="412330"/>
                  </a:lnTo>
                  <a:lnTo>
                    <a:pt x="297141" y="405904"/>
                  </a:lnTo>
                  <a:lnTo>
                    <a:pt x="295770" y="398538"/>
                  </a:lnTo>
                  <a:lnTo>
                    <a:pt x="295770" y="313309"/>
                  </a:lnTo>
                  <a:lnTo>
                    <a:pt x="297484" y="304888"/>
                  </a:lnTo>
                  <a:lnTo>
                    <a:pt x="302031" y="298589"/>
                  </a:lnTo>
                  <a:lnTo>
                    <a:pt x="308457" y="294627"/>
                  </a:lnTo>
                  <a:lnTo>
                    <a:pt x="315823" y="293255"/>
                  </a:lnTo>
                  <a:lnTo>
                    <a:pt x="358432" y="293255"/>
                  </a:lnTo>
                  <a:lnTo>
                    <a:pt x="358432" y="218059"/>
                  </a:lnTo>
                  <a:lnTo>
                    <a:pt x="366344" y="165239"/>
                  </a:lnTo>
                  <a:lnTo>
                    <a:pt x="389763" y="126263"/>
                  </a:lnTo>
                  <a:lnTo>
                    <a:pt x="428231" y="99987"/>
                  </a:lnTo>
                  <a:lnTo>
                    <a:pt x="481266" y="85217"/>
                  </a:lnTo>
                  <a:lnTo>
                    <a:pt x="521360" y="82702"/>
                  </a:lnTo>
                  <a:lnTo>
                    <a:pt x="542505" y="83604"/>
                  </a:lnTo>
                  <a:lnTo>
                    <a:pt x="587629" y="90119"/>
                  </a:lnTo>
                  <a:lnTo>
                    <a:pt x="623811" y="104025"/>
                  </a:lnTo>
                  <a:lnTo>
                    <a:pt x="626757" y="111467"/>
                  </a:lnTo>
                  <a:lnTo>
                    <a:pt x="626643" y="120307"/>
                  </a:lnTo>
                  <a:lnTo>
                    <a:pt x="611606" y="213055"/>
                  </a:lnTo>
                  <a:lnTo>
                    <a:pt x="611606" y="218071"/>
                  </a:lnTo>
                  <a:lnTo>
                    <a:pt x="604088" y="225577"/>
                  </a:lnTo>
                  <a:lnTo>
                    <a:pt x="599071" y="228092"/>
                  </a:lnTo>
                  <a:lnTo>
                    <a:pt x="596557" y="228092"/>
                  </a:lnTo>
                  <a:lnTo>
                    <a:pt x="591553" y="230593"/>
                  </a:lnTo>
                  <a:lnTo>
                    <a:pt x="584034" y="230593"/>
                  </a:lnTo>
                  <a:lnTo>
                    <a:pt x="579018" y="228092"/>
                  </a:lnTo>
                  <a:lnTo>
                    <a:pt x="571055" y="226212"/>
                  </a:lnTo>
                  <a:lnTo>
                    <a:pt x="562406" y="224332"/>
                  </a:lnTo>
                  <a:lnTo>
                    <a:pt x="553288" y="222453"/>
                  </a:lnTo>
                  <a:lnTo>
                    <a:pt x="543915" y="220573"/>
                  </a:lnTo>
                  <a:lnTo>
                    <a:pt x="533895" y="220573"/>
                  </a:lnTo>
                  <a:lnTo>
                    <a:pt x="531393" y="223075"/>
                  </a:lnTo>
                  <a:lnTo>
                    <a:pt x="517918" y="227698"/>
                  </a:lnTo>
                  <a:lnTo>
                    <a:pt x="510082" y="233730"/>
                  </a:lnTo>
                  <a:lnTo>
                    <a:pt x="506006" y="240703"/>
                  </a:lnTo>
                  <a:lnTo>
                    <a:pt x="503821" y="248145"/>
                  </a:lnTo>
                  <a:lnTo>
                    <a:pt x="503821" y="293255"/>
                  </a:lnTo>
                  <a:lnTo>
                    <a:pt x="596557" y="293255"/>
                  </a:lnTo>
                  <a:lnTo>
                    <a:pt x="601573" y="295770"/>
                  </a:lnTo>
                  <a:lnTo>
                    <a:pt x="604088" y="300774"/>
                  </a:lnTo>
                  <a:lnTo>
                    <a:pt x="609104" y="305790"/>
                  </a:lnTo>
                  <a:lnTo>
                    <a:pt x="609104" y="318325"/>
                  </a:lnTo>
                  <a:lnTo>
                    <a:pt x="586536" y="403555"/>
                  </a:lnTo>
                  <a:lnTo>
                    <a:pt x="584034" y="413575"/>
                  </a:lnTo>
                  <a:lnTo>
                    <a:pt x="576516" y="418592"/>
                  </a:lnTo>
                  <a:lnTo>
                    <a:pt x="503821" y="418592"/>
                  </a:lnTo>
                  <a:lnTo>
                    <a:pt x="503821" y="714362"/>
                  </a:lnTo>
                  <a:lnTo>
                    <a:pt x="609104" y="714362"/>
                  </a:lnTo>
                  <a:lnTo>
                    <a:pt x="649871" y="706031"/>
                  </a:lnTo>
                  <a:lnTo>
                    <a:pt x="683348" y="683348"/>
                  </a:lnTo>
                  <a:lnTo>
                    <a:pt x="706031" y="649871"/>
                  </a:lnTo>
                  <a:lnTo>
                    <a:pt x="714375" y="609092"/>
                  </a:lnTo>
                  <a:lnTo>
                    <a:pt x="714375" y="10527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437496" y="6114999"/>
            <a:ext cx="1152525" cy="1143000"/>
            <a:chOff x="9437496" y="6114999"/>
            <a:chExt cx="1152525" cy="1143000"/>
          </a:xfrm>
        </p:grpSpPr>
        <p:sp>
          <p:nvSpPr>
            <p:cNvPr id="8" name="object 8"/>
            <p:cNvSpPr/>
            <p:nvPr/>
          </p:nvSpPr>
          <p:spPr>
            <a:xfrm>
              <a:off x="9437496" y="6114999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520" y="0"/>
                  </a:moveTo>
                  <a:lnTo>
                    <a:pt x="192506" y="0"/>
                  </a:lnTo>
                  <a:lnTo>
                    <a:pt x="147996" y="5916"/>
                  </a:lnTo>
                  <a:lnTo>
                    <a:pt x="107333" y="20807"/>
                  </a:lnTo>
                  <a:lnTo>
                    <a:pt x="71610" y="43582"/>
                  </a:lnTo>
                  <a:lnTo>
                    <a:pt x="41921" y="73153"/>
                  </a:lnTo>
                  <a:lnTo>
                    <a:pt x="19361" y="108429"/>
                  </a:lnTo>
                  <a:lnTo>
                    <a:pt x="5022" y="148323"/>
                  </a:lnTo>
                  <a:lnTo>
                    <a:pt x="0" y="191744"/>
                  </a:lnTo>
                  <a:lnTo>
                    <a:pt x="0" y="951255"/>
                  </a:lnTo>
                  <a:lnTo>
                    <a:pt x="5941" y="995595"/>
                  </a:lnTo>
                  <a:lnTo>
                    <a:pt x="20890" y="1036099"/>
                  </a:lnTo>
                  <a:lnTo>
                    <a:pt x="43755" y="1071680"/>
                  </a:lnTo>
                  <a:lnTo>
                    <a:pt x="73443" y="1101250"/>
                  </a:lnTo>
                  <a:lnTo>
                    <a:pt x="108859" y="1123718"/>
                  </a:lnTo>
                  <a:lnTo>
                    <a:pt x="148911" y="1137998"/>
                  </a:lnTo>
                  <a:lnTo>
                    <a:pt x="192506" y="1143000"/>
                  </a:lnTo>
                  <a:lnTo>
                    <a:pt x="962520" y="1143000"/>
                  </a:lnTo>
                  <a:lnTo>
                    <a:pt x="1013054" y="1135195"/>
                  </a:lnTo>
                  <a:lnTo>
                    <a:pt x="1058449" y="1115423"/>
                  </a:lnTo>
                  <a:lnTo>
                    <a:pt x="1096899" y="1085413"/>
                  </a:lnTo>
                  <a:lnTo>
                    <a:pt x="1126598" y="1046895"/>
                  </a:lnTo>
                  <a:lnTo>
                    <a:pt x="1145742" y="1001599"/>
                  </a:lnTo>
                  <a:lnTo>
                    <a:pt x="1152525" y="951255"/>
                  </a:lnTo>
                  <a:lnTo>
                    <a:pt x="1152525" y="191744"/>
                  </a:lnTo>
                  <a:lnTo>
                    <a:pt x="1138154" y="118905"/>
                  </a:lnTo>
                  <a:lnTo>
                    <a:pt x="1097534" y="57277"/>
                  </a:lnTo>
                  <a:lnTo>
                    <a:pt x="1035646" y="14631"/>
                  </a:lnTo>
                  <a:lnTo>
                    <a:pt x="96252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57499" y="6332499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190500" y="293268"/>
                  </a:moveTo>
                  <a:lnTo>
                    <a:pt x="147891" y="293268"/>
                  </a:lnTo>
                  <a:lnTo>
                    <a:pt x="147891" y="586536"/>
                  </a:lnTo>
                  <a:lnTo>
                    <a:pt x="190500" y="586536"/>
                  </a:lnTo>
                  <a:lnTo>
                    <a:pt x="190500" y="293268"/>
                  </a:lnTo>
                  <a:close/>
                </a:path>
                <a:path w="714375" h="714375">
                  <a:moveTo>
                    <a:pt x="190500" y="147891"/>
                  </a:moveTo>
                  <a:lnTo>
                    <a:pt x="188772" y="139471"/>
                  </a:lnTo>
                  <a:lnTo>
                    <a:pt x="184226" y="133172"/>
                  </a:lnTo>
                  <a:lnTo>
                    <a:pt x="177800" y="129209"/>
                  </a:lnTo>
                  <a:lnTo>
                    <a:pt x="170446" y="127838"/>
                  </a:lnTo>
                  <a:lnTo>
                    <a:pt x="161975" y="129565"/>
                  </a:lnTo>
                  <a:lnTo>
                    <a:pt x="155397" y="134112"/>
                  </a:lnTo>
                  <a:lnTo>
                    <a:pt x="150698" y="140538"/>
                  </a:lnTo>
                  <a:lnTo>
                    <a:pt x="147891" y="147891"/>
                  </a:lnTo>
                  <a:lnTo>
                    <a:pt x="149644" y="156324"/>
                  </a:lnTo>
                  <a:lnTo>
                    <a:pt x="154457" y="162623"/>
                  </a:lnTo>
                  <a:lnTo>
                    <a:pt x="161632" y="166585"/>
                  </a:lnTo>
                  <a:lnTo>
                    <a:pt x="170446" y="167944"/>
                  </a:lnTo>
                  <a:lnTo>
                    <a:pt x="178866" y="166230"/>
                  </a:lnTo>
                  <a:lnTo>
                    <a:pt x="185166" y="161683"/>
                  </a:lnTo>
                  <a:lnTo>
                    <a:pt x="189128" y="155257"/>
                  </a:lnTo>
                  <a:lnTo>
                    <a:pt x="190500" y="147891"/>
                  </a:lnTo>
                  <a:close/>
                </a:path>
                <a:path w="714375" h="714375">
                  <a:moveTo>
                    <a:pt x="566483" y="383501"/>
                  </a:moveTo>
                  <a:lnTo>
                    <a:pt x="561073" y="352882"/>
                  </a:lnTo>
                  <a:lnTo>
                    <a:pt x="545795" y="326491"/>
                  </a:lnTo>
                  <a:lnTo>
                    <a:pt x="522071" y="306679"/>
                  </a:lnTo>
                  <a:lnTo>
                    <a:pt x="491286" y="295783"/>
                  </a:lnTo>
                  <a:lnTo>
                    <a:pt x="486283" y="295783"/>
                  </a:lnTo>
                  <a:lnTo>
                    <a:pt x="478751" y="293268"/>
                  </a:lnTo>
                  <a:lnTo>
                    <a:pt x="473748" y="293268"/>
                  </a:lnTo>
                  <a:lnTo>
                    <a:pt x="453605" y="295122"/>
                  </a:lnTo>
                  <a:lnTo>
                    <a:pt x="434886" y="300482"/>
                  </a:lnTo>
                  <a:lnTo>
                    <a:pt x="418045" y="309143"/>
                  </a:lnTo>
                  <a:lnTo>
                    <a:pt x="403555" y="320840"/>
                  </a:lnTo>
                  <a:lnTo>
                    <a:pt x="398399" y="325856"/>
                  </a:lnTo>
                  <a:lnTo>
                    <a:pt x="397725" y="326491"/>
                  </a:lnTo>
                  <a:lnTo>
                    <a:pt x="391960" y="331177"/>
                  </a:lnTo>
                  <a:lnTo>
                    <a:pt x="385584" y="334594"/>
                  </a:lnTo>
                  <a:lnTo>
                    <a:pt x="378498" y="335876"/>
                  </a:lnTo>
                  <a:lnTo>
                    <a:pt x="370979" y="335876"/>
                  </a:lnTo>
                  <a:lnTo>
                    <a:pt x="363461" y="333375"/>
                  </a:lnTo>
                  <a:lnTo>
                    <a:pt x="358444" y="325856"/>
                  </a:lnTo>
                  <a:lnTo>
                    <a:pt x="358444" y="293268"/>
                  </a:lnTo>
                  <a:lnTo>
                    <a:pt x="315836" y="293268"/>
                  </a:lnTo>
                  <a:lnTo>
                    <a:pt x="315836" y="586536"/>
                  </a:lnTo>
                  <a:lnTo>
                    <a:pt x="358444" y="586536"/>
                  </a:lnTo>
                  <a:lnTo>
                    <a:pt x="358444" y="421106"/>
                  </a:lnTo>
                  <a:lnTo>
                    <a:pt x="365023" y="389115"/>
                  </a:lnTo>
                  <a:lnTo>
                    <a:pt x="382879" y="362521"/>
                  </a:lnTo>
                  <a:lnTo>
                    <a:pt x="409194" y="343916"/>
                  </a:lnTo>
                  <a:lnTo>
                    <a:pt x="441159" y="335876"/>
                  </a:lnTo>
                  <a:lnTo>
                    <a:pt x="473151" y="342506"/>
                  </a:lnTo>
                  <a:lnTo>
                    <a:pt x="499745" y="360641"/>
                  </a:lnTo>
                  <a:lnTo>
                    <a:pt x="518350" y="387705"/>
                  </a:lnTo>
                  <a:lnTo>
                    <a:pt x="526376" y="421106"/>
                  </a:lnTo>
                  <a:lnTo>
                    <a:pt x="526376" y="586536"/>
                  </a:lnTo>
                  <a:lnTo>
                    <a:pt x="566483" y="586536"/>
                  </a:lnTo>
                  <a:lnTo>
                    <a:pt x="566483" y="383501"/>
                  </a:lnTo>
                  <a:close/>
                </a:path>
                <a:path w="714375" h="714375">
                  <a:moveTo>
                    <a:pt x="714375" y="105283"/>
                  </a:moveTo>
                  <a:lnTo>
                    <a:pt x="710260" y="85229"/>
                  </a:lnTo>
                  <a:lnTo>
                    <a:pt x="706031" y="64516"/>
                  </a:lnTo>
                  <a:lnTo>
                    <a:pt x="683348" y="31026"/>
                  </a:lnTo>
                  <a:lnTo>
                    <a:pt x="649871" y="8343"/>
                  </a:lnTo>
                  <a:lnTo>
                    <a:pt x="609104" y="0"/>
                  </a:lnTo>
                  <a:lnTo>
                    <a:pt x="609104" y="383501"/>
                  </a:lnTo>
                  <a:lnTo>
                    <a:pt x="609104" y="609104"/>
                  </a:lnTo>
                  <a:lnTo>
                    <a:pt x="607377" y="617524"/>
                  </a:lnTo>
                  <a:lnTo>
                    <a:pt x="602830" y="623836"/>
                  </a:lnTo>
                  <a:lnTo>
                    <a:pt x="596404" y="627786"/>
                  </a:lnTo>
                  <a:lnTo>
                    <a:pt x="589051" y="629158"/>
                  </a:lnTo>
                  <a:lnTo>
                    <a:pt x="503821" y="629158"/>
                  </a:lnTo>
                  <a:lnTo>
                    <a:pt x="495388" y="627443"/>
                  </a:lnTo>
                  <a:lnTo>
                    <a:pt x="489089" y="622896"/>
                  </a:lnTo>
                  <a:lnTo>
                    <a:pt x="485127" y="616470"/>
                  </a:lnTo>
                  <a:lnTo>
                    <a:pt x="483768" y="609104"/>
                  </a:lnTo>
                  <a:lnTo>
                    <a:pt x="483768" y="421106"/>
                  </a:lnTo>
                  <a:lnTo>
                    <a:pt x="480275" y="404939"/>
                  </a:lnTo>
                  <a:lnTo>
                    <a:pt x="470916" y="391350"/>
                  </a:lnTo>
                  <a:lnTo>
                    <a:pt x="457327" y="381990"/>
                  </a:lnTo>
                  <a:lnTo>
                    <a:pt x="441159" y="378498"/>
                  </a:lnTo>
                  <a:lnTo>
                    <a:pt x="424980" y="381990"/>
                  </a:lnTo>
                  <a:lnTo>
                    <a:pt x="411391" y="391350"/>
                  </a:lnTo>
                  <a:lnTo>
                    <a:pt x="402031" y="404939"/>
                  </a:lnTo>
                  <a:lnTo>
                    <a:pt x="398551" y="421106"/>
                  </a:lnTo>
                  <a:lnTo>
                    <a:pt x="398551" y="609104"/>
                  </a:lnTo>
                  <a:lnTo>
                    <a:pt x="396824" y="617524"/>
                  </a:lnTo>
                  <a:lnTo>
                    <a:pt x="392277" y="623836"/>
                  </a:lnTo>
                  <a:lnTo>
                    <a:pt x="385851" y="627786"/>
                  </a:lnTo>
                  <a:lnTo>
                    <a:pt x="378498" y="629158"/>
                  </a:lnTo>
                  <a:lnTo>
                    <a:pt x="295783" y="629158"/>
                  </a:lnTo>
                  <a:lnTo>
                    <a:pt x="287312" y="627443"/>
                  </a:lnTo>
                  <a:lnTo>
                    <a:pt x="280733" y="622896"/>
                  </a:lnTo>
                  <a:lnTo>
                    <a:pt x="276034" y="616470"/>
                  </a:lnTo>
                  <a:lnTo>
                    <a:pt x="273215" y="609104"/>
                  </a:lnTo>
                  <a:lnTo>
                    <a:pt x="273215" y="273215"/>
                  </a:lnTo>
                  <a:lnTo>
                    <a:pt x="274967" y="264795"/>
                  </a:lnTo>
                  <a:lnTo>
                    <a:pt x="279793" y="258495"/>
                  </a:lnTo>
                  <a:lnTo>
                    <a:pt x="286956" y="254533"/>
                  </a:lnTo>
                  <a:lnTo>
                    <a:pt x="295783" y="253161"/>
                  </a:lnTo>
                  <a:lnTo>
                    <a:pt x="378498" y="253161"/>
                  </a:lnTo>
                  <a:lnTo>
                    <a:pt x="386067" y="254533"/>
                  </a:lnTo>
                  <a:lnTo>
                    <a:pt x="385914" y="254533"/>
                  </a:lnTo>
                  <a:lnTo>
                    <a:pt x="392277" y="258178"/>
                  </a:lnTo>
                  <a:lnTo>
                    <a:pt x="396824" y="263740"/>
                  </a:lnTo>
                  <a:lnTo>
                    <a:pt x="398551" y="270713"/>
                  </a:lnTo>
                  <a:lnTo>
                    <a:pt x="415937" y="262331"/>
                  </a:lnTo>
                  <a:lnTo>
                    <a:pt x="434263" y="256298"/>
                  </a:lnTo>
                  <a:lnTo>
                    <a:pt x="453072" y="253161"/>
                  </a:lnTo>
                  <a:lnTo>
                    <a:pt x="496303" y="253161"/>
                  </a:lnTo>
                  <a:lnTo>
                    <a:pt x="542467" y="268960"/>
                  </a:lnTo>
                  <a:lnTo>
                    <a:pt x="578078" y="298602"/>
                  </a:lnTo>
                  <a:lnTo>
                    <a:pt x="600989" y="338112"/>
                  </a:lnTo>
                  <a:lnTo>
                    <a:pt x="609104" y="383501"/>
                  </a:lnTo>
                  <a:lnTo>
                    <a:pt x="609104" y="0"/>
                  </a:lnTo>
                  <a:lnTo>
                    <a:pt x="233108" y="0"/>
                  </a:lnTo>
                  <a:lnTo>
                    <a:pt x="233108" y="147891"/>
                  </a:lnTo>
                  <a:lnTo>
                    <a:pt x="233108" y="273215"/>
                  </a:lnTo>
                  <a:lnTo>
                    <a:pt x="233108" y="609104"/>
                  </a:lnTo>
                  <a:lnTo>
                    <a:pt x="231343" y="617524"/>
                  </a:lnTo>
                  <a:lnTo>
                    <a:pt x="226529" y="623836"/>
                  </a:lnTo>
                  <a:lnTo>
                    <a:pt x="219354" y="627786"/>
                  </a:lnTo>
                  <a:lnTo>
                    <a:pt x="210553" y="629158"/>
                  </a:lnTo>
                  <a:lnTo>
                    <a:pt x="127838" y="629158"/>
                  </a:lnTo>
                  <a:lnTo>
                    <a:pt x="119405" y="627443"/>
                  </a:lnTo>
                  <a:lnTo>
                    <a:pt x="113106" y="622896"/>
                  </a:lnTo>
                  <a:lnTo>
                    <a:pt x="109143" y="616470"/>
                  </a:lnTo>
                  <a:lnTo>
                    <a:pt x="107784" y="609104"/>
                  </a:lnTo>
                  <a:lnTo>
                    <a:pt x="107784" y="273215"/>
                  </a:lnTo>
                  <a:lnTo>
                    <a:pt x="109499" y="264795"/>
                  </a:lnTo>
                  <a:lnTo>
                    <a:pt x="114046" y="258495"/>
                  </a:lnTo>
                  <a:lnTo>
                    <a:pt x="120472" y="254533"/>
                  </a:lnTo>
                  <a:lnTo>
                    <a:pt x="127838" y="253161"/>
                  </a:lnTo>
                  <a:lnTo>
                    <a:pt x="210553" y="253161"/>
                  </a:lnTo>
                  <a:lnTo>
                    <a:pt x="219011" y="254889"/>
                  </a:lnTo>
                  <a:lnTo>
                    <a:pt x="225590" y="259435"/>
                  </a:lnTo>
                  <a:lnTo>
                    <a:pt x="230289" y="265861"/>
                  </a:lnTo>
                  <a:lnTo>
                    <a:pt x="233108" y="273215"/>
                  </a:lnTo>
                  <a:lnTo>
                    <a:pt x="233108" y="147891"/>
                  </a:lnTo>
                  <a:lnTo>
                    <a:pt x="228244" y="172491"/>
                  </a:lnTo>
                  <a:lnTo>
                    <a:pt x="214934" y="192392"/>
                  </a:lnTo>
                  <a:lnTo>
                    <a:pt x="195033" y="205701"/>
                  </a:lnTo>
                  <a:lnTo>
                    <a:pt x="170446" y="210553"/>
                  </a:lnTo>
                  <a:lnTo>
                    <a:pt x="145846" y="205701"/>
                  </a:lnTo>
                  <a:lnTo>
                    <a:pt x="125945" y="192392"/>
                  </a:lnTo>
                  <a:lnTo>
                    <a:pt x="112636" y="172491"/>
                  </a:lnTo>
                  <a:lnTo>
                    <a:pt x="107784" y="147891"/>
                  </a:lnTo>
                  <a:lnTo>
                    <a:pt x="112636" y="123304"/>
                  </a:lnTo>
                  <a:lnTo>
                    <a:pt x="125945" y="103403"/>
                  </a:lnTo>
                  <a:lnTo>
                    <a:pt x="145846" y="90093"/>
                  </a:lnTo>
                  <a:lnTo>
                    <a:pt x="170446" y="85229"/>
                  </a:lnTo>
                  <a:lnTo>
                    <a:pt x="195033" y="90093"/>
                  </a:lnTo>
                  <a:lnTo>
                    <a:pt x="214934" y="103403"/>
                  </a:lnTo>
                  <a:lnTo>
                    <a:pt x="228244" y="123304"/>
                  </a:lnTo>
                  <a:lnTo>
                    <a:pt x="233108" y="147891"/>
                  </a:lnTo>
                  <a:lnTo>
                    <a:pt x="233108" y="0"/>
                  </a:lnTo>
                  <a:lnTo>
                    <a:pt x="107784" y="0"/>
                  </a:lnTo>
                  <a:lnTo>
                    <a:pt x="66967" y="8343"/>
                  </a:lnTo>
                  <a:lnTo>
                    <a:pt x="33197" y="31026"/>
                  </a:lnTo>
                  <a:lnTo>
                    <a:pt x="9779" y="64516"/>
                  </a:lnTo>
                  <a:lnTo>
                    <a:pt x="0" y="105283"/>
                  </a:lnTo>
                  <a:lnTo>
                    <a:pt x="0" y="609104"/>
                  </a:lnTo>
                  <a:lnTo>
                    <a:pt x="8369" y="649884"/>
                  </a:lnTo>
                  <a:lnTo>
                    <a:pt x="31330" y="683361"/>
                  </a:lnTo>
                  <a:lnTo>
                    <a:pt x="65557" y="706043"/>
                  </a:lnTo>
                  <a:lnTo>
                    <a:pt x="107784" y="714375"/>
                  </a:lnTo>
                  <a:lnTo>
                    <a:pt x="609104" y="714375"/>
                  </a:lnTo>
                  <a:lnTo>
                    <a:pt x="649871" y="706043"/>
                  </a:lnTo>
                  <a:lnTo>
                    <a:pt x="683348" y="683361"/>
                  </a:lnTo>
                  <a:lnTo>
                    <a:pt x="706031" y="649884"/>
                  </a:lnTo>
                  <a:lnTo>
                    <a:pt x="710260" y="629158"/>
                  </a:lnTo>
                  <a:lnTo>
                    <a:pt x="714375" y="609104"/>
                  </a:lnTo>
                  <a:lnTo>
                    <a:pt x="714375" y="253161"/>
                  </a:lnTo>
                  <a:lnTo>
                    <a:pt x="714375" y="210553"/>
                  </a:lnTo>
                  <a:lnTo>
                    <a:pt x="714375" y="105283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749997" y="6114999"/>
            <a:ext cx="1152525" cy="1143000"/>
            <a:chOff x="7749997" y="6114999"/>
            <a:chExt cx="1152525" cy="1143000"/>
          </a:xfrm>
        </p:grpSpPr>
        <p:sp>
          <p:nvSpPr>
            <p:cNvPr id="11" name="object 11"/>
            <p:cNvSpPr/>
            <p:nvPr/>
          </p:nvSpPr>
          <p:spPr>
            <a:xfrm>
              <a:off x="7749997" y="6114999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113" y="0"/>
                  </a:moveTo>
                  <a:lnTo>
                    <a:pt x="190423" y="0"/>
                  </a:lnTo>
                  <a:lnTo>
                    <a:pt x="139779" y="7804"/>
                  </a:lnTo>
                  <a:lnTo>
                    <a:pt x="94284" y="27576"/>
                  </a:lnTo>
                  <a:lnTo>
                    <a:pt x="55749" y="57586"/>
                  </a:lnTo>
                  <a:lnTo>
                    <a:pt x="25984" y="96104"/>
                  </a:lnTo>
                  <a:lnTo>
                    <a:pt x="6797" y="141400"/>
                  </a:lnTo>
                  <a:lnTo>
                    <a:pt x="0" y="191744"/>
                  </a:lnTo>
                  <a:lnTo>
                    <a:pt x="0" y="951255"/>
                  </a:lnTo>
                  <a:lnTo>
                    <a:pt x="5025" y="995595"/>
                  </a:lnTo>
                  <a:lnTo>
                    <a:pt x="19343" y="1036099"/>
                  </a:lnTo>
                  <a:lnTo>
                    <a:pt x="41813" y="1071680"/>
                  </a:lnTo>
                  <a:lnTo>
                    <a:pt x="71296" y="1101250"/>
                  </a:lnTo>
                  <a:lnTo>
                    <a:pt x="106652" y="1123718"/>
                  </a:lnTo>
                  <a:lnTo>
                    <a:pt x="146741" y="1137998"/>
                  </a:lnTo>
                  <a:lnTo>
                    <a:pt x="190423" y="1143000"/>
                  </a:lnTo>
                  <a:lnTo>
                    <a:pt x="962113" y="1143000"/>
                  </a:lnTo>
                  <a:lnTo>
                    <a:pt x="1012757" y="1135195"/>
                  </a:lnTo>
                  <a:lnTo>
                    <a:pt x="1058249" y="1115423"/>
                  </a:lnTo>
                  <a:lnTo>
                    <a:pt x="1096781" y="1085413"/>
                  </a:lnTo>
                  <a:lnTo>
                    <a:pt x="1126544" y="1046895"/>
                  </a:lnTo>
                  <a:lnTo>
                    <a:pt x="1145728" y="1001599"/>
                  </a:lnTo>
                  <a:lnTo>
                    <a:pt x="1152525" y="951255"/>
                  </a:lnTo>
                  <a:lnTo>
                    <a:pt x="1152525" y="191744"/>
                  </a:lnTo>
                  <a:lnTo>
                    <a:pt x="1138120" y="118905"/>
                  </a:lnTo>
                  <a:lnTo>
                    <a:pt x="1097407" y="57277"/>
                  </a:lnTo>
                  <a:lnTo>
                    <a:pt x="1035394" y="14631"/>
                  </a:lnTo>
                  <a:lnTo>
                    <a:pt x="962113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95323" y="6460337"/>
              <a:ext cx="461645" cy="459105"/>
            </a:xfrm>
            <a:custGeom>
              <a:avLst/>
              <a:gdLst/>
              <a:ahLst/>
              <a:cxnLst/>
              <a:rect l="l" t="t" r="r" b="b"/>
              <a:pathLst>
                <a:path w="461645" h="459104">
                  <a:moveTo>
                    <a:pt x="398551" y="0"/>
                  </a:moveTo>
                  <a:lnTo>
                    <a:pt x="62674" y="0"/>
                  </a:lnTo>
                  <a:lnTo>
                    <a:pt x="38072" y="4856"/>
                  </a:lnTo>
                  <a:lnTo>
                    <a:pt x="18173" y="18172"/>
                  </a:lnTo>
                  <a:lnTo>
                    <a:pt x="4856" y="38067"/>
                  </a:lnTo>
                  <a:lnTo>
                    <a:pt x="0" y="62661"/>
                  </a:lnTo>
                  <a:lnTo>
                    <a:pt x="0" y="396036"/>
                  </a:lnTo>
                  <a:lnTo>
                    <a:pt x="4856" y="420631"/>
                  </a:lnTo>
                  <a:lnTo>
                    <a:pt x="18173" y="440526"/>
                  </a:lnTo>
                  <a:lnTo>
                    <a:pt x="38072" y="453842"/>
                  </a:lnTo>
                  <a:lnTo>
                    <a:pt x="62674" y="458698"/>
                  </a:lnTo>
                  <a:lnTo>
                    <a:pt x="398551" y="458698"/>
                  </a:lnTo>
                  <a:lnTo>
                    <a:pt x="423145" y="453842"/>
                  </a:lnTo>
                  <a:lnTo>
                    <a:pt x="443041" y="440526"/>
                  </a:lnTo>
                  <a:lnTo>
                    <a:pt x="456356" y="420631"/>
                  </a:lnTo>
                  <a:lnTo>
                    <a:pt x="461213" y="396036"/>
                  </a:lnTo>
                  <a:lnTo>
                    <a:pt x="461213" y="375983"/>
                  </a:lnTo>
                  <a:lnTo>
                    <a:pt x="230606" y="375983"/>
                  </a:lnTo>
                  <a:lnTo>
                    <a:pt x="184690" y="368564"/>
                  </a:lnTo>
                  <a:lnTo>
                    <a:pt x="144787" y="347912"/>
                  </a:lnTo>
                  <a:lnTo>
                    <a:pt x="113304" y="316431"/>
                  </a:lnTo>
                  <a:lnTo>
                    <a:pt x="92649" y="276527"/>
                  </a:lnTo>
                  <a:lnTo>
                    <a:pt x="85229" y="230606"/>
                  </a:lnTo>
                  <a:lnTo>
                    <a:pt x="92649" y="184664"/>
                  </a:lnTo>
                  <a:lnTo>
                    <a:pt x="113304" y="144617"/>
                  </a:lnTo>
                  <a:lnTo>
                    <a:pt x="144787" y="112752"/>
                  </a:lnTo>
                  <a:lnTo>
                    <a:pt x="184690" y="91356"/>
                  </a:lnTo>
                  <a:lnTo>
                    <a:pt x="230606" y="82715"/>
                  </a:lnTo>
                  <a:lnTo>
                    <a:pt x="335889" y="82715"/>
                  </a:lnTo>
                  <a:lnTo>
                    <a:pt x="339021" y="66542"/>
                  </a:lnTo>
                  <a:lnTo>
                    <a:pt x="347792" y="52952"/>
                  </a:lnTo>
                  <a:lnTo>
                    <a:pt x="361264" y="43592"/>
                  </a:lnTo>
                  <a:lnTo>
                    <a:pt x="378498" y="40106"/>
                  </a:lnTo>
                  <a:lnTo>
                    <a:pt x="456759" y="40106"/>
                  </a:lnTo>
                  <a:lnTo>
                    <a:pt x="456356" y="38067"/>
                  </a:lnTo>
                  <a:lnTo>
                    <a:pt x="443041" y="18172"/>
                  </a:lnTo>
                  <a:lnTo>
                    <a:pt x="423145" y="4856"/>
                  </a:lnTo>
                  <a:lnTo>
                    <a:pt x="398551" y="0"/>
                  </a:lnTo>
                  <a:close/>
                </a:path>
                <a:path w="461645" h="459104">
                  <a:moveTo>
                    <a:pt x="335889" y="82715"/>
                  </a:moveTo>
                  <a:lnTo>
                    <a:pt x="230606" y="82715"/>
                  </a:lnTo>
                  <a:lnTo>
                    <a:pt x="276549" y="90155"/>
                  </a:lnTo>
                  <a:lnTo>
                    <a:pt x="316595" y="110950"/>
                  </a:lnTo>
                  <a:lnTo>
                    <a:pt x="348460" y="142815"/>
                  </a:lnTo>
                  <a:lnTo>
                    <a:pt x="369857" y="183463"/>
                  </a:lnTo>
                  <a:lnTo>
                    <a:pt x="378498" y="230606"/>
                  </a:lnTo>
                  <a:lnTo>
                    <a:pt x="371058" y="276527"/>
                  </a:lnTo>
                  <a:lnTo>
                    <a:pt x="350262" y="316431"/>
                  </a:lnTo>
                  <a:lnTo>
                    <a:pt x="318397" y="347912"/>
                  </a:lnTo>
                  <a:lnTo>
                    <a:pt x="277749" y="368564"/>
                  </a:lnTo>
                  <a:lnTo>
                    <a:pt x="230606" y="375983"/>
                  </a:lnTo>
                  <a:lnTo>
                    <a:pt x="461213" y="375983"/>
                  </a:lnTo>
                  <a:lnTo>
                    <a:pt x="461213" y="125323"/>
                  </a:lnTo>
                  <a:lnTo>
                    <a:pt x="378498" y="125323"/>
                  </a:lnTo>
                  <a:lnTo>
                    <a:pt x="362325" y="122191"/>
                  </a:lnTo>
                  <a:lnTo>
                    <a:pt x="348735" y="113420"/>
                  </a:lnTo>
                  <a:lnTo>
                    <a:pt x="339375" y="99949"/>
                  </a:lnTo>
                  <a:lnTo>
                    <a:pt x="335889" y="82715"/>
                  </a:lnTo>
                  <a:close/>
                </a:path>
                <a:path w="461645" h="459104">
                  <a:moveTo>
                    <a:pt x="456759" y="40106"/>
                  </a:moveTo>
                  <a:lnTo>
                    <a:pt x="378498" y="40106"/>
                  </a:lnTo>
                  <a:lnTo>
                    <a:pt x="394632" y="43238"/>
                  </a:lnTo>
                  <a:lnTo>
                    <a:pt x="407947" y="52009"/>
                  </a:lnTo>
                  <a:lnTo>
                    <a:pt x="416565" y="65481"/>
                  </a:lnTo>
                  <a:lnTo>
                    <a:pt x="418604" y="82715"/>
                  </a:lnTo>
                  <a:lnTo>
                    <a:pt x="415158" y="98888"/>
                  </a:lnTo>
                  <a:lnTo>
                    <a:pt x="406071" y="112477"/>
                  </a:lnTo>
                  <a:lnTo>
                    <a:pt x="393224" y="121837"/>
                  </a:lnTo>
                  <a:lnTo>
                    <a:pt x="378498" y="125323"/>
                  </a:lnTo>
                  <a:lnTo>
                    <a:pt x="461213" y="125323"/>
                  </a:lnTo>
                  <a:lnTo>
                    <a:pt x="461213" y="62661"/>
                  </a:lnTo>
                  <a:lnTo>
                    <a:pt x="456759" y="4010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0659" y="6585661"/>
              <a:ext cx="210553" cy="2080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69999" y="6332499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606590" y="0"/>
                  </a:moveTo>
                  <a:lnTo>
                    <a:pt x="105270" y="0"/>
                  </a:lnTo>
                  <a:lnTo>
                    <a:pt x="64502" y="8342"/>
                  </a:lnTo>
                  <a:lnTo>
                    <a:pt x="31018" y="31019"/>
                  </a:lnTo>
                  <a:lnTo>
                    <a:pt x="8342" y="64508"/>
                  </a:lnTo>
                  <a:lnTo>
                    <a:pt x="0" y="105283"/>
                  </a:lnTo>
                  <a:lnTo>
                    <a:pt x="0" y="609104"/>
                  </a:lnTo>
                  <a:lnTo>
                    <a:pt x="8342" y="649872"/>
                  </a:lnTo>
                  <a:lnTo>
                    <a:pt x="31018" y="683356"/>
                  </a:lnTo>
                  <a:lnTo>
                    <a:pt x="64502" y="706032"/>
                  </a:lnTo>
                  <a:lnTo>
                    <a:pt x="105270" y="714375"/>
                  </a:lnTo>
                  <a:lnTo>
                    <a:pt x="606590" y="714375"/>
                  </a:lnTo>
                  <a:lnTo>
                    <a:pt x="647404" y="706032"/>
                  </a:lnTo>
                  <a:lnTo>
                    <a:pt x="681166" y="683356"/>
                  </a:lnTo>
                  <a:lnTo>
                    <a:pt x="704586" y="649872"/>
                  </a:lnTo>
                  <a:lnTo>
                    <a:pt x="709560" y="629158"/>
                  </a:lnTo>
                  <a:lnTo>
                    <a:pt x="187998" y="629158"/>
                  </a:lnTo>
                  <a:lnTo>
                    <a:pt x="147262" y="620815"/>
                  </a:lnTo>
                  <a:lnTo>
                    <a:pt x="114049" y="598138"/>
                  </a:lnTo>
                  <a:lnTo>
                    <a:pt x="92118" y="564649"/>
                  </a:lnTo>
                  <a:lnTo>
                    <a:pt x="85229" y="523875"/>
                  </a:lnTo>
                  <a:lnTo>
                    <a:pt x="85229" y="190500"/>
                  </a:lnTo>
                  <a:lnTo>
                    <a:pt x="93532" y="149732"/>
                  </a:lnTo>
                  <a:lnTo>
                    <a:pt x="115935" y="116247"/>
                  </a:lnTo>
                  <a:lnTo>
                    <a:pt x="148676" y="93571"/>
                  </a:lnTo>
                  <a:lnTo>
                    <a:pt x="187998" y="85229"/>
                  </a:lnTo>
                  <a:lnTo>
                    <a:pt x="710253" y="85229"/>
                  </a:lnTo>
                  <a:lnTo>
                    <a:pt x="705993" y="64508"/>
                  </a:lnTo>
                  <a:lnTo>
                    <a:pt x="683042" y="31019"/>
                  </a:lnTo>
                  <a:lnTo>
                    <a:pt x="648811" y="8342"/>
                  </a:lnTo>
                  <a:lnTo>
                    <a:pt x="606590" y="0"/>
                  </a:lnTo>
                  <a:close/>
                </a:path>
                <a:path w="714375" h="714375">
                  <a:moveTo>
                    <a:pt x="710253" y="85229"/>
                  </a:moveTo>
                  <a:lnTo>
                    <a:pt x="523875" y="85229"/>
                  </a:lnTo>
                  <a:lnTo>
                    <a:pt x="564642" y="93571"/>
                  </a:lnTo>
                  <a:lnTo>
                    <a:pt x="598127" y="116247"/>
                  </a:lnTo>
                  <a:lnTo>
                    <a:pt x="620803" y="149732"/>
                  </a:lnTo>
                  <a:lnTo>
                    <a:pt x="629145" y="190500"/>
                  </a:lnTo>
                  <a:lnTo>
                    <a:pt x="629145" y="523875"/>
                  </a:lnTo>
                  <a:lnTo>
                    <a:pt x="620803" y="564649"/>
                  </a:lnTo>
                  <a:lnTo>
                    <a:pt x="598127" y="598138"/>
                  </a:lnTo>
                  <a:lnTo>
                    <a:pt x="564642" y="620815"/>
                  </a:lnTo>
                  <a:lnTo>
                    <a:pt x="523875" y="629158"/>
                  </a:lnTo>
                  <a:lnTo>
                    <a:pt x="709560" y="629158"/>
                  </a:lnTo>
                  <a:lnTo>
                    <a:pt x="714375" y="609104"/>
                  </a:lnTo>
                  <a:lnTo>
                    <a:pt x="714375" y="105283"/>
                  </a:lnTo>
                  <a:lnTo>
                    <a:pt x="710253" y="85229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1037506" y="6114999"/>
            <a:ext cx="1152525" cy="1143000"/>
            <a:chOff x="11037506" y="6114999"/>
            <a:chExt cx="1152525" cy="1143000"/>
          </a:xfrm>
        </p:grpSpPr>
        <p:sp>
          <p:nvSpPr>
            <p:cNvPr id="16" name="object 16"/>
            <p:cNvSpPr/>
            <p:nvPr/>
          </p:nvSpPr>
          <p:spPr>
            <a:xfrm>
              <a:off x="11037506" y="6114999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520" y="0"/>
                  </a:moveTo>
                  <a:lnTo>
                    <a:pt x="192493" y="0"/>
                  </a:lnTo>
                  <a:lnTo>
                    <a:pt x="147984" y="5916"/>
                  </a:lnTo>
                  <a:lnTo>
                    <a:pt x="107323" y="20807"/>
                  </a:lnTo>
                  <a:lnTo>
                    <a:pt x="71602" y="43582"/>
                  </a:lnTo>
                  <a:lnTo>
                    <a:pt x="41916" y="73153"/>
                  </a:lnTo>
                  <a:lnTo>
                    <a:pt x="19358" y="108429"/>
                  </a:lnTo>
                  <a:lnTo>
                    <a:pt x="5021" y="148323"/>
                  </a:lnTo>
                  <a:lnTo>
                    <a:pt x="0" y="191744"/>
                  </a:lnTo>
                  <a:lnTo>
                    <a:pt x="0" y="951255"/>
                  </a:lnTo>
                  <a:lnTo>
                    <a:pt x="5936" y="995595"/>
                  </a:lnTo>
                  <a:lnTo>
                    <a:pt x="20882" y="1036099"/>
                  </a:lnTo>
                  <a:lnTo>
                    <a:pt x="43745" y="1071680"/>
                  </a:lnTo>
                  <a:lnTo>
                    <a:pt x="73431" y="1101250"/>
                  </a:lnTo>
                  <a:lnTo>
                    <a:pt x="108847" y="1123718"/>
                  </a:lnTo>
                  <a:lnTo>
                    <a:pt x="148899" y="1137998"/>
                  </a:lnTo>
                  <a:lnTo>
                    <a:pt x="192493" y="1143000"/>
                  </a:lnTo>
                  <a:lnTo>
                    <a:pt x="962520" y="1143000"/>
                  </a:lnTo>
                  <a:lnTo>
                    <a:pt x="1013054" y="1135195"/>
                  </a:lnTo>
                  <a:lnTo>
                    <a:pt x="1058449" y="1115423"/>
                  </a:lnTo>
                  <a:lnTo>
                    <a:pt x="1096899" y="1085413"/>
                  </a:lnTo>
                  <a:lnTo>
                    <a:pt x="1126598" y="1046895"/>
                  </a:lnTo>
                  <a:lnTo>
                    <a:pt x="1145742" y="1001599"/>
                  </a:lnTo>
                  <a:lnTo>
                    <a:pt x="1152525" y="951255"/>
                  </a:lnTo>
                  <a:lnTo>
                    <a:pt x="1152525" y="191744"/>
                  </a:lnTo>
                  <a:lnTo>
                    <a:pt x="1138148" y="118905"/>
                  </a:lnTo>
                  <a:lnTo>
                    <a:pt x="1097521" y="57277"/>
                  </a:lnTo>
                  <a:lnTo>
                    <a:pt x="1035645" y="14631"/>
                  </a:lnTo>
                  <a:lnTo>
                    <a:pt x="96252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59453" y="6397497"/>
              <a:ext cx="714375" cy="581025"/>
            </a:xfrm>
            <a:custGeom>
              <a:avLst/>
              <a:gdLst/>
              <a:ahLst/>
              <a:cxnLst/>
              <a:rect l="l" t="t" r="r" b="b"/>
              <a:pathLst>
                <a:path w="714375" h="581025">
                  <a:moveTo>
                    <a:pt x="23138" y="478777"/>
                  </a:moveTo>
                  <a:lnTo>
                    <a:pt x="10590" y="478777"/>
                  </a:lnTo>
                  <a:lnTo>
                    <a:pt x="3059" y="483768"/>
                  </a:lnTo>
                  <a:lnTo>
                    <a:pt x="544" y="493737"/>
                  </a:lnTo>
                  <a:lnTo>
                    <a:pt x="0" y="501146"/>
                  </a:lnTo>
                  <a:lnTo>
                    <a:pt x="1805" y="508085"/>
                  </a:lnTo>
                  <a:lnTo>
                    <a:pt x="34299" y="531870"/>
                  </a:lnTo>
                  <a:lnTo>
                    <a:pt x="68972" y="548169"/>
                  </a:lnTo>
                  <a:lnTo>
                    <a:pt x="114125" y="564109"/>
                  </a:lnTo>
                  <a:lnTo>
                    <a:pt x="169277" y="576217"/>
                  </a:lnTo>
                  <a:lnTo>
                    <a:pt x="233945" y="581025"/>
                  </a:lnTo>
                  <a:lnTo>
                    <a:pt x="297442" y="577014"/>
                  </a:lnTo>
                  <a:lnTo>
                    <a:pt x="354727" y="565583"/>
                  </a:lnTo>
                  <a:lnTo>
                    <a:pt x="406043" y="547630"/>
                  </a:lnTo>
                  <a:lnTo>
                    <a:pt x="451629" y="524056"/>
                  </a:lnTo>
                  <a:lnTo>
                    <a:pt x="491729" y="495760"/>
                  </a:lnTo>
                  <a:lnTo>
                    <a:pt x="507443" y="481279"/>
                  </a:lnTo>
                  <a:lnTo>
                    <a:pt x="30669" y="481279"/>
                  </a:lnTo>
                  <a:lnTo>
                    <a:pt x="23138" y="478777"/>
                  </a:lnTo>
                  <a:close/>
                </a:path>
                <a:path w="714375" h="581025">
                  <a:moveTo>
                    <a:pt x="75843" y="24930"/>
                  </a:moveTo>
                  <a:lnTo>
                    <a:pt x="58266" y="24930"/>
                  </a:lnTo>
                  <a:lnTo>
                    <a:pt x="53249" y="29921"/>
                  </a:lnTo>
                  <a:lnTo>
                    <a:pt x="36626" y="79404"/>
                  </a:lnTo>
                  <a:lnTo>
                    <a:pt x="31923" y="119072"/>
                  </a:lnTo>
                  <a:lnTo>
                    <a:pt x="36626" y="155934"/>
                  </a:lnTo>
                  <a:lnTo>
                    <a:pt x="50735" y="189522"/>
                  </a:lnTo>
                  <a:lnTo>
                    <a:pt x="48233" y="189522"/>
                  </a:lnTo>
                  <a:lnTo>
                    <a:pt x="40863" y="191274"/>
                  </a:lnTo>
                  <a:lnTo>
                    <a:pt x="34431" y="196065"/>
                  </a:lnTo>
                  <a:lnTo>
                    <a:pt x="29881" y="203195"/>
                  </a:lnTo>
                  <a:lnTo>
                    <a:pt x="28154" y="211963"/>
                  </a:lnTo>
                  <a:lnTo>
                    <a:pt x="33292" y="248937"/>
                  </a:lnTo>
                  <a:lnTo>
                    <a:pt x="44780" y="281471"/>
                  </a:lnTo>
                  <a:lnTo>
                    <a:pt x="62385" y="309798"/>
                  </a:lnTo>
                  <a:lnTo>
                    <a:pt x="85876" y="334149"/>
                  </a:lnTo>
                  <a:lnTo>
                    <a:pt x="78345" y="339140"/>
                  </a:lnTo>
                  <a:lnTo>
                    <a:pt x="75843" y="349110"/>
                  </a:lnTo>
                  <a:lnTo>
                    <a:pt x="78345" y="354101"/>
                  </a:lnTo>
                  <a:lnTo>
                    <a:pt x="90034" y="382659"/>
                  </a:lnTo>
                  <a:lnTo>
                    <a:pt x="109722" y="410517"/>
                  </a:lnTo>
                  <a:lnTo>
                    <a:pt x="136936" y="435104"/>
                  </a:lnTo>
                  <a:lnTo>
                    <a:pt x="171207" y="453847"/>
                  </a:lnTo>
                  <a:lnTo>
                    <a:pt x="143520" y="465500"/>
                  </a:lnTo>
                  <a:lnTo>
                    <a:pt x="113482" y="474111"/>
                  </a:lnTo>
                  <a:lnTo>
                    <a:pt x="81564" y="479448"/>
                  </a:lnTo>
                  <a:lnTo>
                    <a:pt x="48233" y="481279"/>
                  </a:lnTo>
                  <a:lnTo>
                    <a:pt x="507443" y="481279"/>
                  </a:lnTo>
                  <a:lnTo>
                    <a:pt x="556431" y="428601"/>
                  </a:lnTo>
                  <a:lnTo>
                    <a:pt x="581517" y="391537"/>
                  </a:lnTo>
                  <a:lnTo>
                    <a:pt x="602082" y="353349"/>
                  </a:lnTo>
                  <a:lnTo>
                    <a:pt x="618366" y="314938"/>
                  </a:lnTo>
                  <a:lnTo>
                    <a:pt x="630611" y="277203"/>
                  </a:lnTo>
                  <a:lnTo>
                    <a:pt x="643950" y="207359"/>
                  </a:lnTo>
                  <a:lnTo>
                    <a:pt x="645527" y="177050"/>
                  </a:lnTo>
                  <a:lnTo>
                    <a:pt x="645527" y="169570"/>
                  </a:lnTo>
                  <a:lnTo>
                    <a:pt x="643012" y="164579"/>
                  </a:lnTo>
                  <a:lnTo>
                    <a:pt x="329309" y="164579"/>
                  </a:lnTo>
                  <a:lnTo>
                    <a:pt x="282404" y="155934"/>
                  </a:lnTo>
                  <a:lnTo>
                    <a:pt x="282169" y="155934"/>
                  </a:lnTo>
                  <a:lnTo>
                    <a:pt x="237201" y="141952"/>
                  </a:lnTo>
                  <a:lnTo>
                    <a:pt x="195362" y="122812"/>
                  </a:lnTo>
                  <a:lnTo>
                    <a:pt x="156241" y="98268"/>
                  </a:lnTo>
                  <a:lnTo>
                    <a:pt x="119769" y="68181"/>
                  </a:lnTo>
                  <a:lnTo>
                    <a:pt x="85876" y="32410"/>
                  </a:lnTo>
                  <a:lnTo>
                    <a:pt x="80859" y="27432"/>
                  </a:lnTo>
                  <a:lnTo>
                    <a:pt x="75843" y="24930"/>
                  </a:lnTo>
                  <a:close/>
                </a:path>
                <a:path w="714375" h="581025">
                  <a:moveTo>
                    <a:pt x="484910" y="0"/>
                  </a:moveTo>
                  <a:lnTo>
                    <a:pt x="428126" y="10910"/>
                  </a:lnTo>
                  <a:lnTo>
                    <a:pt x="369467" y="49872"/>
                  </a:lnTo>
                  <a:lnTo>
                    <a:pt x="339034" y="100682"/>
                  </a:lnTo>
                  <a:lnTo>
                    <a:pt x="329309" y="164579"/>
                  </a:lnTo>
                  <a:lnTo>
                    <a:pt x="643012" y="164579"/>
                  </a:lnTo>
                  <a:lnTo>
                    <a:pt x="645527" y="162090"/>
                  </a:lnTo>
                  <a:lnTo>
                    <a:pt x="650543" y="159588"/>
                  </a:lnTo>
                  <a:lnTo>
                    <a:pt x="691443" y="122812"/>
                  </a:lnTo>
                  <a:lnTo>
                    <a:pt x="713562" y="91244"/>
                  </a:lnTo>
                  <a:lnTo>
                    <a:pt x="714227" y="84778"/>
                  </a:lnTo>
                  <a:lnTo>
                    <a:pt x="712540" y="78312"/>
                  </a:lnTo>
                  <a:lnTo>
                    <a:pt x="708265" y="72313"/>
                  </a:lnTo>
                  <a:lnTo>
                    <a:pt x="703261" y="67335"/>
                  </a:lnTo>
                  <a:lnTo>
                    <a:pt x="680655" y="67335"/>
                  </a:lnTo>
                  <a:lnTo>
                    <a:pt x="684380" y="59850"/>
                  </a:lnTo>
                  <a:lnTo>
                    <a:pt x="687872" y="52368"/>
                  </a:lnTo>
                  <a:lnTo>
                    <a:pt x="690892" y="44886"/>
                  </a:lnTo>
                  <a:lnTo>
                    <a:pt x="691662" y="42392"/>
                  </a:lnTo>
                  <a:lnTo>
                    <a:pt x="592822" y="42392"/>
                  </a:lnTo>
                  <a:lnTo>
                    <a:pt x="569961" y="24195"/>
                  </a:lnTo>
                  <a:lnTo>
                    <a:pt x="545455" y="10910"/>
                  </a:lnTo>
                  <a:lnTo>
                    <a:pt x="517650" y="2766"/>
                  </a:lnTo>
                  <a:lnTo>
                    <a:pt x="484910" y="0"/>
                  </a:lnTo>
                  <a:close/>
                </a:path>
                <a:path w="714375" h="581025">
                  <a:moveTo>
                    <a:pt x="698232" y="64833"/>
                  </a:moveTo>
                  <a:lnTo>
                    <a:pt x="685671" y="64833"/>
                  </a:lnTo>
                  <a:lnTo>
                    <a:pt x="680655" y="67335"/>
                  </a:lnTo>
                  <a:lnTo>
                    <a:pt x="703274" y="67335"/>
                  </a:lnTo>
                  <a:lnTo>
                    <a:pt x="698232" y="64833"/>
                  </a:lnTo>
                  <a:close/>
                </a:path>
                <a:path w="714375" h="581025">
                  <a:moveTo>
                    <a:pt x="680655" y="12471"/>
                  </a:moveTo>
                  <a:lnTo>
                    <a:pt x="665593" y="12471"/>
                  </a:lnTo>
                  <a:lnTo>
                    <a:pt x="663091" y="14960"/>
                  </a:lnTo>
                  <a:lnTo>
                    <a:pt x="638584" y="26301"/>
                  </a:lnTo>
                  <a:lnTo>
                    <a:pt x="618541" y="34282"/>
                  </a:lnTo>
                  <a:lnTo>
                    <a:pt x="603092" y="39504"/>
                  </a:lnTo>
                  <a:lnTo>
                    <a:pt x="592822" y="42392"/>
                  </a:lnTo>
                  <a:lnTo>
                    <a:pt x="691662" y="42392"/>
                  </a:lnTo>
                  <a:lnTo>
                    <a:pt x="693202" y="37401"/>
                  </a:lnTo>
                  <a:lnTo>
                    <a:pt x="695717" y="29921"/>
                  </a:lnTo>
                  <a:lnTo>
                    <a:pt x="693202" y="22440"/>
                  </a:lnTo>
                  <a:lnTo>
                    <a:pt x="685671" y="14960"/>
                  </a:lnTo>
                  <a:lnTo>
                    <a:pt x="680655" y="12471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40067" y="3177965"/>
            <a:ext cx="4811395" cy="219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150" spc="120" dirty="0">
                <a:solidFill>
                  <a:srgbClr val="1D1D1B"/>
                </a:solidFill>
                <a:latin typeface="Tahoma"/>
                <a:cs typeface="Tahoma"/>
              </a:rPr>
              <a:t>Do</a:t>
            </a:r>
            <a:r>
              <a:rPr sz="3150" spc="-3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150" spc="-3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50" dirty="0">
                <a:solidFill>
                  <a:srgbClr val="1D1D1B"/>
                </a:solidFill>
                <a:latin typeface="Tahoma"/>
                <a:cs typeface="Tahoma"/>
              </a:rPr>
              <a:t>have</a:t>
            </a:r>
            <a:r>
              <a:rPr sz="3150" spc="-3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45" dirty="0">
                <a:solidFill>
                  <a:srgbClr val="1D1D1B"/>
                </a:solidFill>
                <a:latin typeface="Tahoma"/>
                <a:cs typeface="Tahoma"/>
              </a:rPr>
              <a:t>any</a:t>
            </a:r>
            <a:r>
              <a:rPr sz="3150" spc="-36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questions?</a:t>
            </a:r>
            <a:endParaRPr sz="3150">
              <a:latin typeface="Tahoma"/>
              <a:cs typeface="Tahoma"/>
            </a:endParaRPr>
          </a:p>
          <a:p>
            <a:pPr marR="67945" algn="ctr">
              <a:lnSpc>
                <a:spcPts val="3465"/>
              </a:lnSpc>
              <a:spcBef>
                <a:spcPts val="3204"/>
              </a:spcBef>
            </a:pPr>
            <a:r>
              <a:rPr sz="3150" spc="-10" dirty="0">
                <a:solidFill>
                  <a:srgbClr val="1D1D1B"/>
                </a:solidFill>
                <a:latin typeface="Tahoma"/>
                <a:cs typeface="Tahoma"/>
                <a:hlinkClick r:id="rId3"/>
              </a:rPr>
              <a:t>youremail@freepik.com</a:t>
            </a:r>
            <a:endParaRPr sz="3150">
              <a:latin typeface="Tahoma"/>
              <a:cs typeface="Tahoma"/>
            </a:endParaRPr>
          </a:p>
          <a:p>
            <a:pPr marL="635" algn="ctr">
              <a:lnSpc>
                <a:spcPts val="3150"/>
              </a:lnSpc>
            </a:pPr>
            <a:r>
              <a:rPr sz="3150" spc="-114" dirty="0">
                <a:solidFill>
                  <a:srgbClr val="1D1D1B"/>
                </a:solidFill>
                <a:latin typeface="Tahoma"/>
                <a:cs typeface="Tahoma"/>
              </a:rPr>
              <a:t>+91</a:t>
            </a:r>
            <a:r>
              <a:rPr sz="31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80" dirty="0">
                <a:solidFill>
                  <a:srgbClr val="1D1D1B"/>
                </a:solidFill>
                <a:latin typeface="Tahoma"/>
                <a:cs typeface="Tahoma"/>
              </a:rPr>
              <a:t>620</a:t>
            </a:r>
            <a:r>
              <a:rPr sz="31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80" dirty="0">
                <a:solidFill>
                  <a:srgbClr val="1D1D1B"/>
                </a:solidFill>
                <a:latin typeface="Tahoma"/>
                <a:cs typeface="Tahoma"/>
              </a:rPr>
              <a:t>421</a:t>
            </a:r>
            <a:r>
              <a:rPr sz="31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1D1D1B"/>
                </a:solidFill>
                <a:latin typeface="Tahoma"/>
                <a:cs typeface="Tahoma"/>
              </a:rPr>
              <a:t>838</a:t>
            </a:r>
            <a:endParaRPr sz="3150">
              <a:latin typeface="Tahoma"/>
              <a:cs typeface="Tahoma"/>
            </a:endParaRPr>
          </a:p>
          <a:p>
            <a:pPr marL="1270" algn="ctr">
              <a:lnSpc>
                <a:spcPts val="3465"/>
              </a:lnSpc>
            </a:pP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yourcompany.com</a:t>
            </a:r>
            <a:endParaRPr sz="3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35"/>
              </a:spcBef>
            </a:pPr>
            <a:r>
              <a:rPr spc="-365" dirty="0"/>
              <a:t>Elegafit,</a:t>
            </a:r>
            <a:r>
              <a:rPr spc="-665" dirty="0"/>
              <a:t> </a:t>
            </a:r>
            <a:r>
              <a:rPr spc="-175" dirty="0"/>
              <a:t>Moderfi</a:t>
            </a: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950" spc="-520" dirty="0"/>
              <a:t>Milky</a:t>
            </a:r>
            <a:r>
              <a:rPr sz="9950" spc="-935" dirty="0"/>
              <a:t> </a:t>
            </a:r>
            <a:r>
              <a:rPr sz="9950" spc="-320" dirty="0"/>
              <a:t>White</a:t>
            </a:r>
            <a:endParaRPr sz="9950"/>
          </a:p>
        </p:txBody>
      </p:sp>
      <p:sp>
        <p:nvSpPr>
          <p:cNvPr id="3" name="object 3"/>
          <p:cNvSpPr txBox="1"/>
          <p:nvPr/>
        </p:nvSpPr>
        <p:spPr>
          <a:xfrm>
            <a:off x="2122580" y="6374600"/>
            <a:ext cx="6864984" cy="1862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25"/>
              </a:spcBef>
            </a:pPr>
            <a:r>
              <a:rPr sz="6050" spc="-45" dirty="0">
                <a:solidFill>
                  <a:srgbClr val="1D1D1B"/>
                </a:solidFill>
                <a:latin typeface="Arial Black"/>
                <a:cs typeface="Arial Black"/>
              </a:rPr>
              <a:t>Compafiy</a:t>
            </a:r>
            <a:r>
              <a:rPr sz="6050" spc="-52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6050" spc="-350" dirty="0">
                <a:solidFill>
                  <a:srgbClr val="1D1D1B"/>
                </a:solidFill>
                <a:latin typeface="Arial Black"/>
                <a:cs typeface="Arial Black"/>
              </a:rPr>
              <a:t>Profile</a:t>
            </a:r>
            <a:endParaRPr sz="60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395"/>
              </a:spcBef>
            </a:pPr>
            <a:r>
              <a:rPr sz="3150" spc="80" dirty="0">
                <a:solidFill>
                  <a:srgbClr val="1D1D1B"/>
                </a:solidFill>
                <a:latin typeface="Tahoma"/>
                <a:cs typeface="Tahoma"/>
              </a:rPr>
              <a:t>Here</a:t>
            </a:r>
            <a:r>
              <a:rPr sz="31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31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where</a:t>
            </a:r>
            <a:r>
              <a:rPr sz="31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your</a:t>
            </a:r>
            <a:r>
              <a:rPr sz="31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presentation</a:t>
            </a:r>
            <a:r>
              <a:rPr sz="31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begins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3447" y="1924507"/>
            <a:ext cx="7172325" cy="635316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83728" y="2004999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1180795" y="590410"/>
                </a:moveTo>
                <a:lnTo>
                  <a:pt x="896505" y="590410"/>
                </a:lnTo>
                <a:lnTo>
                  <a:pt x="893064" y="636435"/>
                </a:lnTo>
                <a:lnTo>
                  <a:pt x="883018" y="680681"/>
                </a:lnTo>
                <a:lnTo>
                  <a:pt x="866787" y="722528"/>
                </a:lnTo>
                <a:lnTo>
                  <a:pt x="844753" y="761377"/>
                </a:lnTo>
                <a:lnTo>
                  <a:pt x="817359" y="796594"/>
                </a:lnTo>
                <a:lnTo>
                  <a:pt x="784987" y="827582"/>
                </a:lnTo>
                <a:lnTo>
                  <a:pt x="748055" y="853732"/>
                </a:lnTo>
                <a:lnTo>
                  <a:pt x="706983" y="874407"/>
                </a:lnTo>
                <a:lnTo>
                  <a:pt x="663270" y="889508"/>
                </a:lnTo>
                <a:lnTo>
                  <a:pt x="618642" y="897572"/>
                </a:lnTo>
                <a:lnTo>
                  <a:pt x="573849" y="898804"/>
                </a:lnTo>
                <a:lnTo>
                  <a:pt x="529615" y="893406"/>
                </a:lnTo>
                <a:lnTo>
                  <a:pt x="486664" y="881583"/>
                </a:lnTo>
                <a:lnTo>
                  <a:pt x="445731" y="863549"/>
                </a:lnTo>
                <a:lnTo>
                  <a:pt x="407543" y="839508"/>
                </a:lnTo>
                <a:lnTo>
                  <a:pt x="372833" y="809637"/>
                </a:lnTo>
                <a:lnTo>
                  <a:pt x="342214" y="774141"/>
                </a:lnTo>
                <a:lnTo>
                  <a:pt x="317766" y="735368"/>
                </a:lnTo>
                <a:lnTo>
                  <a:pt x="299580" y="694029"/>
                </a:lnTo>
                <a:lnTo>
                  <a:pt x="287731" y="650824"/>
                </a:lnTo>
                <a:lnTo>
                  <a:pt x="282308" y="606450"/>
                </a:lnTo>
                <a:lnTo>
                  <a:pt x="283400" y="561619"/>
                </a:lnTo>
                <a:lnTo>
                  <a:pt x="291096" y="517004"/>
                </a:lnTo>
                <a:lnTo>
                  <a:pt x="305498" y="473329"/>
                </a:lnTo>
                <a:lnTo>
                  <a:pt x="326199" y="432295"/>
                </a:lnTo>
                <a:lnTo>
                  <a:pt x="352374" y="395414"/>
                </a:lnTo>
                <a:lnTo>
                  <a:pt x="383387" y="363067"/>
                </a:lnTo>
                <a:lnTo>
                  <a:pt x="418642" y="335699"/>
                </a:lnTo>
                <a:lnTo>
                  <a:pt x="457530" y="313690"/>
                </a:lnTo>
                <a:lnTo>
                  <a:pt x="499427" y="297472"/>
                </a:lnTo>
                <a:lnTo>
                  <a:pt x="543712" y="287439"/>
                </a:lnTo>
                <a:lnTo>
                  <a:pt x="589788" y="283997"/>
                </a:lnTo>
                <a:lnTo>
                  <a:pt x="589788" y="0"/>
                </a:lnTo>
                <a:lnTo>
                  <a:pt x="538899" y="2692"/>
                </a:lnTo>
                <a:lnTo>
                  <a:pt x="488988" y="9575"/>
                </a:lnTo>
                <a:lnTo>
                  <a:pt x="440270" y="20510"/>
                </a:lnTo>
                <a:lnTo>
                  <a:pt x="392963" y="35344"/>
                </a:lnTo>
                <a:lnTo>
                  <a:pt x="347256" y="53949"/>
                </a:lnTo>
                <a:lnTo>
                  <a:pt x="303377" y="76161"/>
                </a:lnTo>
                <a:lnTo>
                  <a:pt x="261543" y="101828"/>
                </a:lnTo>
                <a:lnTo>
                  <a:pt x="221957" y="130822"/>
                </a:lnTo>
                <a:lnTo>
                  <a:pt x="184835" y="162991"/>
                </a:lnTo>
                <a:lnTo>
                  <a:pt x="150393" y="198170"/>
                </a:lnTo>
                <a:lnTo>
                  <a:pt x="118846" y="236232"/>
                </a:lnTo>
                <a:lnTo>
                  <a:pt x="90398" y="277025"/>
                </a:lnTo>
                <a:lnTo>
                  <a:pt x="65265" y="320408"/>
                </a:lnTo>
                <a:lnTo>
                  <a:pt x="43662" y="366217"/>
                </a:lnTo>
                <a:lnTo>
                  <a:pt x="26543" y="413677"/>
                </a:lnTo>
                <a:lnTo>
                  <a:pt x="13677" y="461949"/>
                </a:lnTo>
                <a:lnTo>
                  <a:pt x="4978" y="510768"/>
                </a:lnTo>
                <a:lnTo>
                  <a:pt x="444" y="559866"/>
                </a:lnTo>
                <a:lnTo>
                  <a:pt x="0" y="608990"/>
                </a:lnTo>
                <a:lnTo>
                  <a:pt x="3606" y="657872"/>
                </a:lnTo>
                <a:lnTo>
                  <a:pt x="11239" y="706259"/>
                </a:lnTo>
                <a:lnTo>
                  <a:pt x="22834" y="753884"/>
                </a:lnTo>
                <a:lnTo>
                  <a:pt x="38354" y="800468"/>
                </a:lnTo>
                <a:lnTo>
                  <a:pt x="57759" y="845781"/>
                </a:lnTo>
                <a:lnTo>
                  <a:pt x="81000" y="889546"/>
                </a:lnTo>
                <a:lnTo>
                  <a:pt x="108038" y="931494"/>
                </a:lnTo>
                <a:lnTo>
                  <a:pt x="138823" y="971384"/>
                </a:lnTo>
                <a:lnTo>
                  <a:pt x="173329" y="1008926"/>
                </a:lnTo>
                <a:lnTo>
                  <a:pt x="210883" y="1042936"/>
                </a:lnTo>
                <a:lnTo>
                  <a:pt x="250710" y="1073365"/>
                </a:lnTo>
                <a:lnTo>
                  <a:pt x="292569" y="1100150"/>
                </a:lnTo>
                <a:lnTo>
                  <a:pt x="336207" y="1123238"/>
                </a:lnTo>
                <a:lnTo>
                  <a:pt x="381393" y="1142555"/>
                </a:lnTo>
                <a:lnTo>
                  <a:pt x="427863" y="1158036"/>
                </a:lnTo>
                <a:lnTo>
                  <a:pt x="475373" y="1169619"/>
                </a:lnTo>
                <a:lnTo>
                  <a:pt x="523697" y="1177226"/>
                </a:lnTo>
                <a:lnTo>
                  <a:pt x="572566" y="1180820"/>
                </a:lnTo>
                <a:lnTo>
                  <a:pt x="621753" y="1180299"/>
                </a:lnTo>
                <a:lnTo>
                  <a:pt x="671004" y="1175626"/>
                </a:lnTo>
                <a:lnTo>
                  <a:pt x="720077" y="1166723"/>
                </a:lnTo>
                <a:lnTo>
                  <a:pt x="768731" y="1153541"/>
                </a:lnTo>
                <a:lnTo>
                  <a:pt x="816711" y="1135976"/>
                </a:lnTo>
                <a:lnTo>
                  <a:pt x="862558" y="1114399"/>
                </a:lnTo>
                <a:lnTo>
                  <a:pt x="905967" y="1089291"/>
                </a:lnTo>
                <a:lnTo>
                  <a:pt x="946785" y="1060869"/>
                </a:lnTo>
                <a:lnTo>
                  <a:pt x="984846" y="1029347"/>
                </a:lnTo>
                <a:lnTo>
                  <a:pt x="1020013" y="994943"/>
                </a:lnTo>
                <a:lnTo>
                  <a:pt x="1052131" y="957859"/>
                </a:lnTo>
                <a:lnTo>
                  <a:pt x="1081036" y="918324"/>
                </a:lnTo>
                <a:lnTo>
                  <a:pt x="1106589" y="876528"/>
                </a:lnTo>
                <a:lnTo>
                  <a:pt x="1128623" y="832700"/>
                </a:lnTo>
                <a:lnTo>
                  <a:pt x="1147000" y="787044"/>
                </a:lnTo>
                <a:lnTo>
                  <a:pt x="1161554" y="739775"/>
                </a:lnTo>
                <a:lnTo>
                  <a:pt x="1172133" y="691108"/>
                </a:lnTo>
                <a:lnTo>
                  <a:pt x="1178598" y="641248"/>
                </a:lnTo>
                <a:lnTo>
                  <a:pt x="1180795" y="590410"/>
                </a:lnTo>
                <a:close/>
              </a:path>
              <a:path w="1181100" h="1181100">
                <a:moveTo>
                  <a:pt x="1180795" y="323850"/>
                </a:moveTo>
                <a:lnTo>
                  <a:pt x="1169873" y="266877"/>
                </a:lnTo>
                <a:lnTo>
                  <a:pt x="1138402" y="219227"/>
                </a:lnTo>
                <a:lnTo>
                  <a:pt x="1090701" y="187782"/>
                </a:lnTo>
                <a:lnTo>
                  <a:pt x="1033665" y="176872"/>
                </a:lnTo>
                <a:lnTo>
                  <a:pt x="986497" y="184277"/>
                </a:lnTo>
                <a:lnTo>
                  <a:pt x="945438" y="204939"/>
                </a:lnTo>
                <a:lnTo>
                  <a:pt x="913003" y="236601"/>
                </a:lnTo>
                <a:lnTo>
                  <a:pt x="891705" y="276999"/>
                </a:lnTo>
                <a:lnTo>
                  <a:pt x="884047" y="323850"/>
                </a:lnTo>
                <a:lnTo>
                  <a:pt x="892657" y="369747"/>
                </a:lnTo>
                <a:lnTo>
                  <a:pt x="914082" y="410032"/>
                </a:lnTo>
                <a:lnTo>
                  <a:pt x="946162" y="442061"/>
                </a:lnTo>
                <a:lnTo>
                  <a:pt x="986739" y="463194"/>
                </a:lnTo>
                <a:lnTo>
                  <a:pt x="1033665" y="470827"/>
                </a:lnTo>
                <a:lnTo>
                  <a:pt x="1079601" y="463435"/>
                </a:lnTo>
                <a:lnTo>
                  <a:pt x="1119924" y="442772"/>
                </a:lnTo>
                <a:lnTo>
                  <a:pt x="1151978" y="411111"/>
                </a:lnTo>
                <a:lnTo>
                  <a:pt x="1173149" y="370713"/>
                </a:lnTo>
                <a:lnTo>
                  <a:pt x="1180795" y="32385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6953" y="332448"/>
            <a:ext cx="3068955" cy="2905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900" spc="-2615" dirty="0"/>
              <a:t>01.</a:t>
            </a:r>
            <a:endParaRPr sz="18900"/>
          </a:p>
        </p:txBody>
      </p:sp>
      <p:sp>
        <p:nvSpPr>
          <p:cNvPr id="3" name="object 3"/>
          <p:cNvSpPr txBox="1"/>
          <p:nvPr/>
        </p:nvSpPr>
        <p:spPr>
          <a:xfrm>
            <a:off x="8136953" y="4506722"/>
            <a:ext cx="7933690" cy="4266565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12700" marR="5080">
              <a:lnSpc>
                <a:spcPts val="10050"/>
              </a:lnSpc>
              <a:spcBef>
                <a:spcPts val="2095"/>
              </a:spcBef>
            </a:pPr>
            <a:r>
              <a:rPr sz="10000" spc="-254" dirty="0">
                <a:solidFill>
                  <a:srgbClr val="1D1D1B"/>
                </a:solidFill>
                <a:latin typeface="Arial Black"/>
                <a:cs typeface="Arial Black"/>
              </a:rPr>
              <a:t>Name</a:t>
            </a:r>
            <a:r>
              <a:rPr sz="10000" spc="-9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0000" spc="-385" dirty="0">
                <a:solidFill>
                  <a:srgbClr val="1D1D1B"/>
                </a:solidFill>
                <a:latin typeface="Arial Black"/>
                <a:cs typeface="Arial Black"/>
              </a:rPr>
              <a:t>of</a:t>
            </a:r>
            <a:r>
              <a:rPr sz="10000" spc="-9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10000" spc="-425" dirty="0">
                <a:solidFill>
                  <a:srgbClr val="1D1D1B"/>
                </a:solidFill>
                <a:latin typeface="Arial Black"/>
                <a:cs typeface="Arial Black"/>
              </a:rPr>
              <a:t>the </a:t>
            </a:r>
            <a:r>
              <a:rPr sz="10000" spc="-505" dirty="0">
                <a:solidFill>
                  <a:srgbClr val="1D1D1B"/>
                </a:solidFill>
                <a:latin typeface="Arial Black"/>
                <a:cs typeface="Arial Black"/>
              </a:rPr>
              <a:t>sectiofi</a:t>
            </a:r>
            <a:endParaRPr sz="10000">
              <a:latin typeface="Arial Black"/>
              <a:cs typeface="Arial Black"/>
            </a:endParaRPr>
          </a:p>
          <a:p>
            <a:pPr marL="12700" marR="2647315">
              <a:lnSpc>
                <a:spcPts val="3150"/>
              </a:lnSpc>
              <a:spcBef>
                <a:spcPts val="4995"/>
              </a:spcBef>
            </a:pPr>
            <a:r>
              <a:rPr sz="3150" spc="-35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1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35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31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enter</a:t>
            </a:r>
            <a:r>
              <a:rPr sz="31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75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31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subtitle</a:t>
            </a:r>
            <a:r>
              <a:rPr sz="31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1D1D1B"/>
                </a:solidFill>
                <a:latin typeface="Tahoma"/>
                <a:cs typeface="Tahoma"/>
              </a:rPr>
              <a:t>here</a:t>
            </a:r>
            <a:r>
              <a:rPr sz="31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40" dirty="0">
                <a:solidFill>
                  <a:srgbClr val="1D1D1B"/>
                </a:solidFill>
                <a:latin typeface="Tahoma"/>
                <a:cs typeface="Tahoma"/>
              </a:rPr>
              <a:t>if </a:t>
            </a:r>
            <a:r>
              <a:rPr sz="31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150" spc="-35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1D1D1B"/>
                </a:solidFill>
                <a:latin typeface="Tahoma"/>
                <a:cs typeface="Tahoma"/>
              </a:rPr>
              <a:t>need</a:t>
            </a:r>
            <a:r>
              <a:rPr sz="3150" spc="-3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1D1D1B"/>
                </a:solidFill>
                <a:latin typeface="Tahoma"/>
                <a:cs typeface="Tahoma"/>
              </a:rPr>
              <a:t>it</a:t>
            </a:r>
            <a:endParaRPr sz="31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550" y="962102"/>
            <a:ext cx="6238873" cy="8362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4869" y="790702"/>
            <a:ext cx="16555719" cy="8707120"/>
            <a:chOff x="864869" y="790702"/>
            <a:chExt cx="16555719" cy="8707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69" y="790702"/>
              <a:ext cx="16555720" cy="87068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202" y="791098"/>
              <a:ext cx="16554450" cy="87058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223816" y="7119569"/>
            <a:ext cx="9841865" cy="10134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85240" marR="5080" indent="-1273175">
              <a:lnSpc>
                <a:spcPts val="3529"/>
              </a:lnSpc>
              <a:spcBef>
                <a:spcPts val="815"/>
              </a:spcBef>
            </a:pPr>
            <a:r>
              <a:rPr sz="3550" spc="-1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3550" spc="-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35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3550" spc="-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2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3550" spc="-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550" spc="-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part</a:t>
            </a:r>
            <a:r>
              <a:rPr sz="3550" spc="-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5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550" spc="-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550" spc="-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r>
              <a:rPr sz="3550" spc="-3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where</a:t>
            </a:r>
            <a:r>
              <a:rPr sz="3550" spc="-3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25" dirty="0">
                <a:solidFill>
                  <a:srgbClr val="FFFFFF"/>
                </a:solidFill>
                <a:latin typeface="Tahoma"/>
                <a:cs typeface="Tahoma"/>
              </a:rPr>
              <a:t>you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introduce</a:t>
            </a:r>
            <a:r>
              <a:rPr sz="35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50" dirty="0">
                <a:solidFill>
                  <a:srgbClr val="FFFFFF"/>
                </a:solidFill>
                <a:latin typeface="Tahoma"/>
                <a:cs typeface="Tahoma"/>
              </a:rPr>
              <a:t>yourself,</a:t>
            </a:r>
            <a:r>
              <a:rPr sz="35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70" dirty="0">
                <a:solidFill>
                  <a:srgbClr val="FFFFFF"/>
                </a:solidFill>
                <a:latin typeface="Tahoma"/>
                <a:cs typeface="Tahoma"/>
              </a:rPr>
              <a:t>write</a:t>
            </a:r>
            <a:r>
              <a:rPr sz="35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sz="3550" spc="-2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FFFFFF"/>
                </a:solidFill>
                <a:latin typeface="Tahoma"/>
                <a:cs typeface="Tahoma"/>
              </a:rPr>
              <a:t>email…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2753" y="3534423"/>
            <a:ext cx="8428355" cy="3385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50" spc="-20" dirty="0">
                <a:solidFill>
                  <a:srgbClr val="FFFFFF"/>
                </a:solidFill>
                <a:latin typeface="Arial Black"/>
                <a:cs typeface="Arial Black"/>
              </a:rPr>
              <a:t>Whoa</a:t>
            </a:r>
            <a:endParaRPr sz="2205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0372" y="4627499"/>
            <a:ext cx="1955800" cy="1943100"/>
            <a:chOff x="2870372" y="4627499"/>
            <a:chExt cx="1955800" cy="1943100"/>
          </a:xfrm>
        </p:grpSpPr>
        <p:sp>
          <p:nvSpPr>
            <p:cNvPr id="8" name="object 8"/>
            <p:cNvSpPr/>
            <p:nvPr/>
          </p:nvSpPr>
          <p:spPr>
            <a:xfrm>
              <a:off x="2870365" y="4627511"/>
              <a:ext cx="1943100" cy="1943100"/>
            </a:xfrm>
            <a:custGeom>
              <a:avLst/>
              <a:gdLst/>
              <a:ahLst/>
              <a:cxnLst/>
              <a:rect l="l" t="t" r="r" b="b"/>
              <a:pathLst>
                <a:path w="1943100" h="1943100">
                  <a:moveTo>
                    <a:pt x="1943087" y="532269"/>
                  </a:moveTo>
                  <a:lnTo>
                    <a:pt x="1938477" y="484251"/>
                  </a:lnTo>
                  <a:lnTo>
                    <a:pt x="1924951" y="438569"/>
                  </a:lnTo>
                  <a:lnTo>
                    <a:pt x="1902993" y="396633"/>
                  </a:lnTo>
                  <a:lnTo>
                    <a:pt x="1873059" y="359841"/>
                  </a:lnTo>
                  <a:lnTo>
                    <a:pt x="1836242" y="329933"/>
                  </a:lnTo>
                  <a:lnTo>
                    <a:pt x="1794268" y="307987"/>
                  </a:lnTo>
                  <a:lnTo>
                    <a:pt x="1748536" y="294474"/>
                  </a:lnTo>
                  <a:lnTo>
                    <a:pt x="1700479" y="289877"/>
                  </a:lnTo>
                  <a:lnTo>
                    <a:pt x="1651977" y="294754"/>
                  </a:lnTo>
                  <a:lnTo>
                    <a:pt x="1606638" y="308775"/>
                  </a:lnTo>
                  <a:lnTo>
                    <a:pt x="1565440" y="330987"/>
                  </a:lnTo>
                  <a:lnTo>
                    <a:pt x="1529448" y="360464"/>
                  </a:lnTo>
                  <a:lnTo>
                    <a:pt x="1499666" y="396278"/>
                  </a:lnTo>
                  <a:lnTo>
                    <a:pt x="1477124" y="437464"/>
                  </a:lnTo>
                  <a:lnTo>
                    <a:pt x="1462836" y="483120"/>
                  </a:lnTo>
                  <a:lnTo>
                    <a:pt x="1457858" y="532269"/>
                  </a:lnTo>
                  <a:lnTo>
                    <a:pt x="1462735" y="580720"/>
                  </a:lnTo>
                  <a:lnTo>
                    <a:pt x="1476768" y="626033"/>
                  </a:lnTo>
                  <a:lnTo>
                    <a:pt x="1499006" y="667181"/>
                  </a:lnTo>
                  <a:lnTo>
                    <a:pt x="1528508" y="703148"/>
                  </a:lnTo>
                  <a:lnTo>
                    <a:pt x="1564347" y="732904"/>
                  </a:lnTo>
                  <a:lnTo>
                    <a:pt x="1605572" y="755434"/>
                  </a:lnTo>
                  <a:lnTo>
                    <a:pt x="1651266" y="769696"/>
                  </a:lnTo>
                  <a:lnTo>
                    <a:pt x="1700479" y="774674"/>
                  </a:lnTo>
                  <a:lnTo>
                    <a:pt x="1748955" y="769797"/>
                  </a:lnTo>
                  <a:lnTo>
                    <a:pt x="1794306" y="755777"/>
                  </a:lnTo>
                  <a:lnTo>
                    <a:pt x="1835492" y="733564"/>
                  </a:lnTo>
                  <a:lnTo>
                    <a:pt x="1871497" y="704088"/>
                  </a:lnTo>
                  <a:lnTo>
                    <a:pt x="1901278" y="668274"/>
                  </a:lnTo>
                  <a:lnTo>
                    <a:pt x="1923821" y="627087"/>
                  </a:lnTo>
                  <a:lnTo>
                    <a:pt x="1938108" y="581431"/>
                  </a:lnTo>
                  <a:lnTo>
                    <a:pt x="1943087" y="532269"/>
                  </a:lnTo>
                  <a:close/>
                </a:path>
                <a:path w="1943100" h="1943100">
                  <a:moveTo>
                    <a:pt x="1943100" y="972096"/>
                  </a:moveTo>
                  <a:lnTo>
                    <a:pt x="1477860" y="972096"/>
                  </a:lnTo>
                  <a:lnTo>
                    <a:pt x="1475333" y="1022858"/>
                  </a:lnTo>
                  <a:lnTo>
                    <a:pt x="1467891" y="1072489"/>
                  </a:lnTo>
                  <a:lnTo>
                    <a:pt x="1455737" y="1120673"/>
                  </a:lnTo>
                  <a:lnTo>
                    <a:pt x="1439037" y="1167117"/>
                  </a:lnTo>
                  <a:lnTo>
                    <a:pt x="1418005" y="1211503"/>
                  </a:lnTo>
                  <a:lnTo>
                    <a:pt x="1392821" y="1253553"/>
                  </a:lnTo>
                  <a:lnTo>
                    <a:pt x="1363662" y="1292936"/>
                  </a:lnTo>
                  <a:lnTo>
                    <a:pt x="1330744" y="1329359"/>
                  </a:lnTo>
                  <a:lnTo>
                    <a:pt x="1294257" y="1362532"/>
                  </a:lnTo>
                  <a:lnTo>
                    <a:pt x="1254366" y="1392123"/>
                  </a:lnTo>
                  <a:lnTo>
                    <a:pt x="1211287" y="1417853"/>
                  </a:lnTo>
                  <a:lnTo>
                    <a:pt x="1165212" y="1439405"/>
                  </a:lnTo>
                  <a:lnTo>
                    <a:pt x="1117168" y="1456296"/>
                  </a:lnTo>
                  <a:lnTo>
                    <a:pt x="1068324" y="1468234"/>
                  </a:lnTo>
                  <a:lnTo>
                    <a:pt x="1019035" y="1475295"/>
                  </a:lnTo>
                  <a:lnTo>
                    <a:pt x="969645" y="1477543"/>
                  </a:lnTo>
                  <a:lnTo>
                    <a:pt x="920496" y="1475041"/>
                  </a:lnTo>
                  <a:lnTo>
                    <a:pt x="871931" y="1467827"/>
                  </a:lnTo>
                  <a:lnTo>
                    <a:pt x="824306" y="1456004"/>
                  </a:lnTo>
                  <a:lnTo>
                    <a:pt x="777976" y="1439595"/>
                  </a:lnTo>
                  <a:lnTo>
                    <a:pt x="733272" y="1418678"/>
                  </a:lnTo>
                  <a:lnTo>
                    <a:pt x="690549" y="1393304"/>
                  </a:lnTo>
                  <a:lnTo>
                    <a:pt x="650151" y="1363548"/>
                  </a:lnTo>
                  <a:lnTo>
                    <a:pt x="612432" y="1329448"/>
                  </a:lnTo>
                  <a:lnTo>
                    <a:pt x="578878" y="1292339"/>
                  </a:lnTo>
                  <a:lnTo>
                    <a:pt x="549579" y="1252461"/>
                  </a:lnTo>
                  <a:lnTo>
                    <a:pt x="524573" y="1210170"/>
                  </a:lnTo>
                  <a:lnTo>
                    <a:pt x="503948" y="1165821"/>
                  </a:lnTo>
                  <a:lnTo>
                    <a:pt x="487781" y="1119771"/>
                  </a:lnTo>
                  <a:lnTo>
                    <a:pt x="476110" y="1072375"/>
                  </a:lnTo>
                  <a:lnTo>
                    <a:pt x="469036" y="1023988"/>
                  </a:lnTo>
                  <a:lnTo>
                    <a:pt x="466623" y="974966"/>
                  </a:lnTo>
                  <a:lnTo>
                    <a:pt x="468922" y="925664"/>
                  </a:lnTo>
                  <a:lnTo>
                    <a:pt x="476021" y="876452"/>
                  </a:lnTo>
                  <a:lnTo>
                    <a:pt x="487984" y="827671"/>
                  </a:lnTo>
                  <a:lnTo>
                    <a:pt x="504888" y="779665"/>
                  </a:lnTo>
                  <a:lnTo>
                    <a:pt x="526453" y="733628"/>
                  </a:lnTo>
                  <a:lnTo>
                    <a:pt x="552208" y="690587"/>
                  </a:lnTo>
                  <a:lnTo>
                    <a:pt x="581825" y="650748"/>
                  </a:lnTo>
                  <a:lnTo>
                    <a:pt x="615022" y="614286"/>
                  </a:lnTo>
                  <a:lnTo>
                    <a:pt x="651484" y="581393"/>
                  </a:lnTo>
                  <a:lnTo>
                    <a:pt x="690905" y="552272"/>
                  </a:lnTo>
                  <a:lnTo>
                    <a:pt x="732980" y="527100"/>
                  </a:lnTo>
                  <a:lnTo>
                    <a:pt x="777417" y="506082"/>
                  </a:lnTo>
                  <a:lnTo>
                    <a:pt x="823899" y="489407"/>
                  </a:lnTo>
                  <a:lnTo>
                    <a:pt x="872134" y="477253"/>
                  </a:lnTo>
                  <a:lnTo>
                    <a:pt x="921804" y="469823"/>
                  </a:lnTo>
                  <a:lnTo>
                    <a:pt x="972616" y="467309"/>
                  </a:lnTo>
                  <a:lnTo>
                    <a:pt x="972616" y="0"/>
                  </a:lnTo>
                  <a:lnTo>
                    <a:pt x="923429" y="1219"/>
                  </a:lnTo>
                  <a:lnTo>
                    <a:pt x="874737" y="4876"/>
                  </a:lnTo>
                  <a:lnTo>
                    <a:pt x="826604" y="10896"/>
                  </a:lnTo>
                  <a:lnTo>
                    <a:pt x="779106" y="19253"/>
                  </a:lnTo>
                  <a:lnTo>
                    <a:pt x="732320" y="29883"/>
                  </a:lnTo>
                  <a:lnTo>
                    <a:pt x="686295" y="42748"/>
                  </a:lnTo>
                  <a:lnTo>
                    <a:pt x="641121" y="57785"/>
                  </a:lnTo>
                  <a:lnTo>
                    <a:pt x="596874" y="74968"/>
                  </a:lnTo>
                  <a:lnTo>
                    <a:pt x="553605" y="94221"/>
                  </a:lnTo>
                  <a:lnTo>
                    <a:pt x="511403" y="115506"/>
                  </a:lnTo>
                  <a:lnTo>
                    <a:pt x="470331" y="138785"/>
                  </a:lnTo>
                  <a:lnTo>
                    <a:pt x="430466" y="163982"/>
                  </a:lnTo>
                  <a:lnTo>
                    <a:pt x="391883" y="191084"/>
                  </a:lnTo>
                  <a:lnTo>
                    <a:pt x="354647" y="220014"/>
                  </a:lnTo>
                  <a:lnTo>
                    <a:pt x="318820" y="250748"/>
                  </a:lnTo>
                  <a:lnTo>
                    <a:pt x="284492" y="283210"/>
                  </a:lnTo>
                  <a:lnTo>
                    <a:pt x="251726" y="317373"/>
                  </a:lnTo>
                  <a:lnTo>
                    <a:pt x="220599" y="353174"/>
                  </a:lnTo>
                  <a:lnTo>
                    <a:pt x="191173" y="390563"/>
                  </a:lnTo>
                  <a:lnTo>
                    <a:pt x="163537" y="429501"/>
                  </a:lnTo>
                  <a:lnTo>
                    <a:pt x="137731" y="469938"/>
                  </a:lnTo>
                  <a:lnTo>
                    <a:pt x="113868" y="511835"/>
                  </a:lnTo>
                  <a:lnTo>
                    <a:pt x="91986" y="555117"/>
                  </a:lnTo>
                  <a:lnTo>
                    <a:pt x="72174" y="599744"/>
                  </a:lnTo>
                  <a:lnTo>
                    <a:pt x="54914" y="645617"/>
                  </a:lnTo>
                  <a:lnTo>
                    <a:pt x="40043" y="691946"/>
                  </a:lnTo>
                  <a:lnTo>
                    <a:pt x="27546" y="738657"/>
                  </a:lnTo>
                  <a:lnTo>
                    <a:pt x="17399" y="785660"/>
                  </a:lnTo>
                  <a:lnTo>
                    <a:pt x="9575" y="832878"/>
                  </a:lnTo>
                  <a:lnTo>
                    <a:pt x="4089" y="880224"/>
                  </a:lnTo>
                  <a:lnTo>
                    <a:pt x="901" y="927608"/>
                  </a:lnTo>
                  <a:lnTo>
                    <a:pt x="0" y="974966"/>
                  </a:lnTo>
                  <a:lnTo>
                    <a:pt x="1384" y="1022197"/>
                  </a:lnTo>
                  <a:lnTo>
                    <a:pt x="5016" y="1069225"/>
                  </a:lnTo>
                  <a:lnTo>
                    <a:pt x="10896" y="1115961"/>
                  </a:lnTo>
                  <a:lnTo>
                    <a:pt x="19011" y="1162329"/>
                  </a:lnTo>
                  <a:lnTo>
                    <a:pt x="29337" y="1208239"/>
                  </a:lnTo>
                  <a:lnTo>
                    <a:pt x="41871" y="1253617"/>
                  </a:lnTo>
                  <a:lnTo>
                    <a:pt x="56578" y="1298371"/>
                  </a:lnTo>
                  <a:lnTo>
                    <a:pt x="73456" y="1342415"/>
                  </a:lnTo>
                  <a:lnTo>
                    <a:pt x="92494" y="1385671"/>
                  </a:lnTo>
                  <a:lnTo>
                    <a:pt x="113665" y="1428051"/>
                  </a:lnTo>
                  <a:lnTo>
                    <a:pt x="136969" y="1469466"/>
                  </a:lnTo>
                  <a:lnTo>
                    <a:pt x="162369" y="1509852"/>
                  </a:lnTo>
                  <a:lnTo>
                    <a:pt x="189865" y="1549120"/>
                  </a:lnTo>
                  <a:lnTo>
                    <a:pt x="219443" y="1587169"/>
                  </a:lnTo>
                  <a:lnTo>
                    <a:pt x="251079" y="1623936"/>
                  </a:lnTo>
                  <a:lnTo>
                    <a:pt x="284772" y="1659318"/>
                  </a:lnTo>
                  <a:lnTo>
                    <a:pt x="319900" y="1692973"/>
                  </a:lnTo>
                  <a:lnTo>
                    <a:pt x="356450" y="1724583"/>
                  </a:lnTo>
                  <a:lnTo>
                    <a:pt x="394347" y="1754136"/>
                  </a:lnTo>
                  <a:lnTo>
                    <a:pt x="433489" y="1781594"/>
                  </a:lnTo>
                  <a:lnTo>
                    <a:pt x="473786" y="1806968"/>
                  </a:lnTo>
                  <a:lnTo>
                    <a:pt x="515150" y="1830222"/>
                  </a:lnTo>
                  <a:lnTo>
                    <a:pt x="557504" y="1851355"/>
                  </a:lnTo>
                  <a:lnTo>
                    <a:pt x="600760" y="1870341"/>
                  </a:lnTo>
                  <a:lnTo>
                    <a:pt x="644817" y="1887169"/>
                  </a:lnTo>
                  <a:lnTo>
                    <a:pt x="689584" y="1901825"/>
                  </a:lnTo>
                  <a:lnTo>
                    <a:pt x="734999" y="1914271"/>
                  </a:lnTo>
                  <a:lnTo>
                    <a:pt x="780948" y="1924519"/>
                  </a:lnTo>
                  <a:lnTo>
                    <a:pt x="827354" y="1932546"/>
                  </a:lnTo>
                  <a:lnTo>
                    <a:pt x="874141" y="1938324"/>
                  </a:lnTo>
                  <a:lnTo>
                    <a:pt x="921194" y="1941842"/>
                  </a:lnTo>
                  <a:lnTo>
                    <a:pt x="968438" y="1943087"/>
                  </a:lnTo>
                  <a:lnTo>
                    <a:pt x="1015796" y="1942045"/>
                  </a:lnTo>
                  <a:lnTo>
                    <a:pt x="1063155" y="1938693"/>
                  </a:lnTo>
                  <a:lnTo>
                    <a:pt x="1110462" y="1933016"/>
                  </a:lnTo>
                  <a:lnTo>
                    <a:pt x="1157592" y="1925002"/>
                  </a:lnTo>
                  <a:lnTo>
                    <a:pt x="1204480" y="1914639"/>
                  </a:lnTo>
                  <a:lnTo>
                    <a:pt x="1251038" y="1901888"/>
                  </a:lnTo>
                  <a:lnTo>
                    <a:pt x="1297165" y="1886762"/>
                  </a:lnTo>
                  <a:lnTo>
                    <a:pt x="1342796" y="1869224"/>
                  </a:lnTo>
                  <a:lnTo>
                    <a:pt x="1387462" y="1849437"/>
                  </a:lnTo>
                  <a:lnTo>
                    <a:pt x="1430782" y="1827568"/>
                  </a:lnTo>
                  <a:lnTo>
                    <a:pt x="1472717" y="1803730"/>
                  </a:lnTo>
                  <a:lnTo>
                    <a:pt x="1513179" y="1777961"/>
                  </a:lnTo>
                  <a:lnTo>
                    <a:pt x="1552155" y="1750352"/>
                  </a:lnTo>
                  <a:lnTo>
                    <a:pt x="1589595" y="1720977"/>
                  </a:lnTo>
                  <a:lnTo>
                    <a:pt x="1625422" y="1689887"/>
                  </a:lnTo>
                  <a:lnTo>
                    <a:pt x="1659610" y="1657184"/>
                  </a:lnTo>
                  <a:lnTo>
                    <a:pt x="1692109" y="1622933"/>
                  </a:lnTo>
                  <a:lnTo>
                    <a:pt x="1722856" y="1587195"/>
                  </a:lnTo>
                  <a:lnTo>
                    <a:pt x="1751825" y="1550047"/>
                  </a:lnTo>
                  <a:lnTo>
                    <a:pt x="1778939" y="1511566"/>
                  </a:lnTo>
                  <a:lnTo>
                    <a:pt x="1804174" y="1471815"/>
                  </a:lnTo>
                  <a:lnTo>
                    <a:pt x="1827466" y="1430883"/>
                  </a:lnTo>
                  <a:lnTo>
                    <a:pt x="1848777" y="1388833"/>
                  </a:lnTo>
                  <a:lnTo>
                    <a:pt x="1868055" y="1345742"/>
                  </a:lnTo>
                  <a:lnTo>
                    <a:pt x="1885238" y="1301673"/>
                  </a:lnTo>
                  <a:lnTo>
                    <a:pt x="1900301" y="1256703"/>
                  </a:lnTo>
                  <a:lnTo>
                    <a:pt x="1913166" y="1210919"/>
                  </a:lnTo>
                  <a:lnTo>
                    <a:pt x="1923808" y="1164374"/>
                  </a:lnTo>
                  <a:lnTo>
                    <a:pt x="1932178" y="1117142"/>
                  </a:lnTo>
                  <a:lnTo>
                    <a:pt x="1938210" y="1069301"/>
                  </a:lnTo>
                  <a:lnTo>
                    <a:pt x="1941868" y="1020940"/>
                  </a:lnTo>
                  <a:lnTo>
                    <a:pt x="1943100" y="972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8214" y="4917374"/>
              <a:ext cx="485775" cy="485140"/>
            </a:xfrm>
            <a:custGeom>
              <a:avLst/>
              <a:gdLst/>
              <a:ahLst/>
              <a:cxnLst/>
              <a:rect l="l" t="t" r="r" b="b"/>
              <a:pathLst>
                <a:path w="485775" h="485139">
                  <a:moveTo>
                    <a:pt x="0" y="242410"/>
                  </a:moveTo>
                  <a:lnTo>
                    <a:pt x="4987" y="193251"/>
                  </a:lnTo>
                  <a:lnTo>
                    <a:pt x="19267" y="147605"/>
                  </a:lnTo>
                  <a:lnTo>
                    <a:pt x="41813" y="106410"/>
                  </a:lnTo>
                  <a:lnTo>
                    <a:pt x="71599" y="70602"/>
                  </a:lnTo>
                  <a:lnTo>
                    <a:pt x="107600" y="41120"/>
                  </a:lnTo>
                  <a:lnTo>
                    <a:pt x="148789" y="18900"/>
                  </a:lnTo>
                  <a:lnTo>
                    <a:pt x="194140" y="4881"/>
                  </a:lnTo>
                  <a:lnTo>
                    <a:pt x="242628" y="0"/>
                  </a:lnTo>
                  <a:lnTo>
                    <a:pt x="290695" y="4608"/>
                  </a:lnTo>
                  <a:lnTo>
                    <a:pt x="336418" y="18121"/>
                  </a:lnTo>
                  <a:lnTo>
                    <a:pt x="378392" y="40069"/>
                  </a:lnTo>
                  <a:lnTo>
                    <a:pt x="415210" y="69983"/>
                  </a:lnTo>
                  <a:lnTo>
                    <a:pt x="445144" y="106761"/>
                  </a:lnTo>
                  <a:lnTo>
                    <a:pt x="467108" y="148694"/>
                  </a:lnTo>
                  <a:lnTo>
                    <a:pt x="480631" y="194378"/>
                  </a:lnTo>
                  <a:lnTo>
                    <a:pt x="485243" y="242410"/>
                  </a:lnTo>
                  <a:lnTo>
                    <a:pt x="480256" y="291568"/>
                  </a:lnTo>
                  <a:lnTo>
                    <a:pt x="465976" y="337212"/>
                  </a:lnTo>
                  <a:lnTo>
                    <a:pt x="443430" y="378406"/>
                  </a:lnTo>
                  <a:lnTo>
                    <a:pt x="413645" y="414211"/>
                  </a:lnTo>
                  <a:lnTo>
                    <a:pt x="377646" y="443691"/>
                  </a:lnTo>
                  <a:lnTo>
                    <a:pt x="336460" y="465908"/>
                  </a:lnTo>
                  <a:lnTo>
                    <a:pt x="291112" y="479926"/>
                  </a:lnTo>
                  <a:lnTo>
                    <a:pt x="242628" y="484807"/>
                  </a:lnTo>
                  <a:lnTo>
                    <a:pt x="193421" y="479824"/>
                  </a:lnTo>
                  <a:lnTo>
                    <a:pt x="147733" y="465557"/>
                  </a:lnTo>
                  <a:lnTo>
                    <a:pt x="106500" y="443031"/>
                  </a:lnTo>
                  <a:lnTo>
                    <a:pt x="70661" y="413273"/>
                  </a:lnTo>
                  <a:lnTo>
                    <a:pt x="41153" y="377307"/>
                  </a:lnTo>
                  <a:lnTo>
                    <a:pt x="18915" y="336157"/>
                  </a:lnTo>
                  <a:lnTo>
                    <a:pt x="4885" y="290850"/>
                  </a:lnTo>
                  <a:lnTo>
                    <a:pt x="0" y="242410"/>
                  </a:lnTo>
                  <a:close/>
                </a:path>
              </a:pathLst>
            </a:custGeom>
            <a:ln w="2500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6146" y="2709850"/>
            <a:ext cx="5794375" cy="1555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0" spc="-315" dirty="0"/>
              <a:t>About</a:t>
            </a:r>
            <a:r>
              <a:rPr sz="10000" spc="-930" dirty="0"/>
              <a:t> </a:t>
            </a:r>
            <a:r>
              <a:rPr sz="10000" spc="-400" dirty="0"/>
              <a:t>us</a:t>
            </a:r>
            <a:endParaRPr sz="10000"/>
          </a:p>
        </p:txBody>
      </p:sp>
      <p:sp>
        <p:nvSpPr>
          <p:cNvPr id="3" name="object 3"/>
          <p:cNvSpPr txBox="1"/>
          <p:nvPr/>
        </p:nvSpPr>
        <p:spPr>
          <a:xfrm>
            <a:off x="2481638" y="4991036"/>
            <a:ext cx="7322184" cy="236601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5080" indent="7620" algn="r">
              <a:lnSpc>
                <a:spcPct val="83200"/>
              </a:lnSpc>
              <a:spcBef>
                <a:spcPts val="805"/>
              </a:spcBef>
            </a:pPr>
            <a:r>
              <a:rPr sz="3550" spc="-45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35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35" dirty="0">
                <a:solidFill>
                  <a:srgbClr val="1D1D1B"/>
                </a:solidFill>
                <a:latin typeface="Tahoma"/>
                <a:cs typeface="Tahoma"/>
              </a:rPr>
              <a:t>give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8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50" dirty="0">
                <a:solidFill>
                  <a:srgbClr val="1D1D1B"/>
                </a:solidFill>
                <a:latin typeface="Tahoma"/>
                <a:cs typeface="Tahoma"/>
              </a:rPr>
              <a:t>brief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description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topic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5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want</a:t>
            </a:r>
            <a:r>
              <a:rPr sz="35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80" dirty="0">
                <a:solidFill>
                  <a:srgbClr val="1D1D1B"/>
                </a:solidFill>
                <a:latin typeface="Tahoma"/>
                <a:cs typeface="Tahoma"/>
              </a:rPr>
              <a:t>to</a:t>
            </a:r>
            <a:r>
              <a:rPr sz="3550" spc="-3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50" dirty="0">
                <a:solidFill>
                  <a:srgbClr val="1D1D1B"/>
                </a:solidFill>
                <a:latin typeface="Tahoma"/>
                <a:cs typeface="Tahoma"/>
              </a:rPr>
              <a:t>talk</a:t>
            </a:r>
            <a:r>
              <a:rPr sz="35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about</a:t>
            </a:r>
            <a:r>
              <a:rPr sz="35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60" dirty="0">
                <a:solidFill>
                  <a:srgbClr val="1D1D1B"/>
                </a:solidFill>
                <a:latin typeface="Tahoma"/>
                <a:cs typeface="Tahoma"/>
              </a:rPr>
              <a:t>here.</a:t>
            </a:r>
            <a:r>
              <a:rPr sz="3550" spc="-3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40" dirty="0">
                <a:solidFill>
                  <a:srgbClr val="1D1D1B"/>
                </a:solidFill>
                <a:latin typeface="Tahoma"/>
                <a:cs typeface="Tahoma"/>
              </a:rPr>
              <a:t>For </a:t>
            </a:r>
            <a:r>
              <a:rPr sz="3550" spc="-80" dirty="0">
                <a:solidFill>
                  <a:srgbClr val="1D1D1B"/>
                </a:solidFill>
                <a:latin typeface="Tahoma"/>
                <a:cs typeface="Tahoma"/>
              </a:rPr>
              <a:t>example,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75" dirty="0">
                <a:solidFill>
                  <a:srgbClr val="1D1D1B"/>
                </a:solidFill>
                <a:latin typeface="Tahoma"/>
                <a:cs typeface="Tahoma"/>
              </a:rPr>
              <a:t>if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want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80" dirty="0">
                <a:solidFill>
                  <a:srgbClr val="1D1D1B"/>
                </a:solidFill>
                <a:latin typeface="Tahoma"/>
                <a:cs typeface="Tahoma"/>
              </a:rPr>
              <a:t>to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50" dirty="0">
                <a:solidFill>
                  <a:srgbClr val="1D1D1B"/>
                </a:solidFill>
                <a:latin typeface="Tahoma"/>
                <a:cs typeface="Tahoma"/>
              </a:rPr>
              <a:t>talk</a:t>
            </a:r>
            <a:r>
              <a:rPr sz="3550" spc="-4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about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Mercury,</a:t>
            </a:r>
            <a:r>
              <a:rPr sz="35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you</a:t>
            </a:r>
            <a:r>
              <a:rPr sz="35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35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35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65" dirty="0">
                <a:solidFill>
                  <a:srgbClr val="1D1D1B"/>
                </a:solidFill>
                <a:latin typeface="Tahoma"/>
                <a:cs typeface="Tahoma"/>
              </a:rPr>
              <a:t>say</a:t>
            </a:r>
            <a:r>
              <a:rPr sz="35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that</a:t>
            </a:r>
            <a:r>
              <a:rPr sz="35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3550" spc="-3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smallest</a:t>
            </a:r>
            <a:r>
              <a:rPr sz="35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35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in</a:t>
            </a:r>
            <a:r>
              <a:rPr sz="35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3550" spc="-3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dirty="0">
                <a:solidFill>
                  <a:srgbClr val="1D1D1B"/>
                </a:solidFill>
                <a:latin typeface="Tahoma"/>
                <a:cs typeface="Tahoma"/>
              </a:rPr>
              <a:t>entire</a:t>
            </a:r>
            <a:r>
              <a:rPr sz="3550" spc="-3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3550" spc="-10" dirty="0">
                <a:solidFill>
                  <a:srgbClr val="1D1D1B"/>
                </a:solidFill>
                <a:latin typeface="Tahoma"/>
                <a:cs typeface="Tahoma"/>
              </a:rPr>
              <a:t>System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872444" y="962102"/>
            <a:ext cx="6238875" cy="8362950"/>
            <a:chOff x="10872444" y="962102"/>
            <a:chExt cx="6238875" cy="8362950"/>
          </a:xfrm>
        </p:grpSpPr>
        <p:sp>
          <p:nvSpPr>
            <p:cNvPr id="5" name="object 5"/>
            <p:cNvSpPr/>
            <p:nvPr/>
          </p:nvSpPr>
          <p:spPr>
            <a:xfrm>
              <a:off x="14214402" y="4459920"/>
              <a:ext cx="485140" cy="485140"/>
            </a:xfrm>
            <a:custGeom>
              <a:avLst/>
              <a:gdLst/>
              <a:ahLst/>
              <a:cxnLst/>
              <a:rect l="l" t="t" r="r" b="b"/>
              <a:pathLst>
                <a:path w="485140" h="485139">
                  <a:moveTo>
                    <a:pt x="0" y="242409"/>
                  </a:moveTo>
                  <a:lnTo>
                    <a:pt x="4984" y="193247"/>
                  </a:lnTo>
                  <a:lnTo>
                    <a:pt x="19253" y="147599"/>
                  </a:lnTo>
                  <a:lnTo>
                    <a:pt x="41783" y="106404"/>
                  </a:lnTo>
                  <a:lnTo>
                    <a:pt x="71546" y="70597"/>
                  </a:lnTo>
                  <a:lnTo>
                    <a:pt x="107519" y="41116"/>
                  </a:lnTo>
                  <a:lnTo>
                    <a:pt x="148675" y="18898"/>
                  </a:lnTo>
                  <a:lnTo>
                    <a:pt x="193990" y="4880"/>
                  </a:lnTo>
                  <a:lnTo>
                    <a:pt x="242437" y="0"/>
                  </a:lnTo>
                  <a:lnTo>
                    <a:pt x="290422" y="4608"/>
                  </a:lnTo>
                  <a:lnTo>
                    <a:pt x="336097" y="18118"/>
                  </a:lnTo>
                  <a:lnTo>
                    <a:pt x="378058" y="40061"/>
                  </a:lnTo>
                  <a:lnTo>
                    <a:pt x="414899" y="69965"/>
                  </a:lnTo>
                  <a:lnTo>
                    <a:pt x="444779" y="106750"/>
                  </a:lnTo>
                  <a:lnTo>
                    <a:pt x="466682" y="148691"/>
                  </a:lnTo>
                  <a:lnTo>
                    <a:pt x="480156" y="194380"/>
                  </a:lnTo>
                  <a:lnTo>
                    <a:pt x="484747" y="242409"/>
                  </a:lnTo>
                  <a:lnTo>
                    <a:pt x="479768" y="291572"/>
                  </a:lnTo>
                  <a:lnTo>
                    <a:pt x="465513" y="337219"/>
                  </a:lnTo>
                  <a:lnTo>
                    <a:pt x="443004" y="378415"/>
                  </a:lnTo>
                  <a:lnTo>
                    <a:pt x="413264" y="414221"/>
                  </a:lnTo>
                  <a:lnTo>
                    <a:pt x="377315" y="443702"/>
                  </a:lnTo>
                  <a:lnTo>
                    <a:pt x="336179" y="465920"/>
                  </a:lnTo>
                  <a:lnTo>
                    <a:pt x="290879" y="479938"/>
                  </a:lnTo>
                  <a:lnTo>
                    <a:pt x="242437" y="484819"/>
                  </a:lnTo>
                  <a:lnTo>
                    <a:pt x="193261" y="479836"/>
                  </a:lnTo>
                  <a:lnTo>
                    <a:pt x="147604" y="465568"/>
                  </a:lnTo>
                  <a:lnTo>
                    <a:pt x="106403" y="443043"/>
                  </a:lnTo>
                  <a:lnTo>
                    <a:pt x="70594" y="413283"/>
                  </a:lnTo>
                  <a:lnTo>
                    <a:pt x="41113" y="377315"/>
                  </a:lnTo>
                  <a:lnTo>
                    <a:pt x="18896" y="336164"/>
                  </a:lnTo>
                  <a:lnTo>
                    <a:pt x="4880" y="290853"/>
                  </a:lnTo>
                  <a:lnTo>
                    <a:pt x="0" y="242409"/>
                  </a:lnTo>
                  <a:close/>
                </a:path>
              </a:pathLst>
            </a:custGeom>
            <a:ln w="2499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2444" y="962102"/>
              <a:ext cx="6238875" cy="83629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204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3883" y="5658017"/>
            <a:ext cx="2703195" cy="2573655"/>
          </a:xfrm>
          <a:prstGeom prst="rect">
            <a:avLst/>
          </a:prstGeom>
        </p:spPr>
        <p:txBody>
          <a:bodyPr vert="horz" wrap="square" lIns="0" tIns="45275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3565"/>
              </a:spcBef>
            </a:pPr>
            <a:r>
              <a:rPr sz="4900" spc="-610" dirty="0">
                <a:solidFill>
                  <a:srgbClr val="1D1D1B"/>
                </a:solidFill>
                <a:latin typeface="Arial Black"/>
                <a:cs typeface="Arial Black"/>
              </a:rPr>
              <a:t>1992</a:t>
            </a:r>
            <a:endParaRPr sz="4900">
              <a:latin typeface="Arial Black"/>
              <a:cs typeface="Arial Black"/>
            </a:endParaRPr>
          </a:p>
          <a:p>
            <a:pPr marL="12700" marR="5080" indent="-635" algn="ctr">
              <a:lnSpc>
                <a:spcPct val="83000"/>
              </a:lnSpc>
              <a:spcBef>
                <a:spcPts val="2500"/>
              </a:spcBef>
            </a:pPr>
            <a:r>
              <a:rPr sz="2750" spc="85" dirty="0">
                <a:solidFill>
                  <a:srgbClr val="1D1D1B"/>
                </a:solidFill>
                <a:latin typeface="Tahoma"/>
                <a:cs typeface="Tahoma"/>
              </a:rPr>
              <a:t>Mercury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smallest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of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them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all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3784" y="5658469"/>
            <a:ext cx="2294255" cy="2573020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3560"/>
              </a:spcBef>
            </a:pPr>
            <a:r>
              <a:rPr sz="4900" spc="-20" dirty="0">
                <a:solidFill>
                  <a:srgbClr val="1D1D1B"/>
                </a:solidFill>
                <a:latin typeface="Arial Black"/>
                <a:cs typeface="Arial Black"/>
              </a:rPr>
              <a:t>2000</a:t>
            </a:r>
            <a:endParaRPr sz="4900">
              <a:latin typeface="Arial Black"/>
              <a:cs typeface="Arial Black"/>
            </a:endParaRPr>
          </a:p>
          <a:p>
            <a:pPr marL="12065" marR="5080" indent="-635" algn="ctr">
              <a:lnSpc>
                <a:spcPct val="83000"/>
              </a:lnSpc>
              <a:spcBef>
                <a:spcPts val="2500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3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has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extremely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high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temperatures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8944" y="5658464"/>
            <a:ext cx="2953385" cy="2573020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3560"/>
              </a:spcBef>
            </a:pPr>
            <a:r>
              <a:rPr sz="4900" spc="-555" dirty="0">
                <a:solidFill>
                  <a:srgbClr val="1D1D1B"/>
                </a:solidFill>
                <a:latin typeface="Arial Black"/>
                <a:cs typeface="Arial Black"/>
              </a:rPr>
              <a:t>2015</a:t>
            </a:r>
            <a:endParaRPr sz="4900">
              <a:latin typeface="Arial Black"/>
              <a:cs typeface="Arial Black"/>
            </a:endParaRPr>
          </a:p>
          <a:p>
            <a:pPr marL="12065" marR="5080" indent="-635" algn="ctr">
              <a:lnSpc>
                <a:spcPct val="83000"/>
              </a:lnSpc>
              <a:spcBef>
                <a:spcPts val="250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Earth</a:t>
            </a:r>
            <a:r>
              <a:rPr sz="2750" spc="-21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beautiful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0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we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all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live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7855" y="5657986"/>
            <a:ext cx="2792095" cy="2573655"/>
          </a:xfrm>
          <a:prstGeom prst="rect">
            <a:avLst/>
          </a:prstGeom>
        </p:spPr>
        <p:txBody>
          <a:bodyPr vert="horz" wrap="square" lIns="0" tIns="452755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3565"/>
              </a:spcBef>
            </a:pPr>
            <a:r>
              <a:rPr sz="4900" spc="-380" dirty="0">
                <a:solidFill>
                  <a:srgbClr val="1D1D1B"/>
                </a:solidFill>
                <a:latin typeface="Arial Black"/>
                <a:cs typeface="Arial Black"/>
              </a:rPr>
              <a:t>2022</a:t>
            </a:r>
            <a:endParaRPr sz="4900">
              <a:latin typeface="Arial Black"/>
              <a:cs typeface="Arial Black"/>
            </a:endParaRPr>
          </a:p>
          <a:p>
            <a:pPr marL="88265" marR="5080" indent="-76200" algn="just">
              <a:lnSpc>
                <a:spcPct val="83000"/>
              </a:lnSpc>
              <a:spcBef>
                <a:spcPts val="250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1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1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red, </a:t>
            </a:r>
            <a:r>
              <a:rPr sz="2750" spc="70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9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1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actually</a:t>
            </a:r>
            <a:r>
              <a:rPr sz="2750" spc="-1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very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14998" y="3587508"/>
            <a:ext cx="1533525" cy="1524000"/>
            <a:chOff x="6414998" y="3587508"/>
            <a:chExt cx="1533525" cy="1524000"/>
          </a:xfrm>
        </p:grpSpPr>
        <p:sp>
          <p:nvSpPr>
            <p:cNvPr id="8" name="object 8"/>
            <p:cNvSpPr/>
            <p:nvPr/>
          </p:nvSpPr>
          <p:spPr>
            <a:xfrm>
              <a:off x="6414998" y="3587508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66" y="0"/>
                  </a:lnTo>
                  <a:lnTo>
                    <a:pt x="207104" y="4133"/>
                  </a:lnTo>
                  <a:lnTo>
                    <a:pt x="164281" y="16038"/>
                  </a:lnTo>
                  <a:lnTo>
                    <a:pt x="124896" y="34976"/>
                  </a:lnTo>
                  <a:lnTo>
                    <a:pt x="89650" y="60206"/>
                  </a:lnTo>
                  <a:lnTo>
                    <a:pt x="59242" y="90987"/>
                  </a:lnTo>
                  <a:lnTo>
                    <a:pt x="34374" y="126580"/>
                  </a:lnTo>
                  <a:lnTo>
                    <a:pt x="15744" y="166244"/>
                  </a:lnTo>
                  <a:lnTo>
                    <a:pt x="4052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3393" y="1315406"/>
                  </a:lnTo>
                  <a:lnTo>
                    <a:pt x="14735" y="1358753"/>
                  </a:lnTo>
                  <a:lnTo>
                    <a:pt x="33262" y="1398522"/>
                  </a:lnTo>
                  <a:lnTo>
                    <a:pt x="58213" y="1434034"/>
                  </a:lnTo>
                  <a:lnTo>
                    <a:pt x="88826" y="1464612"/>
                  </a:lnTo>
                  <a:lnTo>
                    <a:pt x="124340" y="1489576"/>
                  </a:lnTo>
                  <a:lnTo>
                    <a:pt x="163992" y="1508248"/>
                  </a:lnTo>
                  <a:lnTo>
                    <a:pt x="207022" y="1519948"/>
                  </a:lnTo>
                  <a:lnTo>
                    <a:pt x="252666" y="1524000"/>
                  </a:lnTo>
                  <a:lnTo>
                    <a:pt x="1278318" y="1524000"/>
                  </a:lnTo>
                  <a:lnTo>
                    <a:pt x="1324625" y="1519866"/>
                  </a:lnTo>
                  <a:lnTo>
                    <a:pt x="1368028" y="1507959"/>
                  </a:lnTo>
                  <a:lnTo>
                    <a:pt x="1407849" y="1489020"/>
                  </a:lnTo>
                  <a:lnTo>
                    <a:pt x="1443407" y="1463788"/>
                  </a:lnTo>
                  <a:lnTo>
                    <a:pt x="1474024" y="1433005"/>
                  </a:lnTo>
                  <a:lnTo>
                    <a:pt x="1499020" y="1397410"/>
                  </a:lnTo>
                  <a:lnTo>
                    <a:pt x="1517715" y="1357744"/>
                  </a:lnTo>
                  <a:lnTo>
                    <a:pt x="1529430" y="1314748"/>
                  </a:lnTo>
                  <a:lnTo>
                    <a:pt x="1533486" y="1269161"/>
                  </a:lnTo>
                  <a:lnTo>
                    <a:pt x="1533486" y="254825"/>
                  </a:lnTo>
                  <a:lnTo>
                    <a:pt x="1528444" y="204939"/>
                  </a:lnTo>
                  <a:lnTo>
                    <a:pt x="1513786" y="157392"/>
                  </a:lnTo>
                  <a:lnTo>
                    <a:pt x="1490217" y="113591"/>
                  </a:lnTo>
                  <a:lnTo>
                    <a:pt x="1458442" y="74942"/>
                  </a:lnTo>
                  <a:lnTo>
                    <a:pt x="1419743" y="43205"/>
                  </a:lnTo>
                  <a:lnTo>
                    <a:pt x="1375886" y="19669"/>
                  </a:lnTo>
                  <a:lnTo>
                    <a:pt x="1328276" y="5033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5875" y="4291025"/>
              <a:ext cx="80010" cy="40640"/>
            </a:xfrm>
            <a:custGeom>
              <a:avLst/>
              <a:gdLst/>
              <a:ahLst/>
              <a:cxnLst/>
              <a:rect l="l" t="t" r="r" b="b"/>
              <a:pathLst>
                <a:path w="80009" h="40639">
                  <a:moveTo>
                    <a:pt x="59829" y="0"/>
                  </a:moveTo>
                  <a:lnTo>
                    <a:pt x="19939" y="0"/>
                  </a:lnTo>
                  <a:lnTo>
                    <a:pt x="12617" y="1726"/>
                  </a:lnTo>
                  <a:lnTo>
                    <a:pt x="6230" y="6278"/>
                  </a:lnTo>
                  <a:lnTo>
                    <a:pt x="1713" y="12714"/>
                  </a:lnTo>
                  <a:lnTo>
                    <a:pt x="0" y="20091"/>
                  </a:lnTo>
                  <a:lnTo>
                    <a:pt x="1713" y="27461"/>
                  </a:lnTo>
                  <a:lnTo>
                    <a:pt x="6230" y="33893"/>
                  </a:lnTo>
                  <a:lnTo>
                    <a:pt x="12617" y="38443"/>
                  </a:lnTo>
                  <a:lnTo>
                    <a:pt x="19939" y="40170"/>
                  </a:lnTo>
                  <a:lnTo>
                    <a:pt x="59829" y="40170"/>
                  </a:lnTo>
                  <a:lnTo>
                    <a:pt x="67153" y="38443"/>
                  </a:lnTo>
                  <a:lnTo>
                    <a:pt x="73544" y="33893"/>
                  </a:lnTo>
                  <a:lnTo>
                    <a:pt x="78065" y="27461"/>
                  </a:lnTo>
                  <a:lnTo>
                    <a:pt x="79781" y="20091"/>
                  </a:lnTo>
                  <a:lnTo>
                    <a:pt x="78065" y="12714"/>
                  </a:lnTo>
                  <a:lnTo>
                    <a:pt x="73544" y="6278"/>
                  </a:lnTo>
                  <a:lnTo>
                    <a:pt x="67153" y="1726"/>
                  </a:lnTo>
                  <a:lnTo>
                    <a:pt x="59829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745" y="4173017"/>
              <a:ext cx="78530" cy="80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745" y="4371365"/>
              <a:ext cx="78530" cy="803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40004" y="4052506"/>
              <a:ext cx="556260" cy="600075"/>
            </a:xfrm>
            <a:custGeom>
              <a:avLst/>
              <a:gdLst/>
              <a:ahLst/>
              <a:cxnLst/>
              <a:rect l="l" t="t" r="r" b="b"/>
              <a:pathLst>
                <a:path w="556259" h="600075">
                  <a:moveTo>
                    <a:pt x="496138" y="0"/>
                  </a:moveTo>
                  <a:lnTo>
                    <a:pt x="453758" y="0"/>
                  </a:lnTo>
                  <a:lnTo>
                    <a:pt x="449527" y="1204"/>
                  </a:lnTo>
                  <a:lnTo>
                    <a:pt x="436682" y="8433"/>
                  </a:lnTo>
                  <a:lnTo>
                    <a:pt x="254304" y="120510"/>
                  </a:lnTo>
                  <a:lnTo>
                    <a:pt x="139611" y="120510"/>
                  </a:lnTo>
                  <a:lnTo>
                    <a:pt x="95416" y="127641"/>
                  </a:lnTo>
                  <a:lnTo>
                    <a:pt x="57083" y="147428"/>
                  </a:lnTo>
                  <a:lnTo>
                    <a:pt x="26886" y="177459"/>
                  </a:lnTo>
                  <a:lnTo>
                    <a:pt x="7100" y="215323"/>
                  </a:lnTo>
                  <a:lnTo>
                    <a:pt x="0" y="258610"/>
                  </a:lnTo>
                  <a:lnTo>
                    <a:pt x="9231" y="308429"/>
                  </a:lnTo>
                  <a:lnTo>
                    <a:pt x="34590" y="350246"/>
                  </a:lnTo>
                  <a:lnTo>
                    <a:pt x="72571" y="380768"/>
                  </a:lnTo>
                  <a:lnTo>
                    <a:pt x="119672" y="396697"/>
                  </a:lnTo>
                  <a:lnTo>
                    <a:pt x="119672" y="539813"/>
                  </a:lnTo>
                  <a:lnTo>
                    <a:pt x="124462" y="562998"/>
                  </a:lnTo>
                  <a:lnTo>
                    <a:pt x="137433" y="582183"/>
                  </a:lnTo>
                  <a:lnTo>
                    <a:pt x="156480" y="595249"/>
                  </a:lnTo>
                  <a:lnTo>
                    <a:pt x="179501" y="600075"/>
                  </a:lnTo>
                  <a:lnTo>
                    <a:pt x="202525" y="595249"/>
                  </a:lnTo>
                  <a:lnTo>
                    <a:pt x="221576" y="582183"/>
                  </a:lnTo>
                  <a:lnTo>
                    <a:pt x="234551" y="562998"/>
                  </a:lnTo>
                  <a:lnTo>
                    <a:pt x="239344" y="539813"/>
                  </a:lnTo>
                  <a:lnTo>
                    <a:pt x="239344" y="399211"/>
                  </a:lnTo>
                  <a:lnTo>
                    <a:pt x="476199" y="399211"/>
                  </a:lnTo>
                  <a:lnTo>
                    <a:pt x="476199" y="359029"/>
                  </a:lnTo>
                  <a:lnTo>
                    <a:pt x="199453" y="359029"/>
                  </a:lnTo>
                  <a:lnTo>
                    <a:pt x="199453" y="160680"/>
                  </a:lnTo>
                  <a:lnTo>
                    <a:pt x="476199" y="160680"/>
                  </a:lnTo>
                  <a:lnTo>
                    <a:pt x="476199" y="40170"/>
                  </a:lnTo>
                  <a:lnTo>
                    <a:pt x="551829" y="40170"/>
                  </a:lnTo>
                  <a:lnTo>
                    <a:pt x="551187" y="37065"/>
                  </a:lnTo>
                  <a:lnTo>
                    <a:pt x="538213" y="17884"/>
                  </a:lnTo>
                  <a:lnTo>
                    <a:pt x="519161" y="4824"/>
                  </a:lnTo>
                  <a:lnTo>
                    <a:pt x="496138" y="0"/>
                  </a:lnTo>
                  <a:close/>
                </a:path>
                <a:path w="556259" h="600075">
                  <a:moveTo>
                    <a:pt x="476199" y="399211"/>
                  </a:moveTo>
                  <a:lnTo>
                    <a:pt x="254304" y="399211"/>
                  </a:lnTo>
                  <a:lnTo>
                    <a:pt x="438295" y="510564"/>
                  </a:lnTo>
                  <a:lnTo>
                    <a:pt x="451758" y="518276"/>
                  </a:lnTo>
                  <a:lnTo>
                    <a:pt x="456247" y="519722"/>
                  </a:lnTo>
                  <a:lnTo>
                    <a:pt x="496138" y="519722"/>
                  </a:lnTo>
                  <a:lnTo>
                    <a:pt x="519161" y="514898"/>
                  </a:lnTo>
                  <a:lnTo>
                    <a:pt x="538213" y="501837"/>
                  </a:lnTo>
                  <a:lnTo>
                    <a:pt x="551187" y="482656"/>
                  </a:lnTo>
                  <a:lnTo>
                    <a:pt x="551829" y="479552"/>
                  </a:lnTo>
                  <a:lnTo>
                    <a:pt x="476199" y="479552"/>
                  </a:lnTo>
                  <a:lnTo>
                    <a:pt x="476199" y="399211"/>
                  </a:lnTo>
                  <a:close/>
                </a:path>
                <a:path w="556259" h="600075">
                  <a:moveTo>
                    <a:pt x="551829" y="40170"/>
                  </a:moveTo>
                  <a:lnTo>
                    <a:pt x="496138" y="40170"/>
                  </a:lnTo>
                  <a:lnTo>
                    <a:pt x="503461" y="41896"/>
                  </a:lnTo>
                  <a:lnTo>
                    <a:pt x="509852" y="46447"/>
                  </a:lnTo>
                  <a:lnTo>
                    <a:pt x="514374" y="52878"/>
                  </a:lnTo>
                  <a:lnTo>
                    <a:pt x="516089" y="60248"/>
                  </a:lnTo>
                  <a:lnTo>
                    <a:pt x="516089" y="459473"/>
                  </a:lnTo>
                  <a:lnTo>
                    <a:pt x="514374" y="466843"/>
                  </a:lnTo>
                  <a:lnTo>
                    <a:pt x="509852" y="473275"/>
                  </a:lnTo>
                  <a:lnTo>
                    <a:pt x="503461" y="477825"/>
                  </a:lnTo>
                  <a:lnTo>
                    <a:pt x="496138" y="479552"/>
                  </a:lnTo>
                  <a:lnTo>
                    <a:pt x="551829" y="479552"/>
                  </a:lnTo>
                  <a:lnTo>
                    <a:pt x="555980" y="459473"/>
                  </a:lnTo>
                  <a:lnTo>
                    <a:pt x="555980" y="60248"/>
                  </a:lnTo>
                  <a:lnTo>
                    <a:pt x="551829" y="40170"/>
                  </a:lnTo>
                  <a:close/>
                </a:path>
                <a:path w="556259" h="600075">
                  <a:moveTo>
                    <a:pt x="476199" y="160680"/>
                  </a:moveTo>
                  <a:lnTo>
                    <a:pt x="239344" y="160680"/>
                  </a:lnTo>
                  <a:lnTo>
                    <a:pt x="239344" y="359029"/>
                  </a:lnTo>
                  <a:lnTo>
                    <a:pt x="476199" y="359029"/>
                  </a:lnTo>
                  <a:lnTo>
                    <a:pt x="476199" y="16068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487498" y="3587508"/>
            <a:ext cx="1533525" cy="1524000"/>
            <a:chOff x="2487498" y="3587508"/>
            <a:chExt cx="1533525" cy="1524000"/>
          </a:xfrm>
        </p:grpSpPr>
        <p:sp>
          <p:nvSpPr>
            <p:cNvPr id="14" name="object 14"/>
            <p:cNvSpPr/>
            <p:nvPr/>
          </p:nvSpPr>
          <p:spPr>
            <a:xfrm>
              <a:off x="2487498" y="3587508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56" y="0"/>
                  </a:moveTo>
                  <a:lnTo>
                    <a:pt x="255168" y="0"/>
                  </a:lnTo>
                  <a:lnTo>
                    <a:pt x="208861" y="4133"/>
                  </a:lnTo>
                  <a:lnTo>
                    <a:pt x="165458" y="16038"/>
                  </a:lnTo>
                  <a:lnTo>
                    <a:pt x="125637" y="34976"/>
                  </a:lnTo>
                  <a:lnTo>
                    <a:pt x="90079" y="60206"/>
                  </a:lnTo>
                  <a:lnTo>
                    <a:pt x="59462" y="90987"/>
                  </a:lnTo>
                  <a:lnTo>
                    <a:pt x="34466" y="126580"/>
                  </a:lnTo>
                  <a:lnTo>
                    <a:pt x="15771" y="166244"/>
                  </a:lnTo>
                  <a:lnTo>
                    <a:pt x="4056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4138" y="1315406"/>
                  </a:lnTo>
                  <a:lnTo>
                    <a:pt x="16059" y="1358753"/>
                  </a:lnTo>
                  <a:lnTo>
                    <a:pt x="35022" y="1398522"/>
                  </a:lnTo>
                  <a:lnTo>
                    <a:pt x="60286" y="1434034"/>
                  </a:lnTo>
                  <a:lnTo>
                    <a:pt x="91108" y="1464612"/>
                  </a:lnTo>
                  <a:lnTo>
                    <a:pt x="126749" y="1489576"/>
                  </a:lnTo>
                  <a:lnTo>
                    <a:pt x="166467" y="1508248"/>
                  </a:lnTo>
                  <a:lnTo>
                    <a:pt x="209520" y="1519948"/>
                  </a:lnTo>
                  <a:lnTo>
                    <a:pt x="255168" y="1524000"/>
                  </a:lnTo>
                  <a:lnTo>
                    <a:pt x="1278356" y="1524000"/>
                  </a:lnTo>
                  <a:lnTo>
                    <a:pt x="1324663" y="1519866"/>
                  </a:lnTo>
                  <a:lnTo>
                    <a:pt x="1368066" y="1507959"/>
                  </a:lnTo>
                  <a:lnTo>
                    <a:pt x="1407887" y="1489020"/>
                  </a:lnTo>
                  <a:lnTo>
                    <a:pt x="1443445" y="1463788"/>
                  </a:lnTo>
                  <a:lnTo>
                    <a:pt x="1474062" y="1433005"/>
                  </a:lnTo>
                  <a:lnTo>
                    <a:pt x="1499058" y="1397410"/>
                  </a:lnTo>
                  <a:lnTo>
                    <a:pt x="1517753" y="1357744"/>
                  </a:lnTo>
                  <a:lnTo>
                    <a:pt x="1529468" y="1314748"/>
                  </a:lnTo>
                  <a:lnTo>
                    <a:pt x="1533525" y="1269161"/>
                  </a:lnTo>
                  <a:lnTo>
                    <a:pt x="1533525" y="254825"/>
                  </a:lnTo>
                  <a:lnTo>
                    <a:pt x="1528482" y="204939"/>
                  </a:lnTo>
                  <a:lnTo>
                    <a:pt x="1513824" y="157392"/>
                  </a:lnTo>
                  <a:lnTo>
                    <a:pt x="1490255" y="113591"/>
                  </a:lnTo>
                  <a:lnTo>
                    <a:pt x="1458480" y="74942"/>
                  </a:lnTo>
                  <a:lnTo>
                    <a:pt x="1419781" y="43205"/>
                  </a:lnTo>
                  <a:lnTo>
                    <a:pt x="1375924" y="19669"/>
                  </a:lnTo>
                  <a:lnTo>
                    <a:pt x="1328314" y="5033"/>
                  </a:lnTo>
                  <a:lnTo>
                    <a:pt x="127835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8902" y="4536554"/>
              <a:ext cx="151641" cy="1522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40850" y="4012514"/>
              <a:ext cx="654685" cy="654050"/>
            </a:xfrm>
            <a:custGeom>
              <a:avLst/>
              <a:gdLst/>
              <a:ahLst/>
              <a:cxnLst/>
              <a:rect l="l" t="t" r="r" b="b"/>
              <a:pathLst>
                <a:path w="654685" h="654050">
                  <a:moveTo>
                    <a:pt x="502259" y="149720"/>
                  </a:moveTo>
                  <a:lnTo>
                    <a:pt x="180924" y="409257"/>
                  </a:lnTo>
                  <a:lnTo>
                    <a:pt x="163487" y="464146"/>
                  </a:lnTo>
                  <a:lnTo>
                    <a:pt x="162382" y="473354"/>
                  </a:lnTo>
                  <a:lnTo>
                    <a:pt x="165963" y="481622"/>
                  </a:lnTo>
                  <a:lnTo>
                    <a:pt x="173291" y="488010"/>
                  </a:lnTo>
                  <a:lnTo>
                    <a:pt x="183413" y="491591"/>
                  </a:lnTo>
                  <a:lnTo>
                    <a:pt x="188379" y="491591"/>
                  </a:lnTo>
                  <a:lnTo>
                    <a:pt x="188379" y="489102"/>
                  </a:lnTo>
                  <a:lnTo>
                    <a:pt x="243192" y="471627"/>
                  </a:lnTo>
                  <a:lnTo>
                    <a:pt x="502259" y="149720"/>
                  </a:lnTo>
                  <a:close/>
                </a:path>
                <a:path w="654685" h="654050">
                  <a:moveTo>
                    <a:pt x="626808" y="0"/>
                  </a:moveTo>
                  <a:lnTo>
                    <a:pt x="14020" y="167182"/>
                  </a:lnTo>
                  <a:lnTo>
                    <a:pt x="4787" y="173316"/>
                  </a:lnTo>
                  <a:lnTo>
                    <a:pt x="0" y="182473"/>
                  </a:lnTo>
                  <a:lnTo>
                    <a:pt x="355" y="192100"/>
                  </a:lnTo>
                  <a:lnTo>
                    <a:pt x="6553" y="199618"/>
                  </a:lnTo>
                  <a:lnTo>
                    <a:pt x="190868" y="351853"/>
                  </a:lnTo>
                  <a:lnTo>
                    <a:pt x="626808" y="0"/>
                  </a:lnTo>
                  <a:close/>
                </a:path>
                <a:path w="654685" h="654050">
                  <a:moveTo>
                    <a:pt x="654215" y="27432"/>
                  </a:moveTo>
                  <a:lnTo>
                    <a:pt x="644956" y="38569"/>
                  </a:lnTo>
                  <a:lnTo>
                    <a:pt x="621969" y="66713"/>
                  </a:lnTo>
                  <a:lnTo>
                    <a:pt x="309727" y="452399"/>
                  </a:lnTo>
                  <a:lnTo>
                    <a:pt x="300482" y="464146"/>
                  </a:lnTo>
                  <a:lnTo>
                    <a:pt x="452437" y="646315"/>
                  </a:lnTo>
                  <a:lnTo>
                    <a:pt x="457415" y="651306"/>
                  </a:lnTo>
                  <a:lnTo>
                    <a:pt x="462407" y="653796"/>
                  </a:lnTo>
                  <a:lnTo>
                    <a:pt x="474865" y="653796"/>
                  </a:lnTo>
                  <a:lnTo>
                    <a:pt x="484822" y="648804"/>
                  </a:lnTo>
                  <a:lnTo>
                    <a:pt x="487311" y="638822"/>
                  </a:lnTo>
                  <a:lnTo>
                    <a:pt x="654215" y="27432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4267561" y="3587508"/>
            <a:ext cx="1533525" cy="1524000"/>
            <a:chOff x="14267561" y="3587508"/>
            <a:chExt cx="1533525" cy="1524000"/>
          </a:xfrm>
        </p:grpSpPr>
        <p:sp>
          <p:nvSpPr>
            <p:cNvPr id="18" name="object 18"/>
            <p:cNvSpPr/>
            <p:nvPr/>
          </p:nvSpPr>
          <p:spPr>
            <a:xfrm>
              <a:off x="14267561" y="3587508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255" y="0"/>
                  </a:moveTo>
                  <a:lnTo>
                    <a:pt x="252603" y="0"/>
                  </a:lnTo>
                  <a:lnTo>
                    <a:pt x="207046" y="4133"/>
                  </a:lnTo>
                  <a:lnTo>
                    <a:pt x="164230" y="16038"/>
                  </a:lnTo>
                  <a:lnTo>
                    <a:pt x="124855" y="34976"/>
                  </a:lnTo>
                  <a:lnTo>
                    <a:pt x="89618" y="60206"/>
                  </a:lnTo>
                  <a:lnTo>
                    <a:pt x="59220" y="90987"/>
                  </a:lnTo>
                  <a:lnTo>
                    <a:pt x="34360" y="126580"/>
                  </a:lnTo>
                  <a:lnTo>
                    <a:pt x="15737" y="166244"/>
                  </a:lnTo>
                  <a:lnTo>
                    <a:pt x="4050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3381" y="1315406"/>
                  </a:lnTo>
                  <a:lnTo>
                    <a:pt x="14713" y="1358753"/>
                  </a:lnTo>
                  <a:lnTo>
                    <a:pt x="33231" y="1398522"/>
                  </a:lnTo>
                  <a:lnTo>
                    <a:pt x="58175" y="1434034"/>
                  </a:lnTo>
                  <a:lnTo>
                    <a:pt x="88782" y="1464612"/>
                  </a:lnTo>
                  <a:lnTo>
                    <a:pt x="124290" y="1489576"/>
                  </a:lnTo>
                  <a:lnTo>
                    <a:pt x="163938" y="1508248"/>
                  </a:lnTo>
                  <a:lnTo>
                    <a:pt x="206962" y="1519948"/>
                  </a:lnTo>
                  <a:lnTo>
                    <a:pt x="252603" y="1524000"/>
                  </a:lnTo>
                  <a:lnTo>
                    <a:pt x="1278255" y="1524000"/>
                  </a:lnTo>
                  <a:lnTo>
                    <a:pt x="1324567" y="1519866"/>
                  </a:lnTo>
                  <a:lnTo>
                    <a:pt x="1367972" y="1507959"/>
                  </a:lnTo>
                  <a:lnTo>
                    <a:pt x="1407790" y="1489020"/>
                  </a:lnTo>
                  <a:lnTo>
                    <a:pt x="1443343" y="1463788"/>
                  </a:lnTo>
                  <a:lnTo>
                    <a:pt x="1473954" y="1433005"/>
                  </a:lnTo>
                  <a:lnTo>
                    <a:pt x="1498943" y="1397410"/>
                  </a:lnTo>
                  <a:lnTo>
                    <a:pt x="1517632" y="1357744"/>
                  </a:lnTo>
                  <a:lnTo>
                    <a:pt x="1529343" y="1314748"/>
                  </a:lnTo>
                  <a:lnTo>
                    <a:pt x="1533398" y="1269161"/>
                  </a:lnTo>
                  <a:lnTo>
                    <a:pt x="1533398" y="254825"/>
                  </a:lnTo>
                  <a:lnTo>
                    <a:pt x="1528367" y="204939"/>
                  </a:lnTo>
                  <a:lnTo>
                    <a:pt x="1513728" y="157392"/>
                  </a:lnTo>
                  <a:lnTo>
                    <a:pt x="1490160" y="113591"/>
                  </a:lnTo>
                  <a:lnTo>
                    <a:pt x="1458341" y="74942"/>
                  </a:lnTo>
                  <a:lnTo>
                    <a:pt x="1419665" y="43205"/>
                  </a:lnTo>
                  <a:lnTo>
                    <a:pt x="1375822" y="19669"/>
                  </a:lnTo>
                  <a:lnTo>
                    <a:pt x="1328217" y="5033"/>
                  </a:lnTo>
                  <a:lnTo>
                    <a:pt x="127825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695044" y="4012501"/>
              <a:ext cx="676275" cy="676910"/>
            </a:xfrm>
            <a:custGeom>
              <a:avLst/>
              <a:gdLst/>
              <a:ahLst/>
              <a:cxnLst/>
              <a:rect l="l" t="t" r="r" b="b"/>
              <a:pathLst>
                <a:path w="676275" h="676910">
                  <a:moveTo>
                    <a:pt x="516509" y="636346"/>
                  </a:moveTo>
                  <a:lnTo>
                    <a:pt x="514794" y="629018"/>
                  </a:lnTo>
                  <a:lnTo>
                    <a:pt x="510298" y="622630"/>
                  </a:lnTo>
                  <a:lnTo>
                    <a:pt x="503910" y="618109"/>
                  </a:lnTo>
                  <a:lnTo>
                    <a:pt x="496557" y="616381"/>
                  </a:lnTo>
                  <a:lnTo>
                    <a:pt x="419227" y="616381"/>
                  </a:lnTo>
                  <a:lnTo>
                    <a:pt x="411873" y="614667"/>
                  </a:lnTo>
                  <a:lnTo>
                    <a:pt x="405485" y="610146"/>
                  </a:lnTo>
                  <a:lnTo>
                    <a:pt x="400989" y="603758"/>
                  </a:lnTo>
                  <a:lnTo>
                    <a:pt x="399288" y="596417"/>
                  </a:lnTo>
                  <a:lnTo>
                    <a:pt x="400989" y="589089"/>
                  </a:lnTo>
                  <a:lnTo>
                    <a:pt x="405485" y="582701"/>
                  </a:lnTo>
                  <a:lnTo>
                    <a:pt x="411873" y="578180"/>
                  </a:lnTo>
                  <a:lnTo>
                    <a:pt x="419227" y="576453"/>
                  </a:lnTo>
                  <a:lnTo>
                    <a:pt x="476631" y="576453"/>
                  </a:lnTo>
                  <a:lnTo>
                    <a:pt x="476631" y="556488"/>
                  </a:lnTo>
                  <a:lnTo>
                    <a:pt x="473532" y="540778"/>
                  </a:lnTo>
                  <a:lnTo>
                    <a:pt x="465048" y="528104"/>
                  </a:lnTo>
                  <a:lnTo>
                    <a:pt x="452348" y="519645"/>
                  </a:lnTo>
                  <a:lnTo>
                    <a:pt x="436626" y="516559"/>
                  </a:lnTo>
                  <a:lnTo>
                    <a:pt x="239522" y="516559"/>
                  </a:lnTo>
                  <a:lnTo>
                    <a:pt x="223799" y="519645"/>
                  </a:lnTo>
                  <a:lnTo>
                    <a:pt x="211150" y="528104"/>
                  </a:lnTo>
                  <a:lnTo>
                    <a:pt x="202704" y="540778"/>
                  </a:lnTo>
                  <a:lnTo>
                    <a:pt x="199644" y="556488"/>
                  </a:lnTo>
                  <a:lnTo>
                    <a:pt x="199644" y="576453"/>
                  </a:lnTo>
                  <a:lnTo>
                    <a:pt x="259461" y="576453"/>
                  </a:lnTo>
                  <a:lnTo>
                    <a:pt x="266801" y="578180"/>
                  </a:lnTo>
                  <a:lnTo>
                    <a:pt x="273189" y="582701"/>
                  </a:lnTo>
                  <a:lnTo>
                    <a:pt x="277685" y="589089"/>
                  </a:lnTo>
                  <a:lnTo>
                    <a:pt x="279387" y="596417"/>
                  </a:lnTo>
                  <a:lnTo>
                    <a:pt x="277685" y="603758"/>
                  </a:lnTo>
                  <a:lnTo>
                    <a:pt x="273189" y="610146"/>
                  </a:lnTo>
                  <a:lnTo>
                    <a:pt x="266801" y="614667"/>
                  </a:lnTo>
                  <a:lnTo>
                    <a:pt x="259461" y="616381"/>
                  </a:lnTo>
                  <a:lnTo>
                    <a:pt x="179578" y="616381"/>
                  </a:lnTo>
                  <a:lnTo>
                    <a:pt x="172275" y="618109"/>
                  </a:lnTo>
                  <a:lnTo>
                    <a:pt x="165887" y="622630"/>
                  </a:lnTo>
                  <a:lnTo>
                    <a:pt x="161353" y="629018"/>
                  </a:lnTo>
                  <a:lnTo>
                    <a:pt x="159639" y="636346"/>
                  </a:lnTo>
                  <a:lnTo>
                    <a:pt x="159639" y="656310"/>
                  </a:lnTo>
                  <a:lnTo>
                    <a:pt x="161353" y="663651"/>
                  </a:lnTo>
                  <a:lnTo>
                    <a:pt x="165887" y="670039"/>
                  </a:lnTo>
                  <a:lnTo>
                    <a:pt x="172275" y="674560"/>
                  </a:lnTo>
                  <a:lnTo>
                    <a:pt x="179578" y="676287"/>
                  </a:lnTo>
                  <a:lnTo>
                    <a:pt x="496570" y="676287"/>
                  </a:lnTo>
                  <a:lnTo>
                    <a:pt x="503910" y="674560"/>
                  </a:lnTo>
                  <a:lnTo>
                    <a:pt x="510298" y="670039"/>
                  </a:lnTo>
                  <a:lnTo>
                    <a:pt x="514794" y="663651"/>
                  </a:lnTo>
                  <a:lnTo>
                    <a:pt x="516509" y="656310"/>
                  </a:lnTo>
                  <a:lnTo>
                    <a:pt x="516509" y="636346"/>
                  </a:lnTo>
                  <a:close/>
                </a:path>
                <a:path w="676275" h="676910">
                  <a:moveTo>
                    <a:pt x="676275" y="117284"/>
                  </a:moveTo>
                  <a:lnTo>
                    <a:pt x="670153" y="85864"/>
                  </a:lnTo>
                  <a:lnTo>
                    <a:pt x="664565" y="77355"/>
                  </a:lnTo>
                  <a:lnTo>
                    <a:pt x="653503" y="60515"/>
                  </a:lnTo>
                  <a:lnTo>
                    <a:pt x="638810" y="50406"/>
                  </a:lnTo>
                  <a:lnTo>
                    <a:pt x="638810" y="117284"/>
                  </a:lnTo>
                  <a:lnTo>
                    <a:pt x="638810" y="184658"/>
                  </a:lnTo>
                  <a:lnTo>
                    <a:pt x="618871" y="219595"/>
                  </a:lnTo>
                  <a:lnTo>
                    <a:pt x="556387" y="259524"/>
                  </a:lnTo>
                  <a:lnTo>
                    <a:pt x="556387" y="117284"/>
                  </a:lnTo>
                  <a:lnTo>
                    <a:pt x="582790" y="80441"/>
                  </a:lnTo>
                  <a:lnTo>
                    <a:pt x="598932" y="77355"/>
                  </a:lnTo>
                  <a:lnTo>
                    <a:pt x="614591" y="80441"/>
                  </a:lnTo>
                  <a:lnTo>
                    <a:pt x="627253" y="88900"/>
                  </a:lnTo>
                  <a:lnTo>
                    <a:pt x="635711" y="101574"/>
                  </a:lnTo>
                  <a:lnTo>
                    <a:pt x="638810" y="117284"/>
                  </a:lnTo>
                  <a:lnTo>
                    <a:pt x="638810" y="50406"/>
                  </a:lnTo>
                  <a:lnTo>
                    <a:pt x="638098" y="49911"/>
                  </a:lnTo>
                  <a:lnTo>
                    <a:pt x="628904" y="43599"/>
                  </a:lnTo>
                  <a:lnTo>
                    <a:pt x="598932" y="37426"/>
                  </a:lnTo>
                  <a:lnTo>
                    <a:pt x="588060" y="38328"/>
                  </a:lnTo>
                  <a:lnTo>
                    <a:pt x="577659" y="40868"/>
                  </a:lnTo>
                  <a:lnTo>
                    <a:pt x="567245" y="44805"/>
                  </a:lnTo>
                  <a:lnTo>
                    <a:pt x="556387" y="49911"/>
                  </a:lnTo>
                  <a:lnTo>
                    <a:pt x="556387" y="19964"/>
                  </a:lnTo>
                  <a:lnTo>
                    <a:pt x="554672" y="12636"/>
                  </a:lnTo>
                  <a:lnTo>
                    <a:pt x="550176" y="6248"/>
                  </a:lnTo>
                  <a:lnTo>
                    <a:pt x="543788" y="1727"/>
                  </a:lnTo>
                  <a:lnTo>
                    <a:pt x="536448" y="0"/>
                  </a:lnTo>
                  <a:lnTo>
                    <a:pt x="457403" y="0"/>
                  </a:lnTo>
                  <a:lnTo>
                    <a:pt x="457403" y="174294"/>
                  </a:lnTo>
                  <a:lnTo>
                    <a:pt x="451612" y="184658"/>
                  </a:lnTo>
                  <a:lnTo>
                    <a:pt x="409194" y="224586"/>
                  </a:lnTo>
                  <a:lnTo>
                    <a:pt x="419227" y="281990"/>
                  </a:lnTo>
                  <a:lnTo>
                    <a:pt x="418871" y="290804"/>
                  </a:lnTo>
                  <a:lnTo>
                    <a:pt x="414820" y="298208"/>
                  </a:lnTo>
                  <a:lnTo>
                    <a:pt x="407987" y="303745"/>
                  </a:lnTo>
                  <a:lnTo>
                    <a:pt x="399288" y="306946"/>
                  </a:lnTo>
                  <a:lnTo>
                    <a:pt x="394208" y="306946"/>
                  </a:lnTo>
                  <a:lnTo>
                    <a:pt x="391795" y="304444"/>
                  </a:lnTo>
                  <a:lnTo>
                    <a:pt x="339344" y="276999"/>
                  </a:lnTo>
                  <a:lnTo>
                    <a:pt x="286893" y="304444"/>
                  </a:lnTo>
                  <a:lnTo>
                    <a:pt x="284480" y="306946"/>
                  </a:lnTo>
                  <a:lnTo>
                    <a:pt x="276987" y="306946"/>
                  </a:lnTo>
                  <a:lnTo>
                    <a:pt x="268262" y="305155"/>
                  </a:lnTo>
                  <a:lnTo>
                    <a:pt x="261391" y="300088"/>
                  </a:lnTo>
                  <a:lnTo>
                    <a:pt x="257340" y="292214"/>
                  </a:lnTo>
                  <a:lnTo>
                    <a:pt x="257048" y="281990"/>
                  </a:lnTo>
                  <a:lnTo>
                    <a:pt x="260921" y="259524"/>
                  </a:lnTo>
                  <a:lnTo>
                    <a:pt x="266954" y="224586"/>
                  </a:lnTo>
                  <a:lnTo>
                    <a:pt x="222123" y="179666"/>
                  </a:lnTo>
                  <a:lnTo>
                    <a:pt x="219583" y="172186"/>
                  </a:lnTo>
                  <a:lnTo>
                    <a:pt x="222123" y="164706"/>
                  </a:lnTo>
                  <a:lnTo>
                    <a:pt x="224536" y="157213"/>
                  </a:lnTo>
                  <a:lnTo>
                    <a:pt x="229489" y="152222"/>
                  </a:lnTo>
                  <a:lnTo>
                    <a:pt x="236982" y="149733"/>
                  </a:lnTo>
                  <a:lnTo>
                    <a:pt x="294386" y="142240"/>
                  </a:lnTo>
                  <a:lnTo>
                    <a:pt x="321818" y="89839"/>
                  </a:lnTo>
                  <a:lnTo>
                    <a:pt x="324358" y="82346"/>
                  </a:lnTo>
                  <a:lnTo>
                    <a:pt x="331851" y="79857"/>
                  </a:lnTo>
                  <a:lnTo>
                    <a:pt x="346837" y="79857"/>
                  </a:lnTo>
                  <a:lnTo>
                    <a:pt x="354330" y="82346"/>
                  </a:lnTo>
                  <a:lnTo>
                    <a:pt x="356870" y="89839"/>
                  </a:lnTo>
                  <a:lnTo>
                    <a:pt x="381762" y="142240"/>
                  </a:lnTo>
                  <a:lnTo>
                    <a:pt x="441706" y="149733"/>
                  </a:lnTo>
                  <a:lnTo>
                    <a:pt x="451269" y="154495"/>
                  </a:lnTo>
                  <a:lnTo>
                    <a:pt x="456895" y="163461"/>
                  </a:lnTo>
                  <a:lnTo>
                    <a:pt x="457301" y="172186"/>
                  </a:lnTo>
                  <a:lnTo>
                    <a:pt x="457403" y="174294"/>
                  </a:lnTo>
                  <a:lnTo>
                    <a:pt x="457403" y="0"/>
                  </a:lnTo>
                  <a:lnTo>
                    <a:pt x="139700" y="0"/>
                  </a:lnTo>
                  <a:lnTo>
                    <a:pt x="132346" y="1727"/>
                  </a:lnTo>
                  <a:lnTo>
                    <a:pt x="125958" y="6248"/>
                  </a:lnTo>
                  <a:lnTo>
                    <a:pt x="121462" y="12636"/>
                  </a:lnTo>
                  <a:lnTo>
                    <a:pt x="119761" y="19964"/>
                  </a:lnTo>
                  <a:lnTo>
                    <a:pt x="119761" y="49911"/>
                  </a:lnTo>
                  <a:lnTo>
                    <a:pt x="119761" y="117284"/>
                  </a:lnTo>
                  <a:lnTo>
                    <a:pt x="119761" y="259524"/>
                  </a:lnTo>
                  <a:lnTo>
                    <a:pt x="57404" y="219595"/>
                  </a:lnTo>
                  <a:lnTo>
                    <a:pt x="50431" y="213093"/>
                  </a:lnTo>
                  <a:lnTo>
                    <a:pt x="44869" y="204939"/>
                  </a:lnTo>
                  <a:lnTo>
                    <a:pt x="41198" y="195389"/>
                  </a:lnTo>
                  <a:lnTo>
                    <a:pt x="39878" y="184658"/>
                  </a:lnTo>
                  <a:lnTo>
                    <a:pt x="39878" y="117284"/>
                  </a:lnTo>
                  <a:lnTo>
                    <a:pt x="42964" y="101574"/>
                  </a:lnTo>
                  <a:lnTo>
                    <a:pt x="51435" y="88900"/>
                  </a:lnTo>
                  <a:lnTo>
                    <a:pt x="64084" y="80441"/>
                  </a:lnTo>
                  <a:lnTo>
                    <a:pt x="79756" y="77355"/>
                  </a:lnTo>
                  <a:lnTo>
                    <a:pt x="95478" y="80441"/>
                  </a:lnTo>
                  <a:lnTo>
                    <a:pt x="108178" y="88900"/>
                  </a:lnTo>
                  <a:lnTo>
                    <a:pt x="116662" y="101574"/>
                  </a:lnTo>
                  <a:lnTo>
                    <a:pt x="119761" y="117284"/>
                  </a:lnTo>
                  <a:lnTo>
                    <a:pt x="119761" y="49911"/>
                  </a:lnTo>
                  <a:lnTo>
                    <a:pt x="110020" y="45161"/>
                  </a:lnTo>
                  <a:lnTo>
                    <a:pt x="99796" y="41808"/>
                  </a:lnTo>
                  <a:lnTo>
                    <a:pt x="89560" y="39382"/>
                  </a:lnTo>
                  <a:lnTo>
                    <a:pt x="79756" y="37426"/>
                  </a:lnTo>
                  <a:lnTo>
                    <a:pt x="48374" y="43599"/>
                  </a:lnTo>
                  <a:lnTo>
                    <a:pt x="23063" y="60515"/>
                  </a:lnTo>
                  <a:lnTo>
                    <a:pt x="6146" y="85864"/>
                  </a:lnTo>
                  <a:lnTo>
                    <a:pt x="0" y="117284"/>
                  </a:lnTo>
                  <a:lnTo>
                    <a:pt x="0" y="184658"/>
                  </a:lnTo>
                  <a:lnTo>
                    <a:pt x="9029" y="223037"/>
                  </a:lnTo>
                  <a:lnTo>
                    <a:pt x="34925" y="252044"/>
                  </a:lnTo>
                  <a:lnTo>
                    <a:pt x="129667" y="311924"/>
                  </a:lnTo>
                  <a:lnTo>
                    <a:pt x="129667" y="314426"/>
                  </a:lnTo>
                  <a:lnTo>
                    <a:pt x="143751" y="342938"/>
                  </a:lnTo>
                  <a:lnTo>
                    <a:pt x="163677" y="368401"/>
                  </a:lnTo>
                  <a:lnTo>
                    <a:pt x="189687" y="390588"/>
                  </a:lnTo>
                  <a:lnTo>
                    <a:pt x="221996" y="409257"/>
                  </a:lnTo>
                  <a:lnTo>
                    <a:pt x="242506" y="422592"/>
                  </a:lnTo>
                  <a:lnTo>
                    <a:pt x="258826" y="439204"/>
                  </a:lnTo>
                  <a:lnTo>
                    <a:pt x="270459" y="457682"/>
                  </a:lnTo>
                  <a:lnTo>
                    <a:pt x="276987" y="476631"/>
                  </a:lnTo>
                  <a:lnTo>
                    <a:pt x="399288" y="476631"/>
                  </a:lnTo>
                  <a:lnTo>
                    <a:pt x="414223" y="437337"/>
                  </a:lnTo>
                  <a:lnTo>
                    <a:pt x="444119" y="409257"/>
                  </a:lnTo>
                  <a:lnTo>
                    <a:pt x="477685" y="388480"/>
                  </a:lnTo>
                  <a:lnTo>
                    <a:pt x="506539" y="366522"/>
                  </a:lnTo>
                  <a:lnTo>
                    <a:pt x="529767" y="342239"/>
                  </a:lnTo>
                  <a:lnTo>
                    <a:pt x="546481" y="314426"/>
                  </a:lnTo>
                  <a:lnTo>
                    <a:pt x="549021" y="314426"/>
                  </a:lnTo>
                  <a:lnTo>
                    <a:pt x="549021" y="311924"/>
                  </a:lnTo>
                  <a:lnTo>
                    <a:pt x="556691" y="306946"/>
                  </a:lnTo>
                  <a:lnTo>
                    <a:pt x="629805" y="259524"/>
                  </a:lnTo>
                  <a:lnTo>
                    <a:pt x="641350" y="252044"/>
                  </a:lnTo>
                  <a:lnTo>
                    <a:pt x="656234" y="239064"/>
                  </a:lnTo>
                  <a:lnTo>
                    <a:pt x="667194" y="223037"/>
                  </a:lnTo>
                  <a:lnTo>
                    <a:pt x="673849" y="204939"/>
                  </a:lnTo>
                  <a:lnTo>
                    <a:pt x="673950" y="204673"/>
                  </a:lnTo>
                  <a:lnTo>
                    <a:pt x="676275" y="184658"/>
                  </a:lnTo>
                  <a:lnTo>
                    <a:pt x="676275" y="117284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76983" y="4154741"/>
              <a:ext cx="112268" cy="10730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0339997" y="3587508"/>
            <a:ext cx="1533525" cy="1524000"/>
            <a:chOff x="10339997" y="3587508"/>
            <a:chExt cx="1533525" cy="1524000"/>
          </a:xfrm>
        </p:grpSpPr>
        <p:sp>
          <p:nvSpPr>
            <p:cNvPr id="22" name="object 22"/>
            <p:cNvSpPr/>
            <p:nvPr/>
          </p:nvSpPr>
          <p:spPr>
            <a:xfrm>
              <a:off x="10339997" y="3587508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80731" y="0"/>
                  </a:moveTo>
                  <a:lnTo>
                    <a:pt x="255143" y="0"/>
                  </a:lnTo>
                  <a:lnTo>
                    <a:pt x="208840" y="4133"/>
                  </a:lnTo>
                  <a:lnTo>
                    <a:pt x="165441" y="16038"/>
                  </a:lnTo>
                  <a:lnTo>
                    <a:pt x="125624" y="34976"/>
                  </a:lnTo>
                  <a:lnTo>
                    <a:pt x="90069" y="60206"/>
                  </a:lnTo>
                  <a:lnTo>
                    <a:pt x="59456" y="90987"/>
                  </a:lnTo>
                  <a:lnTo>
                    <a:pt x="34463" y="126580"/>
                  </a:lnTo>
                  <a:lnTo>
                    <a:pt x="15769" y="166244"/>
                  </a:lnTo>
                  <a:lnTo>
                    <a:pt x="4055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4138" y="1315406"/>
                  </a:lnTo>
                  <a:lnTo>
                    <a:pt x="16059" y="1358753"/>
                  </a:lnTo>
                  <a:lnTo>
                    <a:pt x="35021" y="1398522"/>
                  </a:lnTo>
                  <a:lnTo>
                    <a:pt x="60284" y="1434034"/>
                  </a:lnTo>
                  <a:lnTo>
                    <a:pt x="91104" y="1464612"/>
                  </a:lnTo>
                  <a:lnTo>
                    <a:pt x="126742" y="1489576"/>
                  </a:lnTo>
                  <a:lnTo>
                    <a:pt x="166455" y="1508248"/>
                  </a:lnTo>
                  <a:lnTo>
                    <a:pt x="209502" y="1519948"/>
                  </a:lnTo>
                  <a:lnTo>
                    <a:pt x="255143" y="1524000"/>
                  </a:lnTo>
                  <a:lnTo>
                    <a:pt x="1280731" y="1524000"/>
                  </a:lnTo>
                  <a:lnTo>
                    <a:pt x="1326289" y="1519866"/>
                  </a:lnTo>
                  <a:lnTo>
                    <a:pt x="1369108" y="1507959"/>
                  </a:lnTo>
                  <a:lnTo>
                    <a:pt x="1408489" y="1489020"/>
                  </a:lnTo>
                  <a:lnTo>
                    <a:pt x="1443731" y="1463788"/>
                  </a:lnTo>
                  <a:lnTo>
                    <a:pt x="1474136" y="1433005"/>
                  </a:lnTo>
                  <a:lnTo>
                    <a:pt x="1499002" y="1397410"/>
                  </a:lnTo>
                  <a:lnTo>
                    <a:pt x="1517630" y="1357744"/>
                  </a:lnTo>
                  <a:lnTo>
                    <a:pt x="1529320" y="1314748"/>
                  </a:lnTo>
                  <a:lnTo>
                    <a:pt x="1533372" y="1269161"/>
                  </a:lnTo>
                  <a:lnTo>
                    <a:pt x="1533372" y="254825"/>
                  </a:lnTo>
                  <a:lnTo>
                    <a:pt x="1529776" y="204939"/>
                  </a:lnTo>
                  <a:lnTo>
                    <a:pt x="1515860" y="157392"/>
                  </a:lnTo>
                  <a:lnTo>
                    <a:pt x="1492565" y="113591"/>
                  </a:lnTo>
                  <a:lnTo>
                    <a:pt x="1460830" y="74942"/>
                  </a:lnTo>
                  <a:lnTo>
                    <a:pt x="1422138" y="43205"/>
                  </a:lnTo>
                  <a:lnTo>
                    <a:pt x="1378286" y="19669"/>
                  </a:lnTo>
                  <a:lnTo>
                    <a:pt x="1330681" y="5033"/>
                  </a:lnTo>
                  <a:lnTo>
                    <a:pt x="1280731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30001" y="4568863"/>
              <a:ext cx="105841" cy="798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830001" y="4012514"/>
              <a:ext cx="561975" cy="676275"/>
            </a:xfrm>
            <a:custGeom>
              <a:avLst/>
              <a:gdLst/>
              <a:ahLst/>
              <a:cxnLst/>
              <a:rect l="l" t="t" r="r" b="b"/>
              <a:pathLst>
                <a:path w="561975" h="676275">
                  <a:moveTo>
                    <a:pt x="400697" y="117246"/>
                  </a:moveTo>
                  <a:lnTo>
                    <a:pt x="0" y="117246"/>
                  </a:lnTo>
                  <a:lnTo>
                    <a:pt x="0" y="516432"/>
                  </a:lnTo>
                  <a:lnTo>
                    <a:pt x="80645" y="516432"/>
                  </a:lnTo>
                  <a:lnTo>
                    <a:pt x="80645" y="456552"/>
                  </a:lnTo>
                  <a:lnTo>
                    <a:pt x="84340" y="425018"/>
                  </a:lnTo>
                  <a:lnTo>
                    <a:pt x="95123" y="395122"/>
                  </a:lnTo>
                  <a:lnTo>
                    <a:pt x="112534" y="368490"/>
                  </a:lnTo>
                  <a:lnTo>
                    <a:pt x="136080" y="346773"/>
                  </a:lnTo>
                  <a:lnTo>
                    <a:pt x="161290" y="326821"/>
                  </a:lnTo>
                  <a:lnTo>
                    <a:pt x="161290" y="229514"/>
                  </a:lnTo>
                  <a:lnTo>
                    <a:pt x="166598" y="202819"/>
                  </a:lnTo>
                  <a:lnTo>
                    <a:pt x="181127" y="180555"/>
                  </a:lnTo>
                  <a:lnTo>
                    <a:pt x="202742" y="165315"/>
                  </a:lnTo>
                  <a:lnTo>
                    <a:pt x="229323" y="159651"/>
                  </a:lnTo>
                  <a:lnTo>
                    <a:pt x="256298" y="164960"/>
                  </a:lnTo>
                  <a:lnTo>
                    <a:pt x="278777" y="179616"/>
                  </a:lnTo>
                  <a:lnTo>
                    <a:pt x="294182" y="201764"/>
                  </a:lnTo>
                  <a:lnTo>
                    <a:pt x="299897" y="229514"/>
                  </a:lnTo>
                  <a:lnTo>
                    <a:pt x="299897" y="244487"/>
                  </a:lnTo>
                  <a:lnTo>
                    <a:pt x="307441" y="241261"/>
                  </a:lnTo>
                  <a:lnTo>
                    <a:pt x="315010" y="239191"/>
                  </a:lnTo>
                  <a:lnTo>
                    <a:pt x="322567" y="238531"/>
                  </a:lnTo>
                  <a:lnTo>
                    <a:pt x="330136" y="239496"/>
                  </a:lnTo>
                  <a:lnTo>
                    <a:pt x="352094" y="242697"/>
                  </a:lnTo>
                  <a:lnTo>
                    <a:pt x="371703" y="251980"/>
                  </a:lnTo>
                  <a:lnTo>
                    <a:pt x="387527" y="266865"/>
                  </a:lnTo>
                  <a:lnTo>
                    <a:pt x="398170" y="286905"/>
                  </a:lnTo>
                  <a:lnTo>
                    <a:pt x="400697" y="286905"/>
                  </a:lnTo>
                  <a:lnTo>
                    <a:pt x="400697" y="238531"/>
                  </a:lnTo>
                  <a:lnTo>
                    <a:pt x="400697" y="159651"/>
                  </a:lnTo>
                  <a:lnTo>
                    <a:pt x="400697" y="117246"/>
                  </a:lnTo>
                  <a:close/>
                </a:path>
                <a:path w="561975" h="676275">
                  <a:moveTo>
                    <a:pt x="400697" y="57365"/>
                  </a:moveTo>
                  <a:lnTo>
                    <a:pt x="395846" y="34366"/>
                  </a:lnTo>
                  <a:lnTo>
                    <a:pt x="382739" y="15582"/>
                  </a:lnTo>
                  <a:lnTo>
                    <a:pt x="363474" y="3340"/>
                  </a:lnTo>
                  <a:lnTo>
                    <a:pt x="340207" y="0"/>
                  </a:lnTo>
                  <a:lnTo>
                    <a:pt x="60477" y="0"/>
                  </a:lnTo>
                  <a:lnTo>
                    <a:pt x="37198" y="4749"/>
                  </a:lnTo>
                  <a:lnTo>
                    <a:pt x="17945" y="17462"/>
                  </a:lnTo>
                  <a:lnTo>
                    <a:pt x="4838" y="35775"/>
                  </a:lnTo>
                  <a:lnTo>
                    <a:pt x="0" y="57365"/>
                  </a:lnTo>
                  <a:lnTo>
                    <a:pt x="0" y="77330"/>
                  </a:lnTo>
                  <a:lnTo>
                    <a:pt x="400697" y="77330"/>
                  </a:lnTo>
                  <a:lnTo>
                    <a:pt x="400697" y="57365"/>
                  </a:lnTo>
                  <a:close/>
                </a:path>
                <a:path w="561975" h="676275">
                  <a:moveTo>
                    <a:pt x="561975" y="386689"/>
                  </a:moveTo>
                  <a:lnTo>
                    <a:pt x="559727" y="374650"/>
                  </a:lnTo>
                  <a:lnTo>
                    <a:pt x="553466" y="365175"/>
                  </a:lnTo>
                  <a:lnTo>
                    <a:pt x="543902" y="358978"/>
                  </a:lnTo>
                  <a:lnTo>
                    <a:pt x="531736" y="356755"/>
                  </a:lnTo>
                  <a:lnTo>
                    <a:pt x="519557" y="358978"/>
                  </a:lnTo>
                  <a:lnTo>
                    <a:pt x="509993" y="365175"/>
                  </a:lnTo>
                  <a:lnTo>
                    <a:pt x="503732" y="374650"/>
                  </a:lnTo>
                  <a:lnTo>
                    <a:pt x="501497" y="386689"/>
                  </a:lnTo>
                  <a:lnTo>
                    <a:pt x="501497" y="456552"/>
                  </a:lnTo>
                  <a:lnTo>
                    <a:pt x="499757" y="463892"/>
                  </a:lnTo>
                  <a:lnTo>
                    <a:pt x="495185" y="470281"/>
                  </a:lnTo>
                  <a:lnTo>
                    <a:pt x="488734" y="474802"/>
                  </a:lnTo>
                  <a:lnTo>
                    <a:pt x="481330" y="476516"/>
                  </a:lnTo>
                  <a:lnTo>
                    <a:pt x="473925" y="474802"/>
                  </a:lnTo>
                  <a:lnTo>
                    <a:pt x="467474" y="470281"/>
                  </a:lnTo>
                  <a:lnTo>
                    <a:pt x="462902" y="463892"/>
                  </a:lnTo>
                  <a:lnTo>
                    <a:pt x="461175" y="456552"/>
                  </a:lnTo>
                  <a:lnTo>
                    <a:pt x="461175" y="436587"/>
                  </a:lnTo>
                  <a:lnTo>
                    <a:pt x="461175" y="346773"/>
                  </a:lnTo>
                  <a:lnTo>
                    <a:pt x="458927" y="334733"/>
                  </a:lnTo>
                  <a:lnTo>
                    <a:pt x="452666" y="325259"/>
                  </a:lnTo>
                  <a:lnTo>
                    <a:pt x="443103" y="319062"/>
                  </a:lnTo>
                  <a:lnTo>
                    <a:pt x="430936" y="316839"/>
                  </a:lnTo>
                  <a:lnTo>
                    <a:pt x="418757" y="319062"/>
                  </a:lnTo>
                  <a:lnTo>
                    <a:pt x="409181" y="325259"/>
                  </a:lnTo>
                  <a:lnTo>
                    <a:pt x="402920" y="334733"/>
                  </a:lnTo>
                  <a:lnTo>
                    <a:pt x="400685" y="346773"/>
                  </a:lnTo>
                  <a:lnTo>
                    <a:pt x="400685" y="416636"/>
                  </a:lnTo>
                  <a:lnTo>
                    <a:pt x="398945" y="423976"/>
                  </a:lnTo>
                  <a:lnTo>
                    <a:pt x="394385" y="430364"/>
                  </a:lnTo>
                  <a:lnTo>
                    <a:pt x="387921" y="434886"/>
                  </a:lnTo>
                  <a:lnTo>
                    <a:pt x="380530" y="436587"/>
                  </a:lnTo>
                  <a:lnTo>
                    <a:pt x="373126" y="434886"/>
                  </a:lnTo>
                  <a:lnTo>
                    <a:pt x="366661" y="430364"/>
                  </a:lnTo>
                  <a:lnTo>
                    <a:pt x="362102" y="423976"/>
                  </a:lnTo>
                  <a:lnTo>
                    <a:pt x="360375" y="416636"/>
                  </a:lnTo>
                  <a:lnTo>
                    <a:pt x="360375" y="306857"/>
                  </a:lnTo>
                  <a:lnTo>
                    <a:pt x="358127" y="294817"/>
                  </a:lnTo>
                  <a:lnTo>
                    <a:pt x="351853" y="285343"/>
                  </a:lnTo>
                  <a:lnTo>
                    <a:pt x="342290" y="279146"/>
                  </a:lnTo>
                  <a:lnTo>
                    <a:pt x="330123" y="276923"/>
                  </a:lnTo>
                  <a:lnTo>
                    <a:pt x="317944" y="279146"/>
                  </a:lnTo>
                  <a:lnTo>
                    <a:pt x="308381" y="285343"/>
                  </a:lnTo>
                  <a:lnTo>
                    <a:pt x="302120" y="294817"/>
                  </a:lnTo>
                  <a:lnTo>
                    <a:pt x="299885" y="306857"/>
                  </a:lnTo>
                  <a:lnTo>
                    <a:pt x="299885" y="416636"/>
                  </a:lnTo>
                  <a:lnTo>
                    <a:pt x="298145" y="423976"/>
                  </a:lnTo>
                  <a:lnTo>
                    <a:pt x="293573" y="430364"/>
                  </a:lnTo>
                  <a:lnTo>
                    <a:pt x="287121" y="434886"/>
                  </a:lnTo>
                  <a:lnTo>
                    <a:pt x="279730" y="436587"/>
                  </a:lnTo>
                  <a:lnTo>
                    <a:pt x="272313" y="434886"/>
                  </a:lnTo>
                  <a:lnTo>
                    <a:pt x="265861" y="430364"/>
                  </a:lnTo>
                  <a:lnTo>
                    <a:pt x="261289" y="423976"/>
                  </a:lnTo>
                  <a:lnTo>
                    <a:pt x="259562" y="416636"/>
                  </a:lnTo>
                  <a:lnTo>
                    <a:pt x="259562" y="229514"/>
                  </a:lnTo>
                  <a:lnTo>
                    <a:pt x="257314" y="217474"/>
                  </a:lnTo>
                  <a:lnTo>
                    <a:pt x="251053" y="208000"/>
                  </a:lnTo>
                  <a:lnTo>
                    <a:pt x="241490" y="201803"/>
                  </a:lnTo>
                  <a:lnTo>
                    <a:pt x="229323" y="199580"/>
                  </a:lnTo>
                  <a:lnTo>
                    <a:pt x="217144" y="201803"/>
                  </a:lnTo>
                  <a:lnTo>
                    <a:pt x="207581" y="208000"/>
                  </a:lnTo>
                  <a:lnTo>
                    <a:pt x="201320" y="217474"/>
                  </a:lnTo>
                  <a:lnTo>
                    <a:pt x="199085" y="229514"/>
                  </a:lnTo>
                  <a:lnTo>
                    <a:pt x="199085" y="496468"/>
                  </a:lnTo>
                  <a:lnTo>
                    <a:pt x="197345" y="503809"/>
                  </a:lnTo>
                  <a:lnTo>
                    <a:pt x="192773" y="510197"/>
                  </a:lnTo>
                  <a:lnTo>
                    <a:pt x="186321" y="514718"/>
                  </a:lnTo>
                  <a:lnTo>
                    <a:pt x="178930" y="516432"/>
                  </a:lnTo>
                  <a:lnTo>
                    <a:pt x="171564" y="514718"/>
                  </a:lnTo>
                  <a:lnTo>
                    <a:pt x="165379" y="510197"/>
                  </a:lnTo>
                  <a:lnTo>
                    <a:pt x="161556" y="503809"/>
                  </a:lnTo>
                  <a:lnTo>
                    <a:pt x="161277" y="496468"/>
                  </a:lnTo>
                  <a:lnTo>
                    <a:pt x="161277" y="376707"/>
                  </a:lnTo>
                  <a:lnTo>
                    <a:pt x="144348" y="391998"/>
                  </a:lnTo>
                  <a:lnTo>
                    <a:pt x="131673" y="411022"/>
                  </a:lnTo>
                  <a:lnTo>
                    <a:pt x="123710" y="432854"/>
                  </a:lnTo>
                  <a:lnTo>
                    <a:pt x="120967" y="456552"/>
                  </a:lnTo>
                  <a:lnTo>
                    <a:pt x="120967" y="496468"/>
                  </a:lnTo>
                  <a:lnTo>
                    <a:pt x="123329" y="537565"/>
                  </a:lnTo>
                  <a:lnTo>
                    <a:pt x="130416" y="578180"/>
                  </a:lnTo>
                  <a:lnTo>
                    <a:pt x="142227" y="617867"/>
                  </a:lnTo>
                  <a:lnTo>
                    <a:pt x="158762" y="656145"/>
                  </a:lnTo>
                  <a:lnTo>
                    <a:pt x="178930" y="676097"/>
                  </a:lnTo>
                  <a:lnTo>
                    <a:pt x="501497" y="676097"/>
                  </a:lnTo>
                  <a:lnTo>
                    <a:pt x="509600" y="674738"/>
                  </a:lnTo>
                  <a:lnTo>
                    <a:pt x="515353" y="670801"/>
                  </a:lnTo>
                  <a:lnTo>
                    <a:pt x="519214" y="664527"/>
                  </a:lnTo>
                  <a:lnTo>
                    <a:pt x="521652" y="656145"/>
                  </a:lnTo>
                  <a:lnTo>
                    <a:pt x="538226" y="617867"/>
                  </a:lnTo>
                  <a:lnTo>
                    <a:pt x="550316" y="578180"/>
                  </a:lnTo>
                  <a:lnTo>
                    <a:pt x="558152" y="537565"/>
                  </a:lnTo>
                  <a:lnTo>
                    <a:pt x="560108" y="516432"/>
                  </a:lnTo>
                  <a:lnTo>
                    <a:pt x="561975" y="496468"/>
                  </a:lnTo>
                  <a:lnTo>
                    <a:pt x="561975" y="476516"/>
                  </a:lnTo>
                  <a:lnTo>
                    <a:pt x="561975" y="386689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1410944" y="5265483"/>
            <a:ext cx="15678150" cy="793115"/>
          </a:xfrm>
          <a:custGeom>
            <a:avLst/>
            <a:gdLst/>
            <a:ahLst/>
            <a:cxnLst/>
            <a:rect l="l" t="t" r="r" b="b"/>
            <a:pathLst>
              <a:path w="15678150" h="793114">
                <a:moveTo>
                  <a:pt x="15678150" y="410730"/>
                </a:moveTo>
                <a:lnTo>
                  <a:pt x="13653669" y="410730"/>
                </a:lnTo>
                <a:lnTo>
                  <a:pt x="13653669" y="7581"/>
                </a:lnTo>
                <a:lnTo>
                  <a:pt x="13606044" y="7581"/>
                </a:lnTo>
                <a:lnTo>
                  <a:pt x="13606044" y="410730"/>
                </a:lnTo>
                <a:lnTo>
                  <a:pt x="9715792" y="410730"/>
                </a:lnTo>
                <a:lnTo>
                  <a:pt x="9715792" y="0"/>
                </a:lnTo>
                <a:lnTo>
                  <a:pt x="9668167" y="0"/>
                </a:lnTo>
                <a:lnTo>
                  <a:pt x="9668167" y="410730"/>
                </a:lnTo>
                <a:lnTo>
                  <a:pt x="5793676" y="410730"/>
                </a:lnTo>
                <a:lnTo>
                  <a:pt x="5793676" y="11874"/>
                </a:lnTo>
                <a:lnTo>
                  <a:pt x="5746051" y="11874"/>
                </a:lnTo>
                <a:lnTo>
                  <a:pt x="5746051" y="410730"/>
                </a:lnTo>
                <a:lnTo>
                  <a:pt x="1841728" y="410730"/>
                </a:lnTo>
                <a:lnTo>
                  <a:pt x="1841728" y="7302"/>
                </a:lnTo>
                <a:lnTo>
                  <a:pt x="1794103" y="7302"/>
                </a:lnTo>
                <a:lnTo>
                  <a:pt x="1794103" y="410730"/>
                </a:lnTo>
                <a:lnTo>
                  <a:pt x="0" y="410730"/>
                </a:lnTo>
                <a:lnTo>
                  <a:pt x="0" y="458355"/>
                </a:lnTo>
                <a:lnTo>
                  <a:pt x="1794103" y="458355"/>
                </a:lnTo>
                <a:lnTo>
                  <a:pt x="1794103" y="788352"/>
                </a:lnTo>
                <a:lnTo>
                  <a:pt x="1841728" y="788352"/>
                </a:lnTo>
                <a:lnTo>
                  <a:pt x="1841728" y="458355"/>
                </a:lnTo>
                <a:lnTo>
                  <a:pt x="5746051" y="458355"/>
                </a:lnTo>
                <a:lnTo>
                  <a:pt x="5746051" y="792924"/>
                </a:lnTo>
                <a:lnTo>
                  <a:pt x="5793676" y="792924"/>
                </a:lnTo>
                <a:lnTo>
                  <a:pt x="5793676" y="458355"/>
                </a:lnTo>
                <a:lnTo>
                  <a:pt x="9668167" y="458355"/>
                </a:lnTo>
                <a:lnTo>
                  <a:pt x="9668167" y="781050"/>
                </a:lnTo>
                <a:lnTo>
                  <a:pt x="9715792" y="781050"/>
                </a:lnTo>
                <a:lnTo>
                  <a:pt x="9715792" y="458355"/>
                </a:lnTo>
                <a:lnTo>
                  <a:pt x="13606044" y="458355"/>
                </a:lnTo>
                <a:lnTo>
                  <a:pt x="13606044" y="788631"/>
                </a:lnTo>
                <a:lnTo>
                  <a:pt x="13653669" y="788631"/>
                </a:lnTo>
                <a:lnTo>
                  <a:pt x="13653669" y="458355"/>
                </a:lnTo>
                <a:lnTo>
                  <a:pt x="15678150" y="458355"/>
                </a:lnTo>
                <a:lnTo>
                  <a:pt x="15678150" y="41073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130" dirty="0"/>
              <a:t>philosophy</a:t>
            </a:r>
          </a:p>
        </p:txBody>
      </p:sp>
      <p:sp>
        <p:nvSpPr>
          <p:cNvPr id="3" name="object 3"/>
          <p:cNvSpPr/>
          <p:nvPr/>
        </p:nvSpPr>
        <p:spPr>
          <a:xfrm>
            <a:off x="6685000" y="2427503"/>
            <a:ext cx="4914900" cy="6724650"/>
          </a:xfrm>
          <a:custGeom>
            <a:avLst/>
            <a:gdLst/>
            <a:ahLst/>
            <a:cxnLst/>
            <a:rect l="l" t="t" r="r" b="b"/>
            <a:pathLst>
              <a:path w="4914900" h="6724650">
                <a:moveTo>
                  <a:pt x="4095330" y="0"/>
                </a:moveTo>
                <a:lnTo>
                  <a:pt x="819569" y="0"/>
                </a:lnTo>
                <a:lnTo>
                  <a:pt x="771450" y="1394"/>
                </a:lnTo>
                <a:lnTo>
                  <a:pt x="724059" y="5525"/>
                </a:lnTo>
                <a:lnTo>
                  <a:pt x="677472" y="12317"/>
                </a:lnTo>
                <a:lnTo>
                  <a:pt x="631767" y="21691"/>
                </a:lnTo>
                <a:lnTo>
                  <a:pt x="587021" y="33570"/>
                </a:lnTo>
                <a:lnTo>
                  <a:pt x="543311" y="47878"/>
                </a:lnTo>
                <a:lnTo>
                  <a:pt x="500714" y="64536"/>
                </a:lnTo>
                <a:lnTo>
                  <a:pt x="459307" y="83468"/>
                </a:lnTo>
                <a:lnTo>
                  <a:pt x="419168" y="104596"/>
                </a:lnTo>
                <a:lnTo>
                  <a:pt x="380374" y="127843"/>
                </a:lnTo>
                <a:lnTo>
                  <a:pt x="343001" y="153132"/>
                </a:lnTo>
                <a:lnTo>
                  <a:pt x="307128" y="180386"/>
                </a:lnTo>
                <a:lnTo>
                  <a:pt x="272830" y="209527"/>
                </a:lnTo>
                <a:lnTo>
                  <a:pt x="240187" y="240477"/>
                </a:lnTo>
                <a:lnTo>
                  <a:pt x="209273" y="273160"/>
                </a:lnTo>
                <a:lnTo>
                  <a:pt x="180168" y="307499"/>
                </a:lnTo>
                <a:lnTo>
                  <a:pt x="152947" y="343416"/>
                </a:lnTo>
                <a:lnTo>
                  <a:pt x="127689" y="380834"/>
                </a:lnTo>
                <a:lnTo>
                  <a:pt x="104470" y="419675"/>
                </a:lnTo>
                <a:lnTo>
                  <a:pt x="83367" y="459863"/>
                </a:lnTo>
                <a:lnTo>
                  <a:pt x="64458" y="501319"/>
                </a:lnTo>
                <a:lnTo>
                  <a:pt x="47820" y="543968"/>
                </a:lnTo>
                <a:lnTo>
                  <a:pt x="33530" y="587731"/>
                </a:lnTo>
                <a:lnTo>
                  <a:pt x="21665" y="632531"/>
                </a:lnTo>
                <a:lnTo>
                  <a:pt x="12302" y="678291"/>
                </a:lnTo>
                <a:lnTo>
                  <a:pt x="5519" y="724934"/>
                </a:lnTo>
                <a:lnTo>
                  <a:pt x="1392" y="772383"/>
                </a:lnTo>
                <a:lnTo>
                  <a:pt x="0" y="820559"/>
                </a:lnTo>
                <a:lnTo>
                  <a:pt x="0" y="5904077"/>
                </a:lnTo>
                <a:lnTo>
                  <a:pt x="1392" y="5952255"/>
                </a:lnTo>
                <a:lnTo>
                  <a:pt x="5519" y="5999705"/>
                </a:lnTo>
                <a:lnTo>
                  <a:pt x="12302" y="6046349"/>
                </a:lnTo>
                <a:lnTo>
                  <a:pt x="21665" y="6092110"/>
                </a:lnTo>
                <a:lnTo>
                  <a:pt x="33530" y="6136911"/>
                </a:lnTo>
                <a:lnTo>
                  <a:pt x="47820" y="6180675"/>
                </a:lnTo>
                <a:lnTo>
                  <a:pt x="64458" y="6223324"/>
                </a:lnTo>
                <a:lnTo>
                  <a:pt x="83367" y="6264781"/>
                </a:lnTo>
                <a:lnTo>
                  <a:pt x="104470" y="6304969"/>
                </a:lnTo>
                <a:lnTo>
                  <a:pt x="127689" y="6343811"/>
                </a:lnTo>
                <a:lnTo>
                  <a:pt x="152947" y="6381229"/>
                </a:lnTo>
                <a:lnTo>
                  <a:pt x="180168" y="6417146"/>
                </a:lnTo>
                <a:lnTo>
                  <a:pt x="209273" y="6451484"/>
                </a:lnTo>
                <a:lnTo>
                  <a:pt x="240187" y="6484168"/>
                </a:lnTo>
                <a:lnTo>
                  <a:pt x="272830" y="6515118"/>
                </a:lnTo>
                <a:lnTo>
                  <a:pt x="307128" y="6544259"/>
                </a:lnTo>
                <a:lnTo>
                  <a:pt x="343001" y="6571513"/>
                </a:lnTo>
                <a:lnTo>
                  <a:pt x="380374" y="6596801"/>
                </a:lnTo>
                <a:lnTo>
                  <a:pt x="419168" y="6620049"/>
                </a:lnTo>
                <a:lnTo>
                  <a:pt x="459307" y="6641177"/>
                </a:lnTo>
                <a:lnTo>
                  <a:pt x="500714" y="6660108"/>
                </a:lnTo>
                <a:lnTo>
                  <a:pt x="543311" y="6676767"/>
                </a:lnTo>
                <a:lnTo>
                  <a:pt x="587021" y="6691074"/>
                </a:lnTo>
                <a:lnTo>
                  <a:pt x="631767" y="6702953"/>
                </a:lnTo>
                <a:lnTo>
                  <a:pt x="677472" y="6712327"/>
                </a:lnTo>
                <a:lnTo>
                  <a:pt x="724059" y="6719119"/>
                </a:lnTo>
                <a:lnTo>
                  <a:pt x="771450" y="6723250"/>
                </a:lnTo>
                <a:lnTo>
                  <a:pt x="819569" y="6724645"/>
                </a:lnTo>
                <a:lnTo>
                  <a:pt x="4095330" y="6724645"/>
                </a:lnTo>
                <a:lnTo>
                  <a:pt x="4143449" y="6723250"/>
                </a:lnTo>
                <a:lnTo>
                  <a:pt x="4190840" y="6719119"/>
                </a:lnTo>
                <a:lnTo>
                  <a:pt x="4237427" y="6712327"/>
                </a:lnTo>
                <a:lnTo>
                  <a:pt x="4283132" y="6702953"/>
                </a:lnTo>
                <a:lnTo>
                  <a:pt x="4327878" y="6691074"/>
                </a:lnTo>
                <a:lnTo>
                  <a:pt x="4371588" y="6676767"/>
                </a:lnTo>
                <a:lnTo>
                  <a:pt x="4414185" y="6660108"/>
                </a:lnTo>
                <a:lnTo>
                  <a:pt x="4455592" y="6641177"/>
                </a:lnTo>
                <a:lnTo>
                  <a:pt x="4495731" y="6620049"/>
                </a:lnTo>
                <a:lnTo>
                  <a:pt x="4534525" y="6596801"/>
                </a:lnTo>
                <a:lnTo>
                  <a:pt x="4571898" y="6571513"/>
                </a:lnTo>
                <a:lnTo>
                  <a:pt x="4607771" y="6544259"/>
                </a:lnTo>
                <a:lnTo>
                  <a:pt x="4642069" y="6515118"/>
                </a:lnTo>
                <a:lnTo>
                  <a:pt x="4674712" y="6484168"/>
                </a:lnTo>
                <a:lnTo>
                  <a:pt x="4705626" y="6451484"/>
                </a:lnTo>
                <a:lnTo>
                  <a:pt x="4734731" y="6417146"/>
                </a:lnTo>
                <a:lnTo>
                  <a:pt x="4761952" y="6381229"/>
                </a:lnTo>
                <a:lnTo>
                  <a:pt x="4787210" y="6343811"/>
                </a:lnTo>
                <a:lnTo>
                  <a:pt x="4810429" y="6304969"/>
                </a:lnTo>
                <a:lnTo>
                  <a:pt x="4831532" y="6264781"/>
                </a:lnTo>
                <a:lnTo>
                  <a:pt x="4850441" y="6223324"/>
                </a:lnTo>
                <a:lnTo>
                  <a:pt x="4867079" y="6180675"/>
                </a:lnTo>
                <a:lnTo>
                  <a:pt x="4881369" y="6136911"/>
                </a:lnTo>
                <a:lnTo>
                  <a:pt x="4893234" y="6092110"/>
                </a:lnTo>
                <a:lnTo>
                  <a:pt x="4902597" y="6046349"/>
                </a:lnTo>
                <a:lnTo>
                  <a:pt x="4909380" y="5999705"/>
                </a:lnTo>
                <a:lnTo>
                  <a:pt x="4913507" y="5952255"/>
                </a:lnTo>
                <a:lnTo>
                  <a:pt x="4914900" y="5904077"/>
                </a:lnTo>
                <a:lnTo>
                  <a:pt x="4914900" y="820559"/>
                </a:lnTo>
                <a:lnTo>
                  <a:pt x="4913357" y="770488"/>
                </a:lnTo>
                <a:lnTo>
                  <a:pt x="4908772" y="720820"/>
                </a:lnTo>
                <a:lnTo>
                  <a:pt x="4901204" y="671692"/>
                </a:lnTo>
                <a:lnTo>
                  <a:pt x="4890716" y="623241"/>
                </a:lnTo>
                <a:lnTo>
                  <a:pt x="4877369" y="575603"/>
                </a:lnTo>
                <a:lnTo>
                  <a:pt x="4861224" y="528915"/>
                </a:lnTo>
                <a:lnTo>
                  <a:pt x="4842343" y="483312"/>
                </a:lnTo>
                <a:lnTo>
                  <a:pt x="4820787" y="438933"/>
                </a:lnTo>
                <a:lnTo>
                  <a:pt x="4796618" y="395913"/>
                </a:lnTo>
                <a:lnTo>
                  <a:pt x="4769896" y="354389"/>
                </a:lnTo>
                <a:lnTo>
                  <a:pt x="4740685" y="314497"/>
                </a:lnTo>
                <a:lnTo>
                  <a:pt x="4709043" y="276374"/>
                </a:lnTo>
                <a:lnTo>
                  <a:pt x="4675035" y="240157"/>
                </a:lnTo>
                <a:lnTo>
                  <a:pt x="4638370" y="206105"/>
                </a:lnTo>
                <a:lnTo>
                  <a:pt x="4599959" y="174425"/>
                </a:lnTo>
                <a:lnTo>
                  <a:pt x="4559917" y="145177"/>
                </a:lnTo>
                <a:lnTo>
                  <a:pt x="4518361" y="118423"/>
                </a:lnTo>
                <a:lnTo>
                  <a:pt x="4475406" y="94224"/>
                </a:lnTo>
                <a:lnTo>
                  <a:pt x="4431168" y="72642"/>
                </a:lnTo>
                <a:lnTo>
                  <a:pt x="4385764" y="53739"/>
                </a:lnTo>
                <a:lnTo>
                  <a:pt x="4339308" y="37574"/>
                </a:lnTo>
                <a:lnTo>
                  <a:pt x="4291918" y="24211"/>
                </a:lnTo>
                <a:lnTo>
                  <a:pt x="4243710" y="13711"/>
                </a:lnTo>
                <a:lnTo>
                  <a:pt x="4194798" y="6134"/>
                </a:lnTo>
                <a:lnTo>
                  <a:pt x="4145300" y="1543"/>
                </a:lnTo>
                <a:lnTo>
                  <a:pt x="409533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34010" y="5186026"/>
            <a:ext cx="3020695" cy="1804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765" algn="ctr">
              <a:lnSpc>
                <a:spcPct val="100000"/>
              </a:lnSpc>
              <a:spcBef>
                <a:spcPts val="120"/>
              </a:spcBef>
            </a:pPr>
            <a:r>
              <a:rPr sz="4900" spc="-100" dirty="0">
                <a:solidFill>
                  <a:srgbClr val="1D1D1B"/>
                </a:solidFill>
                <a:latin typeface="Arial Black"/>
                <a:cs typeface="Arial Black"/>
              </a:rPr>
              <a:t>Visiofi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ts val="2700"/>
              </a:lnSpc>
              <a:spcBef>
                <a:spcPts val="2690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68118" y="4147502"/>
            <a:ext cx="1152525" cy="609600"/>
          </a:xfrm>
          <a:custGeom>
            <a:avLst/>
            <a:gdLst/>
            <a:ahLst/>
            <a:cxnLst/>
            <a:rect l="l" t="t" r="r" b="b"/>
            <a:pathLst>
              <a:path w="1152525" h="609600">
                <a:moveTo>
                  <a:pt x="742708" y="333641"/>
                </a:moveTo>
                <a:lnTo>
                  <a:pt x="734796" y="335495"/>
                </a:lnTo>
                <a:lnTo>
                  <a:pt x="726427" y="337108"/>
                </a:lnTo>
                <a:lnTo>
                  <a:pt x="718058" y="338239"/>
                </a:lnTo>
                <a:lnTo>
                  <a:pt x="710171" y="338670"/>
                </a:lnTo>
                <a:lnTo>
                  <a:pt x="671296" y="330758"/>
                </a:lnTo>
                <a:lnTo>
                  <a:pt x="639457" y="309194"/>
                </a:lnTo>
                <a:lnTo>
                  <a:pt x="617943" y="277291"/>
                </a:lnTo>
                <a:lnTo>
                  <a:pt x="610057" y="238315"/>
                </a:lnTo>
                <a:lnTo>
                  <a:pt x="612825" y="214452"/>
                </a:lnTo>
                <a:lnTo>
                  <a:pt x="621004" y="192227"/>
                </a:lnTo>
                <a:lnTo>
                  <a:pt x="634326" y="172351"/>
                </a:lnTo>
                <a:lnTo>
                  <a:pt x="652602" y="155536"/>
                </a:lnTo>
                <a:lnTo>
                  <a:pt x="634885" y="147472"/>
                </a:lnTo>
                <a:lnTo>
                  <a:pt x="616000" y="141744"/>
                </a:lnTo>
                <a:lnTo>
                  <a:pt x="596633" y="137909"/>
                </a:lnTo>
                <a:lnTo>
                  <a:pt x="577519" y="135470"/>
                </a:lnTo>
                <a:lnTo>
                  <a:pt x="575017" y="135470"/>
                </a:lnTo>
                <a:lnTo>
                  <a:pt x="527570" y="142303"/>
                </a:lnTo>
                <a:lnTo>
                  <a:pt x="484606" y="161810"/>
                </a:lnTo>
                <a:lnTo>
                  <a:pt x="448665" y="192620"/>
                </a:lnTo>
                <a:lnTo>
                  <a:pt x="422351" y="233299"/>
                </a:lnTo>
                <a:lnTo>
                  <a:pt x="408660" y="279869"/>
                </a:lnTo>
                <a:lnTo>
                  <a:pt x="408571" y="327380"/>
                </a:lnTo>
                <a:lnTo>
                  <a:pt x="421640" y="373011"/>
                </a:lnTo>
                <a:lnTo>
                  <a:pt x="447382" y="413918"/>
                </a:lnTo>
                <a:lnTo>
                  <a:pt x="505561" y="459079"/>
                </a:lnTo>
                <a:lnTo>
                  <a:pt x="575017" y="474129"/>
                </a:lnTo>
                <a:lnTo>
                  <a:pt x="586270" y="473697"/>
                </a:lnTo>
                <a:lnTo>
                  <a:pt x="663854" y="449719"/>
                </a:lnTo>
                <a:lnTo>
                  <a:pt x="700151" y="419252"/>
                </a:lnTo>
                <a:lnTo>
                  <a:pt x="727049" y="379857"/>
                </a:lnTo>
                <a:lnTo>
                  <a:pt x="740994" y="338670"/>
                </a:lnTo>
                <a:lnTo>
                  <a:pt x="742708" y="333641"/>
                </a:lnTo>
                <a:close/>
              </a:path>
              <a:path w="1152525" h="609600">
                <a:moveTo>
                  <a:pt x="1152525" y="306057"/>
                </a:moveTo>
                <a:lnTo>
                  <a:pt x="1124800" y="263956"/>
                </a:lnTo>
                <a:lnTo>
                  <a:pt x="1080465" y="222237"/>
                </a:lnTo>
                <a:lnTo>
                  <a:pt x="1049528" y="195897"/>
                </a:lnTo>
                <a:lnTo>
                  <a:pt x="1013244" y="167436"/>
                </a:lnTo>
                <a:lnTo>
                  <a:pt x="972007" y="137972"/>
                </a:lnTo>
                <a:lnTo>
                  <a:pt x="926223" y="108673"/>
                </a:lnTo>
                <a:lnTo>
                  <a:pt x="876261" y="80670"/>
                </a:lnTo>
                <a:lnTo>
                  <a:pt x="822515" y="55105"/>
                </a:lnTo>
                <a:lnTo>
                  <a:pt x="812787" y="51371"/>
                </a:lnTo>
                <a:lnTo>
                  <a:pt x="812787" y="306057"/>
                </a:lnTo>
                <a:lnTo>
                  <a:pt x="808012" y="353644"/>
                </a:lnTo>
                <a:lnTo>
                  <a:pt x="794321" y="397941"/>
                </a:lnTo>
                <a:lnTo>
                  <a:pt x="772655" y="437997"/>
                </a:lnTo>
                <a:lnTo>
                  <a:pt x="743953" y="472884"/>
                </a:lnTo>
                <a:lnTo>
                  <a:pt x="709142" y="501662"/>
                </a:lnTo>
                <a:lnTo>
                  <a:pt x="669175" y="523379"/>
                </a:lnTo>
                <a:lnTo>
                  <a:pt x="624662" y="537197"/>
                </a:lnTo>
                <a:lnTo>
                  <a:pt x="623989" y="537197"/>
                </a:lnTo>
                <a:lnTo>
                  <a:pt x="577519" y="541870"/>
                </a:lnTo>
                <a:lnTo>
                  <a:pt x="530783" y="537197"/>
                </a:lnTo>
                <a:lnTo>
                  <a:pt x="486486" y="523659"/>
                </a:lnTo>
                <a:lnTo>
                  <a:pt x="445808" y="502043"/>
                </a:lnTo>
                <a:lnTo>
                  <a:pt x="409917" y="473113"/>
                </a:lnTo>
                <a:lnTo>
                  <a:pt x="380009" y="437642"/>
                </a:lnTo>
                <a:lnTo>
                  <a:pt x="357276" y="396367"/>
                </a:lnTo>
                <a:lnTo>
                  <a:pt x="343255" y="351447"/>
                </a:lnTo>
                <a:lnTo>
                  <a:pt x="338709" y="306057"/>
                </a:lnTo>
                <a:lnTo>
                  <a:pt x="338632" y="305409"/>
                </a:lnTo>
                <a:lnTo>
                  <a:pt x="343192" y="259651"/>
                </a:lnTo>
                <a:lnTo>
                  <a:pt x="356704" y="215557"/>
                </a:lnTo>
                <a:lnTo>
                  <a:pt x="378993" y="174536"/>
                </a:lnTo>
                <a:lnTo>
                  <a:pt x="409829" y="137972"/>
                </a:lnTo>
                <a:lnTo>
                  <a:pt x="446239" y="107950"/>
                </a:lnTo>
                <a:lnTo>
                  <a:pt x="487095" y="85915"/>
                </a:lnTo>
                <a:lnTo>
                  <a:pt x="531253" y="72364"/>
                </a:lnTo>
                <a:lnTo>
                  <a:pt x="577519" y="67729"/>
                </a:lnTo>
                <a:lnTo>
                  <a:pt x="600036" y="68719"/>
                </a:lnTo>
                <a:lnTo>
                  <a:pt x="645083" y="77266"/>
                </a:lnTo>
                <a:lnTo>
                  <a:pt x="708812" y="107950"/>
                </a:lnTo>
                <a:lnTo>
                  <a:pt x="744181" y="137515"/>
                </a:lnTo>
                <a:lnTo>
                  <a:pt x="773049" y="173101"/>
                </a:lnTo>
                <a:lnTo>
                  <a:pt x="794613" y="213702"/>
                </a:lnTo>
                <a:lnTo>
                  <a:pt x="808113" y="258356"/>
                </a:lnTo>
                <a:lnTo>
                  <a:pt x="812711" y="305409"/>
                </a:lnTo>
                <a:lnTo>
                  <a:pt x="812787" y="306057"/>
                </a:lnTo>
                <a:lnTo>
                  <a:pt x="812787" y="51371"/>
                </a:lnTo>
                <a:lnTo>
                  <a:pt x="765390" y="33108"/>
                </a:lnTo>
                <a:lnTo>
                  <a:pt x="705243" y="15836"/>
                </a:lnTo>
                <a:lnTo>
                  <a:pt x="642493" y="4419"/>
                </a:lnTo>
                <a:lnTo>
                  <a:pt x="577519" y="0"/>
                </a:lnTo>
                <a:lnTo>
                  <a:pt x="512038" y="3962"/>
                </a:lnTo>
                <a:lnTo>
                  <a:pt x="448856" y="15049"/>
                </a:lnTo>
                <a:lnTo>
                  <a:pt x="388353" y="32118"/>
                </a:lnTo>
                <a:lnTo>
                  <a:pt x="330923" y="54013"/>
                </a:lnTo>
                <a:lnTo>
                  <a:pt x="276923" y="79565"/>
                </a:lnTo>
                <a:lnTo>
                  <a:pt x="226771" y="107632"/>
                </a:lnTo>
                <a:lnTo>
                  <a:pt x="180835" y="137033"/>
                </a:lnTo>
                <a:lnTo>
                  <a:pt x="139484" y="166636"/>
                </a:lnTo>
                <a:lnTo>
                  <a:pt x="103111" y="195275"/>
                </a:lnTo>
                <a:lnTo>
                  <a:pt x="72110" y="221792"/>
                </a:lnTo>
                <a:lnTo>
                  <a:pt x="27724" y="263829"/>
                </a:lnTo>
                <a:lnTo>
                  <a:pt x="2349" y="294068"/>
                </a:lnTo>
                <a:lnTo>
                  <a:pt x="127" y="305409"/>
                </a:lnTo>
                <a:lnTo>
                  <a:pt x="0" y="306057"/>
                </a:lnTo>
                <a:lnTo>
                  <a:pt x="27724" y="348145"/>
                </a:lnTo>
                <a:lnTo>
                  <a:pt x="72110" y="389826"/>
                </a:lnTo>
                <a:lnTo>
                  <a:pt x="103111" y="416102"/>
                </a:lnTo>
                <a:lnTo>
                  <a:pt x="139484" y="444487"/>
                </a:lnTo>
                <a:lnTo>
                  <a:pt x="180835" y="473824"/>
                </a:lnTo>
                <a:lnTo>
                  <a:pt x="226771" y="502970"/>
                </a:lnTo>
                <a:lnTo>
                  <a:pt x="276923" y="530771"/>
                </a:lnTo>
                <a:lnTo>
                  <a:pt x="330923" y="556094"/>
                </a:lnTo>
                <a:lnTo>
                  <a:pt x="388353" y="577786"/>
                </a:lnTo>
                <a:lnTo>
                  <a:pt x="448856" y="594702"/>
                </a:lnTo>
                <a:lnTo>
                  <a:pt x="512038" y="605688"/>
                </a:lnTo>
                <a:lnTo>
                  <a:pt x="577519" y="609600"/>
                </a:lnTo>
                <a:lnTo>
                  <a:pt x="642404" y="605688"/>
                </a:lnTo>
                <a:lnTo>
                  <a:pt x="642797" y="605688"/>
                </a:lnTo>
                <a:lnTo>
                  <a:pt x="706170" y="594563"/>
                </a:lnTo>
                <a:lnTo>
                  <a:pt x="766648" y="577519"/>
                </a:lnTo>
                <a:lnTo>
                  <a:pt x="824052" y="555663"/>
                </a:lnTo>
                <a:lnTo>
                  <a:pt x="853211" y="541870"/>
                </a:lnTo>
                <a:lnTo>
                  <a:pt x="877989" y="530161"/>
                </a:lnTo>
                <a:lnTo>
                  <a:pt x="928065" y="502183"/>
                </a:lnTo>
                <a:lnTo>
                  <a:pt x="973886" y="472884"/>
                </a:lnTo>
                <a:lnTo>
                  <a:pt x="1015085" y="443433"/>
                </a:lnTo>
                <a:lnTo>
                  <a:pt x="1051255" y="414997"/>
                </a:lnTo>
                <a:lnTo>
                  <a:pt x="1082001" y="388734"/>
                </a:lnTo>
                <a:lnTo>
                  <a:pt x="1125728" y="347357"/>
                </a:lnTo>
                <a:lnTo>
                  <a:pt x="1150175" y="318046"/>
                </a:lnTo>
                <a:lnTo>
                  <a:pt x="1152525" y="306057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4995" y="2427503"/>
            <a:ext cx="4914900" cy="6724650"/>
          </a:xfrm>
          <a:custGeom>
            <a:avLst/>
            <a:gdLst/>
            <a:ahLst/>
            <a:cxnLst/>
            <a:rect l="l" t="t" r="r" b="b"/>
            <a:pathLst>
              <a:path w="4914900" h="6724650">
                <a:moveTo>
                  <a:pt x="4097832" y="0"/>
                </a:moveTo>
                <a:lnTo>
                  <a:pt x="819569" y="0"/>
                </a:lnTo>
                <a:lnTo>
                  <a:pt x="771450" y="1394"/>
                </a:lnTo>
                <a:lnTo>
                  <a:pt x="724059" y="5525"/>
                </a:lnTo>
                <a:lnTo>
                  <a:pt x="677472" y="12317"/>
                </a:lnTo>
                <a:lnTo>
                  <a:pt x="631767" y="21691"/>
                </a:lnTo>
                <a:lnTo>
                  <a:pt x="587021" y="33570"/>
                </a:lnTo>
                <a:lnTo>
                  <a:pt x="543311" y="47878"/>
                </a:lnTo>
                <a:lnTo>
                  <a:pt x="500714" y="64536"/>
                </a:lnTo>
                <a:lnTo>
                  <a:pt x="459307" y="83468"/>
                </a:lnTo>
                <a:lnTo>
                  <a:pt x="419168" y="104596"/>
                </a:lnTo>
                <a:lnTo>
                  <a:pt x="380374" y="127843"/>
                </a:lnTo>
                <a:lnTo>
                  <a:pt x="343001" y="153132"/>
                </a:lnTo>
                <a:lnTo>
                  <a:pt x="307128" y="180386"/>
                </a:lnTo>
                <a:lnTo>
                  <a:pt x="272830" y="209527"/>
                </a:lnTo>
                <a:lnTo>
                  <a:pt x="240187" y="240477"/>
                </a:lnTo>
                <a:lnTo>
                  <a:pt x="209273" y="273160"/>
                </a:lnTo>
                <a:lnTo>
                  <a:pt x="180168" y="307499"/>
                </a:lnTo>
                <a:lnTo>
                  <a:pt x="152947" y="343416"/>
                </a:lnTo>
                <a:lnTo>
                  <a:pt x="127689" y="380834"/>
                </a:lnTo>
                <a:lnTo>
                  <a:pt x="104470" y="419675"/>
                </a:lnTo>
                <a:lnTo>
                  <a:pt x="83367" y="459863"/>
                </a:lnTo>
                <a:lnTo>
                  <a:pt x="64458" y="501319"/>
                </a:lnTo>
                <a:lnTo>
                  <a:pt x="47820" y="543968"/>
                </a:lnTo>
                <a:lnTo>
                  <a:pt x="33530" y="587731"/>
                </a:lnTo>
                <a:lnTo>
                  <a:pt x="21665" y="632531"/>
                </a:lnTo>
                <a:lnTo>
                  <a:pt x="12302" y="678291"/>
                </a:lnTo>
                <a:lnTo>
                  <a:pt x="5519" y="724934"/>
                </a:lnTo>
                <a:lnTo>
                  <a:pt x="1392" y="772383"/>
                </a:lnTo>
                <a:lnTo>
                  <a:pt x="0" y="820559"/>
                </a:lnTo>
                <a:lnTo>
                  <a:pt x="0" y="5904077"/>
                </a:lnTo>
                <a:lnTo>
                  <a:pt x="1392" y="5952255"/>
                </a:lnTo>
                <a:lnTo>
                  <a:pt x="5519" y="5999705"/>
                </a:lnTo>
                <a:lnTo>
                  <a:pt x="12302" y="6046349"/>
                </a:lnTo>
                <a:lnTo>
                  <a:pt x="21665" y="6092110"/>
                </a:lnTo>
                <a:lnTo>
                  <a:pt x="33530" y="6136911"/>
                </a:lnTo>
                <a:lnTo>
                  <a:pt x="47820" y="6180675"/>
                </a:lnTo>
                <a:lnTo>
                  <a:pt x="64458" y="6223324"/>
                </a:lnTo>
                <a:lnTo>
                  <a:pt x="83367" y="6264781"/>
                </a:lnTo>
                <a:lnTo>
                  <a:pt x="104470" y="6304969"/>
                </a:lnTo>
                <a:lnTo>
                  <a:pt x="127689" y="6343811"/>
                </a:lnTo>
                <a:lnTo>
                  <a:pt x="152947" y="6381229"/>
                </a:lnTo>
                <a:lnTo>
                  <a:pt x="180168" y="6417146"/>
                </a:lnTo>
                <a:lnTo>
                  <a:pt x="209273" y="6451484"/>
                </a:lnTo>
                <a:lnTo>
                  <a:pt x="240187" y="6484168"/>
                </a:lnTo>
                <a:lnTo>
                  <a:pt x="272830" y="6515118"/>
                </a:lnTo>
                <a:lnTo>
                  <a:pt x="307128" y="6544259"/>
                </a:lnTo>
                <a:lnTo>
                  <a:pt x="343001" y="6571513"/>
                </a:lnTo>
                <a:lnTo>
                  <a:pt x="380374" y="6596801"/>
                </a:lnTo>
                <a:lnTo>
                  <a:pt x="419168" y="6620049"/>
                </a:lnTo>
                <a:lnTo>
                  <a:pt x="459307" y="6641177"/>
                </a:lnTo>
                <a:lnTo>
                  <a:pt x="500714" y="6660108"/>
                </a:lnTo>
                <a:lnTo>
                  <a:pt x="543311" y="6676767"/>
                </a:lnTo>
                <a:lnTo>
                  <a:pt x="587021" y="6691074"/>
                </a:lnTo>
                <a:lnTo>
                  <a:pt x="631767" y="6702953"/>
                </a:lnTo>
                <a:lnTo>
                  <a:pt x="677472" y="6712327"/>
                </a:lnTo>
                <a:lnTo>
                  <a:pt x="724059" y="6719119"/>
                </a:lnTo>
                <a:lnTo>
                  <a:pt x="771450" y="6723250"/>
                </a:lnTo>
                <a:lnTo>
                  <a:pt x="819569" y="6724645"/>
                </a:lnTo>
                <a:lnTo>
                  <a:pt x="4097832" y="6724645"/>
                </a:lnTo>
                <a:lnTo>
                  <a:pt x="4145693" y="6723250"/>
                </a:lnTo>
                <a:lnTo>
                  <a:pt x="4192846" y="6719119"/>
                </a:lnTo>
                <a:lnTo>
                  <a:pt x="4239211" y="6712327"/>
                </a:lnTo>
                <a:lnTo>
                  <a:pt x="4284711" y="6702953"/>
                </a:lnTo>
                <a:lnTo>
                  <a:pt x="4329269" y="6691074"/>
                </a:lnTo>
                <a:lnTo>
                  <a:pt x="4372807" y="6676767"/>
                </a:lnTo>
                <a:lnTo>
                  <a:pt x="4415246" y="6660108"/>
                </a:lnTo>
                <a:lnTo>
                  <a:pt x="4456509" y="6641177"/>
                </a:lnTo>
                <a:lnTo>
                  <a:pt x="4496518" y="6620049"/>
                </a:lnTo>
                <a:lnTo>
                  <a:pt x="4535196" y="6596801"/>
                </a:lnTo>
                <a:lnTo>
                  <a:pt x="4572463" y="6571513"/>
                </a:lnTo>
                <a:lnTo>
                  <a:pt x="4608244" y="6544259"/>
                </a:lnTo>
                <a:lnTo>
                  <a:pt x="4642458" y="6515118"/>
                </a:lnTo>
                <a:lnTo>
                  <a:pt x="4675030" y="6484168"/>
                </a:lnTo>
                <a:lnTo>
                  <a:pt x="4705880" y="6451484"/>
                </a:lnTo>
                <a:lnTo>
                  <a:pt x="4734932" y="6417146"/>
                </a:lnTo>
                <a:lnTo>
                  <a:pt x="4762107" y="6381229"/>
                </a:lnTo>
                <a:lnTo>
                  <a:pt x="4787327" y="6343811"/>
                </a:lnTo>
                <a:lnTo>
                  <a:pt x="4810515" y="6304969"/>
                </a:lnTo>
                <a:lnTo>
                  <a:pt x="4831592" y="6264781"/>
                </a:lnTo>
                <a:lnTo>
                  <a:pt x="4850482" y="6223324"/>
                </a:lnTo>
                <a:lnTo>
                  <a:pt x="4867105" y="6180675"/>
                </a:lnTo>
                <a:lnTo>
                  <a:pt x="4881385" y="6136911"/>
                </a:lnTo>
                <a:lnTo>
                  <a:pt x="4893242" y="6092110"/>
                </a:lnTo>
                <a:lnTo>
                  <a:pt x="4902601" y="6046349"/>
                </a:lnTo>
                <a:lnTo>
                  <a:pt x="4909381" y="5999705"/>
                </a:lnTo>
                <a:lnTo>
                  <a:pt x="4913507" y="5952255"/>
                </a:lnTo>
                <a:lnTo>
                  <a:pt x="4914900" y="5904077"/>
                </a:lnTo>
                <a:lnTo>
                  <a:pt x="4914900" y="820559"/>
                </a:lnTo>
                <a:lnTo>
                  <a:pt x="4913357" y="770488"/>
                </a:lnTo>
                <a:lnTo>
                  <a:pt x="4908772" y="720820"/>
                </a:lnTo>
                <a:lnTo>
                  <a:pt x="4901204" y="671692"/>
                </a:lnTo>
                <a:lnTo>
                  <a:pt x="4890716" y="623241"/>
                </a:lnTo>
                <a:lnTo>
                  <a:pt x="4877369" y="575603"/>
                </a:lnTo>
                <a:lnTo>
                  <a:pt x="4861224" y="528915"/>
                </a:lnTo>
                <a:lnTo>
                  <a:pt x="4842343" y="483312"/>
                </a:lnTo>
                <a:lnTo>
                  <a:pt x="4820787" y="438933"/>
                </a:lnTo>
                <a:lnTo>
                  <a:pt x="4796618" y="395913"/>
                </a:lnTo>
                <a:lnTo>
                  <a:pt x="4769896" y="354389"/>
                </a:lnTo>
                <a:lnTo>
                  <a:pt x="4740685" y="314497"/>
                </a:lnTo>
                <a:lnTo>
                  <a:pt x="4709043" y="276374"/>
                </a:lnTo>
                <a:lnTo>
                  <a:pt x="4675035" y="240157"/>
                </a:lnTo>
                <a:lnTo>
                  <a:pt x="4638904" y="206105"/>
                </a:lnTo>
                <a:lnTo>
                  <a:pt x="4600945" y="174425"/>
                </a:lnTo>
                <a:lnTo>
                  <a:pt x="4561281" y="145177"/>
                </a:lnTo>
                <a:lnTo>
                  <a:pt x="4520033" y="118423"/>
                </a:lnTo>
                <a:lnTo>
                  <a:pt x="4477325" y="94224"/>
                </a:lnTo>
                <a:lnTo>
                  <a:pt x="4433280" y="72642"/>
                </a:lnTo>
                <a:lnTo>
                  <a:pt x="4388020" y="53739"/>
                </a:lnTo>
                <a:lnTo>
                  <a:pt x="4341668" y="37574"/>
                </a:lnTo>
                <a:lnTo>
                  <a:pt x="4294347" y="24211"/>
                </a:lnTo>
                <a:lnTo>
                  <a:pt x="4246181" y="13711"/>
                </a:lnTo>
                <a:lnTo>
                  <a:pt x="4197291" y="6134"/>
                </a:lnTo>
                <a:lnTo>
                  <a:pt x="4147800" y="1543"/>
                </a:lnTo>
                <a:lnTo>
                  <a:pt x="409783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57486" y="5186026"/>
            <a:ext cx="2956560" cy="1804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20"/>
              </a:spcBef>
            </a:pPr>
            <a:r>
              <a:rPr sz="4900" spc="-80" dirty="0">
                <a:solidFill>
                  <a:srgbClr val="1D1D1B"/>
                </a:solidFill>
                <a:latin typeface="Arial Black"/>
                <a:cs typeface="Arial Black"/>
              </a:rPr>
              <a:t>Misiofi</a:t>
            </a:r>
            <a:endParaRPr sz="4900">
              <a:latin typeface="Arial Black"/>
              <a:cs typeface="Arial Black"/>
            </a:endParaRPr>
          </a:p>
          <a:p>
            <a:pPr marL="12065" marR="5080" indent="-67945" algn="ctr">
              <a:lnSpc>
                <a:spcPts val="2700"/>
              </a:lnSpc>
              <a:spcBef>
                <a:spcPts val="269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red, </a:t>
            </a:r>
            <a:r>
              <a:rPr sz="2750" spc="105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place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9993" y="3922496"/>
            <a:ext cx="1057275" cy="1057275"/>
          </a:xfrm>
          <a:custGeom>
            <a:avLst/>
            <a:gdLst/>
            <a:ahLst/>
            <a:cxnLst/>
            <a:rect l="l" t="t" r="r" b="b"/>
            <a:pathLst>
              <a:path w="1057275" h="1057275">
                <a:moveTo>
                  <a:pt x="748080" y="527265"/>
                </a:moveTo>
                <a:lnTo>
                  <a:pt x="747141" y="508571"/>
                </a:lnTo>
                <a:lnTo>
                  <a:pt x="744334" y="490105"/>
                </a:lnTo>
                <a:lnTo>
                  <a:pt x="739660" y="472097"/>
                </a:lnTo>
                <a:lnTo>
                  <a:pt x="733120" y="454799"/>
                </a:lnTo>
                <a:lnTo>
                  <a:pt x="683247" y="504774"/>
                </a:lnTo>
                <a:lnTo>
                  <a:pt x="683247" y="512267"/>
                </a:lnTo>
                <a:lnTo>
                  <a:pt x="685736" y="519772"/>
                </a:lnTo>
                <a:lnTo>
                  <a:pt x="685736" y="527265"/>
                </a:lnTo>
                <a:lnTo>
                  <a:pt x="678954" y="572719"/>
                </a:lnTo>
                <a:lnTo>
                  <a:pt x="659549" y="613473"/>
                </a:lnTo>
                <a:lnTo>
                  <a:pt x="628929" y="646747"/>
                </a:lnTo>
                <a:lnTo>
                  <a:pt x="588492" y="669696"/>
                </a:lnTo>
                <a:lnTo>
                  <a:pt x="544652" y="681304"/>
                </a:lnTo>
                <a:lnTo>
                  <a:pt x="531126" y="682205"/>
                </a:lnTo>
                <a:lnTo>
                  <a:pt x="501357" y="679386"/>
                </a:lnTo>
                <a:lnTo>
                  <a:pt x="445566" y="656894"/>
                </a:lnTo>
                <a:lnTo>
                  <a:pt x="393865" y="600125"/>
                </a:lnTo>
                <a:lnTo>
                  <a:pt x="378714" y="557885"/>
                </a:lnTo>
                <a:lnTo>
                  <a:pt x="376174" y="512826"/>
                </a:lnTo>
                <a:lnTo>
                  <a:pt x="386511" y="467296"/>
                </a:lnTo>
                <a:lnTo>
                  <a:pt x="410502" y="428218"/>
                </a:lnTo>
                <a:lnTo>
                  <a:pt x="443852" y="398272"/>
                </a:lnTo>
                <a:lnTo>
                  <a:pt x="484695" y="379095"/>
                </a:lnTo>
                <a:lnTo>
                  <a:pt x="531126" y="372338"/>
                </a:lnTo>
                <a:lnTo>
                  <a:pt x="551091" y="372338"/>
                </a:lnTo>
                <a:lnTo>
                  <a:pt x="600964" y="322351"/>
                </a:lnTo>
                <a:lnTo>
                  <a:pt x="583730" y="317246"/>
                </a:lnTo>
                <a:lnTo>
                  <a:pt x="566039" y="313296"/>
                </a:lnTo>
                <a:lnTo>
                  <a:pt x="548347" y="310756"/>
                </a:lnTo>
                <a:lnTo>
                  <a:pt x="531126" y="309854"/>
                </a:lnTo>
                <a:lnTo>
                  <a:pt x="479971" y="315963"/>
                </a:lnTo>
                <a:lnTo>
                  <a:pt x="432384" y="333451"/>
                </a:lnTo>
                <a:lnTo>
                  <a:pt x="390194" y="361149"/>
                </a:lnTo>
                <a:lnTo>
                  <a:pt x="355180" y="397827"/>
                </a:lnTo>
                <a:lnTo>
                  <a:pt x="329158" y="442302"/>
                </a:lnTo>
                <a:lnTo>
                  <a:pt x="315645" y="492671"/>
                </a:lnTo>
                <a:lnTo>
                  <a:pt x="313867" y="543496"/>
                </a:lnTo>
                <a:lnTo>
                  <a:pt x="323583" y="592899"/>
                </a:lnTo>
                <a:lnTo>
                  <a:pt x="344551" y="638937"/>
                </a:lnTo>
                <a:lnTo>
                  <a:pt x="376529" y="679691"/>
                </a:lnTo>
                <a:lnTo>
                  <a:pt x="410502" y="707415"/>
                </a:lnTo>
                <a:lnTo>
                  <a:pt x="448221" y="727176"/>
                </a:lnTo>
                <a:lnTo>
                  <a:pt x="488746" y="739432"/>
                </a:lnTo>
                <a:lnTo>
                  <a:pt x="531126" y="744664"/>
                </a:lnTo>
                <a:lnTo>
                  <a:pt x="551700" y="743699"/>
                </a:lnTo>
                <a:lnTo>
                  <a:pt x="592848" y="735177"/>
                </a:lnTo>
                <a:lnTo>
                  <a:pt x="659015" y="702310"/>
                </a:lnTo>
                <a:lnTo>
                  <a:pt x="696366" y="667969"/>
                </a:lnTo>
                <a:lnTo>
                  <a:pt x="724369" y="626071"/>
                </a:lnTo>
                <a:lnTo>
                  <a:pt x="741972" y="578535"/>
                </a:lnTo>
                <a:lnTo>
                  <a:pt x="748080" y="527265"/>
                </a:lnTo>
                <a:close/>
              </a:path>
              <a:path w="1057275" h="1057275">
                <a:moveTo>
                  <a:pt x="870267" y="527265"/>
                </a:moveTo>
                <a:lnTo>
                  <a:pt x="867575" y="486549"/>
                </a:lnTo>
                <a:lnTo>
                  <a:pt x="859980" y="446989"/>
                </a:lnTo>
                <a:lnTo>
                  <a:pt x="848169" y="408851"/>
                </a:lnTo>
                <a:lnTo>
                  <a:pt x="832866" y="372338"/>
                </a:lnTo>
                <a:lnTo>
                  <a:pt x="815403" y="372338"/>
                </a:lnTo>
                <a:lnTo>
                  <a:pt x="780491" y="407314"/>
                </a:lnTo>
                <a:lnTo>
                  <a:pt x="792162" y="435965"/>
                </a:lnTo>
                <a:lnTo>
                  <a:pt x="800747" y="465416"/>
                </a:lnTo>
                <a:lnTo>
                  <a:pt x="806081" y="495884"/>
                </a:lnTo>
                <a:lnTo>
                  <a:pt x="807923" y="527265"/>
                </a:lnTo>
                <a:lnTo>
                  <a:pt x="804329" y="572071"/>
                </a:lnTo>
                <a:lnTo>
                  <a:pt x="804278" y="572757"/>
                </a:lnTo>
                <a:lnTo>
                  <a:pt x="793737" y="615848"/>
                </a:lnTo>
                <a:lnTo>
                  <a:pt x="776884" y="655980"/>
                </a:lnTo>
                <a:lnTo>
                  <a:pt x="754291" y="692556"/>
                </a:lnTo>
                <a:lnTo>
                  <a:pt x="726567" y="724992"/>
                </a:lnTo>
                <a:lnTo>
                  <a:pt x="694270" y="752703"/>
                </a:lnTo>
                <a:lnTo>
                  <a:pt x="657999" y="775119"/>
                </a:lnTo>
                <a:lnTo>
                  <a:pt x="618324" y="791629"/>
                </a:lnTo>
                <a:lnTo>
                  <a:pt x="575843" y="801662"/>
                </a:lnTo>
                <a:lnTo>
                  <a:pt x="531139" y="804633"/>
                </a:lnTo>
                <a:lnTo>
                  <a:pt x="485736" y="800989"/>
                </a:lnTo>
                <a:lnTo>
                  <a:pt x="442722" y="790422"/>
                </a:lnTo>
                <a:lnTo>
                  <a:pt x="402628" y="773531"/>
                </a:lnTo>
                <a:lnTo>
                  <a:pt x="366039" y="750900"/>
                </a:lnTo>
                <a:lnTo>
                  <a:pt x="333514" y="723112"/>
                </a:lnTo>
                <a:lnTo>
                  <a:pt x="305625" y="690753"/>
                </a:lnTo>
                <a:lnTo>
                  <a:pt x="282956" y="654405"/>
                </a:lnTo>
                <a:lnTo>
                  <a:pt x="266052" y="614654"/>
                </a:lnTo>
                <a:lnTo>
                  <a:pt x="255498" y="572071"/>
                </a:lnTo>
                <a:lnTo>
                  <a:pt x="251853" y="527265"/>
                </a:lnTo>
                <a:lnTo>
                  <a:pt x="255498" y="481787"/>
                </a:lnTo>
                <a:lnTo>
                  <a:pt x="266052" y="438670"/>
                </a:lnTo>
                <a:lnTo>
                  <a:pt x="282956" y="398500"/>
                </a:lnTo>
                <a:lnTo>
                  <a:pt x="305625" y="361823"/>
                </a:lnTo>
                <a:lnTo>
                  <a:pt x="333514" y="329234"/>
                </a:lnTo>
                <a:lnTo>
                  <a:pt x="366039" y="301294"/>
                </a:lnTo>
                <a:lnTo>
                  <a:pt x="402628" y="278561"/>
                </a:lnTo>
                <a:lnTo>
                  <a:pt x="442722" y="261620"/>
                </a:lnTo>
                <a:lnTo>
                  <a:pt x="485736" y="251040"/>
                </a:lnTo>
                <a:lnTo>
                  <a:pt x="531139" y="247383"/>
                </a:lnTo>
                <a:lnTo>
                  <a:pt x="562419" y="249224"/>
                </a:lnTo>
                <a:lnTo>
                  <a:pt x="592531" y="254571"/>
                </a:lnTo>
                <a:lnTo>
                  <a:pt x="621245" y="263207"/>
                </a:lnTo>
                <a:lnTo>
                  <a:pt x="648335" y="274878"/>
                </a:lnTo>
                <a:lnTo>
                  <a:pt x="677722" y="247383"/>
                </a:lnTo>
                <a:lnTo>
                  <a:pt x="649300" y="208114"/>
                </a:lnTo>
                <a:lnTo>
                  <a:pt x="611238" y="195541"/>
                </a:lnTo>
                <a:lnTo>
                  <a:pt x="571766" y="187667"/>
                </a:lnTo>
                <a:lnTo>
                  <a:pt x="531139" y="184924"/>
                </a:lnTo>
                <a:lnTo>
                  <a:pt x="485127" y="188036"/>
                </a:lnTo>
                <a:lnTo>
                  <a:pt x="440893" y="197104"/>
                </a:lnTo>
                <a:lnTo>
                  <a:pt x="398856" y="211709"/>
                </a:lnTo>
                <a:lnTo>
                  <a:pt x="359448" y="231482"/>
                </a:lnTo>
                <a:lnTo>
                  <a:pt x="323088" y="256006"/>
                </a:lnTo>
                <a:lnTo>
                  <a:pt x="290195" y="284886"/>
                </a:lnTo>
                <a:lnTo>
                  <a:pt x="261200" y="317715"/>
                </a:lnTo>
                <a:lnTo>
                  <a:pt x="236524" y="354114"/>
                </a:lnTo>
                <a:lnTo>
                  <a:pt x="216598" y="393661"/>
                </a:lnTo>
                <a:lnTo>
                  <a:pt x="201828" y="435965"/>
                </a:lnTo>
                <a:lnTo>
                  <a:pt x="192671" y="480644"/>
                </a:lnTo>
                <a:lnTo>
                  <a:pt x="189522" y="527265"/>
                </a:lnTo>
                <a:lnTo>
                  <a:pt x="192532" y="572071"/>
                </a:lnTo>
                <a:lnTo>
                  <a:pt x="201625" y="617524"/>
                </a:lnTo>
                <a:lnTo>
                  <a:pt x="216115" y="659434"/>
                </a:lnTo>
                <a:lnTo>
                  <a:pt x="235966" y="699223"/>
                </a:lnTo>
                <a:lnTo>
                  <a:pt x="260438" y="735584"/>
                </a:lnTo>
                <a:lnTo>
                  <a:pt x="289255" y="768413"/>
                </a:lnTo>
                <a:lnTo>
                  <a:pt x="322021" y="797280"/>
                </a:lnTo>
                <a:lnTo>
                  <a:pt x="358343" y="821766"/>
                </a:lnTo>
                <a:lnTo>
                  <a:pt x="397802" y="841425"/>
                </a:lnTo>
                <a:lnTo>
                  <a:pt x="440029" y="855827"/>
                </a:lnTo>
                <a:lnTo>
                  <a:pt x="484606" y="864527"/>
                </a:lnTo>
                <a:lnTo>
                  <a:pt x="531139" y="867105"/>
                </a:lnTo>
                <a:lnTo>
                  <a:pt x="577138" y="864006"/>
                </a:lnTo>
                <a:lnTo>
                  <a:pt x="621360" y="854951"/>
                </a:lnTo>
                <a:lnTo>
                  <a:pt x="663371" y="840371"/>
                </a:lnTo>
                <a:lnTo>
                  <a:pt x="702729" y="820648"/>
                </a:lnTo>
                <a:lnTo>
                  <a:pt x="739000" y="796213"/>
                </a:lnTo>
                <a:lnTo>
                  <a:pt x="771766" y="767473"/>
                </a:lnTo>
                <a:lnTo>
                  <a:pt x="800569" y="734822"/>
                </a:lnTo>
                <a:lnTo>
                  <a:pt x="825004" y="698677"/>
                </a:lnTo>
                <a:lnTo>
                  <a:pt x="844626" y="659434"/>
                </a:lnTo>
                <a:lnTo>
                  <a:pt x="858939" y="617689"/>
                </a:lnTo>
                <a:lnTo>
                  <a:pt x="867676" y="573379"/>
                </a:lnTo>
                <a:lnTo>
                  <a:pt x="870267" y="527265"/>
                </a:lnTo>
                <a:close/>
              </a:path>
              <a:path w="1057275" h="1057275">
                <a:moveTo>
                  <a:pt x="1056068" y="158292"/>
                </a:moveTo>
                <a:lnTo>
                  <a:pt x="1053934" y="141820"/>
                </a:lnTo>
                <a:lnTo>
                  <a:pt x="1053846" y="141185"/>
                </a:lnTo>
                <a:lnTo>
                  <a:pt x="1042746" y="127838"/>
                </a:lnTo>
                <a:lnTo>
                  <a:pt x="1024864" y="122440"/>
                </a:lnTo>
                <a:lnTo>
                  <a:pt x="932599" y="122440"/>
                </a:lnTo>
                <a:lnTo>
                  <a:pt x="932599" y="29984"/>
                </a:lnTo>
                <a:lnTo>
                  <a:pt x="930021" y="16878"/>
                </a:lnTo>
                <a:lnTo>
                  <a:pt x="923239" y="7505"/>
                </a:lnTo>
                <a:lnTo>
                  <a:pt x="913663" y="1879"/>
                </a:lnTo>
                <a:lnTo>
                  <a:pt x="902677" y="0"/>
                </a:lnTo>
                <a:lnTo>
                  <a:pt x="895197" y="0"/>
                </a:lnTo>
                <a:lnTo>
                  <a:pt x="755561" y="132448"/>
                </a:lnTo>
                <a:lnTo>
                  <a:pt x="747483" y="147904"/>
                </a:lnTo>
                <a:lnTo>
                  <a:pt x="748080" y="154927"/>
                </a:lnTo>
                <a:lnTo>
                  <a:pt x="748080" y="264883"/>
                </a:lnTo>
                <a:lnTo>
                  <a:pt x="571030" y="442302"/>
                </a:lnTo>
                <a:lnTo>
                  <a:pt x="561644" y="438632"/>
                </a:lnTo>
                <a:lnTo>
                  <a:pt x="552018" y="435432"/>
                </a:lnTo>
                <a:lnTo>
                  <a:pt x="541921" y="433171"/>
                </a:lnTo>
                <a:lnTo>
                  <a:pt x="531139" y="432308"/>
                </a:lnTo>
                <a:lnTo>
                  <a:pt x="503821" y="436372"/>
                </a:lnTo>
                <a:lnTo>
                  <a:pt x="479082" y="447929"/>
                </a:lnTo>
                <a:lnTo>
                  <a:pt x="458546" y="466051"/>
                </a:lnTo>
                <a:lnTo>
                  <a:pt x="443865" y="489775"/>
                </a:lnTo>
                <a:lnTo>
                  <a:pt x="436867" y="516458"/>
                </a:lnTo>
                <a:lnTo>
                  <a:pt x="436803" y="516686"/>
                </a:lnTo>
                <a:lnTo>
                  <a:pt x="447014" y="569556"/>
                </a:lnTo>
                <a:lnTo>
                  <a:pt x="478180" y="603910"/>
                </a:lnTo>
                <a:lnTo>
                  <a:pt x="531139" y="619721"/>
                </a:lnTo>
                <a:lnTo>
                  <a:pt x="540448" y="619264"/>
                </a:lnTo>
                <a:lnTo>
                  <a:pt x="589737" y="597903"/>
                </a:lnTo>
                <a:lnTo>
                  <a:pt x="619340" y="554253"/>
                </a:lnTo>
                <a:lnTo>
                  <a:pt x="623404" y="527265"/>
                </a:lnTo>
                <a:lnTo>
                  <a:pt x="622896" y="516686"/>
                </a:lnTo>
                <a:lnTo>
                  <a:pt x="622896" y="516458"/>
                </a:lnTo>
                <a:lnTo>
                  <a:pt x="621207" y="506336"/>
                </a:lnTo>
                <a:lnTo>
                  <a:pt x="618134" y="496697"/>
                </a:lnTo>
                <a:lnTo>
                  <a:pt x="613422" y="487273"/>
                </a:lnTo>
                <a:lnTo>
                  <a:pt x="658291" y="442302"/>
                </a:lnTo>
                <a:lnTo>
                  <a:pt x="790473" y="309854"/>
                </a:lnTo>
                <a:lnTo>
                  <a:pt x="910158" y="309854"/>
                </a:lnTo>
                <a:lnTo>
                  <a:pt x="917638" y="307365"/>
                </a:lnTo>
                <a:lnTo>
                  <a:pt x="922629" y="299859"/>
                </a:lnTo>
                <a:lnTo>
                  <a:pt x="1047305" y="174917"/>
                </a:lnTo>
                <a:lnTo>
                  <a:pt x="1056068" y="158292"/>
                </a:lnTo>
                <a:close/>
              </a:path>
              <a:path w="1057275" h="1057275">
                <a:moveTo>
                  <a:pt x="1057275" y="527265"/>
                </a:moveTo>
                <a:lnTo>
                  <a:pt x="1055192" y="481114"/>
                </a:lnTo>
                <a:lnTo>
                  <a:pt x="1049058" y="435673"/>
                </a:lnTo>
                <a:lnTo>
                  <a:pt x="1039050" y="391477"/>
                </a:lnTo>
                <a:lnTo>
                  <a:pt x="1038961" y="391071"/>
                </a:lnTo>
                <a:lnTo>
                  <a:pt x="1025042" y="347433"/>
                </a:lnTo>
                <a:lnTo>
                  <a:pt x="1007414" y="304863"/>
                </a:lnTo>
                <a:lnTo>
                  <a:pt x="967511" y="344843"/>
                </a:lnTo>
                <a:lnTo>
                  <a:pt x="953516" y="356527"/>
                </a:lnTo>
                <a:lnTo>
                  <a:pt x="937895" y="365163"/>
                </a:lnTo>
                <a:lnTo>
                  <a:pt x="920877" y="370509"/>
                </a:lnTo>
                <a:lnTo>
                  <a:pt x="902677" y="372338"/>
                </a:lnTo>
                <a:lnTo>
                  <a:pt x="900188" y="372338"/>
                </a:lnTo>
                <a:lnTo>
                  <a:pt x="913663" y="410260"/>
                </a:lnTo>
                <a:lnTo>
                  <a:pt x="923874" y="448868"/>
                </a:lnTo>
                <a:lnTo>
                  <a:pt x="930338" y="487959"/>
                </a:lnTo>
                <a:lnTo>
                  <a:pt x="932599" y="527265"/>
                </a:lnTo>
                <a:lnTo>
                  <a:pt x="929894" y="574230"/>
                </a:lnTo>
                <a:lnTo>
                  <a:pt x="922007" y="619582"/>
                </a:lnTo>
                <a:lnTo>
                  <a:pt x="909205" y="663041"/>
                </a:lnTo>
                <a:lnTo>
                  <a:pt x="891819" y="704291"/>
                </a:lnTo>
                <a:lnTo>
                  <a:pt x="870140" y="743038"/>
                </a:lnTo>
                <a:lnTo>
                  <a:pt x="844461" y="778979"/>
                </a:lnTo>
                <a:lnTo>
                  <a:pt x="815086" y="811822"/>
                </a:lnTo>
                <a:lnTo>
                  <a:pt x="782320" y="841260"/>
                </a:lnTo>
                <a:lnTo>
                  <a:pt x="746442" y="867003"/>
                </a:lnTo>
                <a:lnTo>
                  <a:pt x="707783" y="888733"/>
                </a:lnTo>
                <a:lnTo>
                  <a:pt x="666610" y="906157"/>
                </a:lnTo>
                <a:lnTo>
                  <a:pt x="623252" y="918972"/>
                </a:lnTo>
                <a:lnTo>
                  <a:pt x="577989" y="926884"/>
                </a:lnTo>
                <a:lnTo>
                  <a:pt x="531139" y="929576"/>
                </a:lnTo>
                <a:lnTo>
                  <a:pt x="484276" y="926884"/>
                </a:lnTo>
                <a:lnTo>
                  <a:pt x="439013" y="918972"/>
                </a:lnTo>
                <a:lnTo>
                  <a:pt x="395630" y="906157"/>
                </a:lnTo>
                <a:lnTo>
                  <a:pt x="354431" y="888733"/>
                </a:lnTo>
                <a:lnTo>
                  <a:pt x="315709" y="867003"/>
                </a:lnTo>
                <a:lnTo>
                  <a:pt x="279755" y="841260"/>
                </a:lnTo>
                <a:lnTo>
                  <a:pt x="246862" y="811822"/>
                </a:lnTo>
                <a:lnTo>
                  <a:pt x="217335" y="778979"/>
                </a:lnTo>
                <a:lnTo>
                  <a:pt x="191465" y="743038"/>
                </a:lnTo>
                <a:lnTo>
                  <a:pt x="169532" y="704291"/>
                </a:lnTo>
                <a:lnTo>
                  <a:pt x="151841" y="663041"/>
                </a:lnTo>
                <a:lnTo>
                  <a:pt x="138684" y="619582"/>
                </a:lnTo>
                <a:lnTo>
                  <a:pt x="130365" y="574230"/>
                </a:lnTo>
                <a:lnTo>
                  <a:pt x="127177" y="527265"/>
                </a:lnTo>
                <a:lnTo>
                  <a:pt x="129819" y="481114"/>
                </a:lnTo>
                <a:lnTo>
                  <a:pt x="137642" y="435673"/>
                </a:lnTo>
                <a:lnTo>
                  <a:pt x="150583" y="391477"/>
                </a:lnTo>
                <a:lnTo>
                  <a:pt x="167995" y="350189"/>
                </a:lnTo>
                <a:lnTo>
                  <a:pt x="189738" y="311391"/>
                </a:lnTo>
                <a:lnTo>
                  <a:pt x="215506" y="275361"/>
                </a:lnTo>
                <a:lnTo>
                  <a:pt x="244995" y="242392"/>
                </a:lnTo>
                <a:lnTo>
                  <a:pt x="277926" y="212801"/>
                </a:lnTo>
                <a:lnTo>
                  <a:pt x="313994" y="186867"/>
                </a:lnTo>
                <a:lnTo>
                  <a:pt x="352907" y="164896"/>
                </a:lnTo>
                <a:lnTo>
                  <a:pt x="394373" y="147167"/>
                </a:lnTo>
                <a:lnTo>
                  <a:pt x="438086" y="133985"/>
                </a:lnTo>
                <a:lnTo>
                  <a:pt x="483781" y="125653"/>
                </a:lnTo>
                <a:lnTo>
                  <a:pt x="531139" y="122440"/>
                </a:lnTo>
                <a:lnTo>
                  <a:pt x="570369" y="124714"/>
                </a:lnTo>
                <a:lnTo>
                  <a:pt x="609371" y="131191"/>
                </a:lnTo>
                <a:lnTo>
                  <a:pt x="647903" y="141427"/>
                </a:lnTo>
                <a:lnTo>
                  <a:pt x="685736" y="154940"/>
                </a:lnTo>
                <a:lnTo>
                  <a:pt x="687565" y="136664"/>
                </a:lnTo>
                <a:lnTo>
                  <a:pt x="713168" y="87464"/>
                </a:lnTo>
                <a:lnTo>
                  <a:pt x="750570" y="47485"/>
                </a:lnTo>
                <a:lnTo>
                  <a:pt x="708113" y="29845"/>
                </a:lnTo>
                <a:lnTo>
                  <a:pt x="664705" y="16027"/>
                </a:lnTo>
                <a:lnTo>
                  <a:pt x="620572" y="6286"/>
                </a:lnTo>
                <a:lnTo>
                  <a:pt x="575970" y="876"/>
                </a:lnTo>
                <a:lnTo>
                  <a:pt x="531139" y="0"/>
                </a:lnTo>
                <a:lnTo>
                  <a:pt x="483400" y="2171"/>
                </a:lnTo>
                <a:lnTo>
                  <a:pt x="436740" y="8547"/>
                </a:lnTo>
                <a:lnTo>
                  <a:pt x="391350" y="18935"/>
                </a:lnTo>
                <a:lnTo>
                  <a:pt x="347446" y="33147"/>
                </a:lnTo>
                <a:lnTo>
                  <a:pt x="305219" y="50990"/>
                </a:lnTo>
                <a:lnTo>
                  <a:pt x="264871" y="72288"/>
                </a:lnTo>
                <a:lnTo>
                  <a:pt x="226606" y="96837"/>
                </a:lnTo>
                <a:lnTo>
                  <a:pt x="190601" y="124447"/>
                </a:lnTo>
                <a:lnTo>
                  <a:pt x="157099" y="154940"/>
                </a:lnTo>
                <a:lnTo>
                  <a:pt x="126250" y="188112"/>
                </a:lnTo>
                <a:lnTo>
                  <a:pt x="98298" y="223774"/>
                </a:lnTo>
                <a:lnTo>
                  <a:pt x="73418" y="261734"/>
                </a:lnTo>
                <a:lnTo>
                  <a:pt x="51816" y="301815"/>
                </a:lnTo>
                <a:lnTo>
                  <a:pt x="33693" y="343827"/>
                </a:lnTo>
                <a:lnTo>
                  <a:pt x="19253" y="387565"/>
                </a:lnTo>
                <a:lnTo>
                  <a:pt x="8686" y="432841"/>
                </a:lnTo>
                <a:lnTo>
                  <a:pt x="2197" y="479475"/>
                </a:lnTo>
                <a:lnTo>
                  <a:pt x="0" y="527265"/>
                </a:lnTo>
                <a:lnTo>
                  <a:pt x="2133" y="574230"/>
                </a:lnTo>
                <a:lnTo>
                  <a:pt x="2184" y="575106"/>
                </a:lnTo>
                <a:lnTo>
                  <a:pt x="8597" y="621868"/>
                </a:lnTo>
                <a:lnTo>
                  <a:pt x="19037" y="667156"/>
                </a:lnTo>
                <a:lnTo>
                  <a:pt x="19075" y="667334"/>
                </a:lnTo>
                <a:lnTo>
                  <a:pt x="33312" y="711022"/>
                </a:lnTo>
                <a:lnTo>
                  <a:pt x="33401" y="711314"/>
                </a:lnTo>
                <a:lnTo>
                  <a:pt x="51396" y="753605"/>
                </a:lnTo>
                <a:lnTo>
                  <a:pt x="72859" y="794004"/>
                </a:lnTo>
                <a:lnTo>
                  <a:pt x="97612" y="832294"/>
                </a:lnTo>
                <a:lnTo>
                  <a:pt x="125437" y="868299"/>
                </a:lnTo>
                <a:lnTo>
                  <a:pt x="156159" y="901788"/>
                </a:lnTo>
                <a:lnTo>
                  <a:pt x="189585" y="932573"/>
                </a:lnTo>
                <a:lnTo>
                  <a:pt x="225513" y="960450"/>
                </a:lnTo>
                <a:lnTo>
                  <a:pt x="263766" y="985215"/>
                </a:lnTo>
                <a:lnTo>
                  <a:pt x="304139" y="1006652"/>
                </a:lnTo>
                <a:lnTo>
                  <a:pt x="346443" y="1024585"/>
                </a:lnTo>
                <a:lnTo>
                  <a:pt x="390486" y="1038783"/>
                </a:lnTo>
                <a:lnTo>
                  <a:pt x="436079" y="1049058"/>
                </a:lnTo>
                <a:lnTo>
                  <a:pt x="483031" y="1055204"/>
                </a:lnTo>
                <a:lnTo>
                  <a:pt x="531139" y="1057021"/>
                </a:lnTo>
                <a:lnTo>
                  <a:pt x="578827" y="1054836"/>
                </a:lnTo>
                <a:lnTo>
                  <a:pt x="625360" y="1048397"/>
                </a:lnTo>
                <a:lnTo>
                  <a:pt x="670547" y="1037920"/>
                </a:lnTo>
                <a:lnTo>
                  <a:pt x="714184" y="1023569"/>
                </a:lnTo>
                <a:lnTo>
                  <a:pt x="756094" y="1005573"/>
                </a:lnTo>
                <a:lnTo>
                  <a:pt x="796099" y="984097"/>
                </a:lnTo>
                <a:lnTo>
                  <a:pt x="833983" y="959358"/>
                </a:lnTo>
                <a:lnTo>
                  <a:pt x="869569" y="931545"/>
                </a:lnTo>
                <a:lnTo>
                  <a:pt x="871689" y="929576"/>
                </a:lnTo>
                <a:lnTo>
                  <a:pt x="902677" y="900849"/>
                </a:lnTo>
                <a:lnTo>
                  <a:pt x="933094" y="867473"/>
                </a:lnTo>
                <a:lnTo>
                  <a:pt x="960640" y="831608"/>
                </a:lnTo>
                <a:lnTo>
                  <a:pt x="985139" y="793445"/>
                </a:lnTo>
                <a:lnTo>
                  <a:pt x="1006386" y="753186"/>
                </a:lnTo>
                <a:lnTo>
                  <a:pt x="1024077" y="711314"/>
                </a:lnTo>
                <a:lnTo>
                  <a:pt x="1024204" y="711022"/>
                </a:lnTo>
                <a:lnTo>
                  <a:pt x="1038326" y="667334"/>
                </a:lnTo>
                <a:lnTo>
                  <a:pt x="1038377" y="667156"/>
                </a:lnTo>
                <a:lnTo>
                  <a:pt x="1048727" y="621868"/>
                </a:lnTo>
                <a:lnTo>
                  <a:pt x="1055103" y="575106"/>
                </a:lnTo>
                <a:lnTo>
                  <a:pt x="1057275" y="527265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955005" y="2427503"/>
            <a:ext cx="4915535" cy="6724650"/>
          </a:xfrm>
          <a:custGeom>
            <a:avLst/>
            <a:gdLst/>
            <a:ahLst/>
            <a:cxnLst/>
            <a:rect l="l" t="t" r="r" b="b"/>
            <a:pathLst>
              <a:path w="4915534" h="6724650">
                <a:moveTo>
                  <a:pt x="4095381" y="0"/>
                </a:moveTo>
                <a:lnTo>
                  <a:pt x="819543" y="0"/>
                </a:lnTo>
                <a:lnTo>
                  <a:pt x="771426" y="1394"/>
                </a:lnTo>
                <a:lnTo>
                  <a:pt x="724036" y="5525"/>
                </a:lnTo>
                <a:lnTo>
                  <a:pt x="677451" y="12317"/>
                </a:lnTo>
                <a:lnTo>
                  <a:pt x="631747" y="21691"/>
                </a:lnTo>
                <a:lnTo>
                  <a:pt x="587002" y="33570"/>
                </a:lnTo>
                <a:lnTo>
                  <a:pt x="543294" y="47878"/>
                </a:lnTo>
                <a:lnTo>
                  <a:pt x="500698" y="64536"/>
                </a:lnTo>
                <a:lnTo>
                  <a:pt x="459292" y="83468"/>
                </a:lnTo>
                <a:lnTo>
                  <a:pt x="419155" y="104596"/>
                </a:lnTo>
                <a:lnTo>
                  <a:pt x="380361" y="127843"/>
                </a:lnTo>
                <a:lnTo>
                  <a:pt x="342990" y="153132"/>
                </a:lnTo>
                <a:lnTo>
                  <a:pt x="307118" y="180386"/>
                </a:lnTo>
                <a:lnTo>
                  <a:pt x="272822" y="209527"/>
                </a:lnTo>
                <a:lnTo>
                  <a:pt x="240179" y="240477"/>
                </a:lnTo>
                <a:lnTo>
                  <a:pt x="209266" y="273160"/>
                </a:lnTo>
                <a:lnTo>
                  <a:pt x="180162" y="307499"/>
                </a:lnTo>
                <a:lnTo>
                  <a:pt x="152942" y="343416"/>
                </a:lnTo>
                <a:lnTo>
                  <a:pt x="127685" y="380834"/>
                </a:lnTo>
                <a:lnTo>
                  <a:pt x="104466" y="419675"/>
                </a:lnTo>
                <a:lnTo>
                  <a:pt x="83364" y="459863"/>
                </a:lnTo>
                <a:lnTo>
                  <a:pt x="64456" y="501319"/>
                </a:lnTo>
                <a:lnTo>
                  <a:pt x="47818" y="543968"/>
                </a:lnTo>
                <a:lnTo>
                  <a:pt x="33529" y="587731"/>
                </a:lnTo>
                <a:lnTo>
                  <a:pt x="21664" y="632531"/>
                </a:lnTo>
                <a:lnTo>
                  <a:pt x="12301" y="678291"/>
                </a:lnTo>
                <a:lnTo>
                  <a:pt x="5518" y="724934"/>
                </a:lnTo>
                <a:lnTo>
                  <a:pt x="1392" y="772383"/>
                </a:lnTo>
                <a:lnTo>
                  <a:pt x="0" y="820559"/>
                </a:lnTo>
                <a:lnTo>
                  <a:pt x="0" y="5904077"/>
                </a:lnTo>
                <a:lnTo>
                  <a:pt x="1392" y="5952255"/>
                </a:lnTo>
                <a:lnTo>
                  <a:pt x="5518" y="5999705"/>
                </a:lnTo>
                <a:lnTo>
                  <a:pt x="12301" y="6046349"/>
                </a:lnTo>
                <a:lnTo>
                  <a:pt x="21664" y="6092110"/>
                </a:lnTo>
                <a:lnTo>
                  <a:pt x="33529" y="6136911"/>
                </a:lnTo>
                <a:lnTo>
                  <a:pt x="47818" y="6180675"/>
                </a:lnTo>
                <a:lnTo>
                  <a:pt x="64456" y="6223324"/>
                </a:lnTo>
                <a:lnTo>
                  <a:pt x="83364" y="6264781"/>
                </a:lnTo>
                <a:lnTo>
                  <a:pt x="104466" y="6304969"/>
                </a:lnTo>
                <a:lnTo>
                  <a:pt x="127685" y="6343811"/>
                </a:lnTo>
                <a:lnTo>
                  <a:pt x="152942" y="6381229"/>
                </a:lnTo>
                <a:lnTo>
                  <a:pt x="180162" y="6417146"/>
                </a:lnTo>
                <a:lnTo>
                  <a:pt x="209266" y="6451484"/>
                </a:lnTo>
                <a:lnTo>
                  <a:pt x="240179" y="6484168"/>
                </a:lnTo>
                <a:lnTo>
                  <a:pt x="272822" y="6515118"/>
                </a:lnTo>
                <a:lnTo>
                  <a:pt x="307118" y="6544259"/>
                </a:lnTo>
                <a:lnTo>
                  <a:pt x="342990" y="6571513"/>
                </a:lnTo>
                <a:lnTo>
                  <a:pt x="380361" y="6596801"/>
                </a:lnTo>
                <a:lnTo>
                  <a:pt x="419155" y="6620049"/>
                </a:lnTo>
                <a:lnTo>
                  <a:pt x="459292" y="6641177"/>
                </a:lnTo>
                <a:lnTo>
                  <a:pt x="500698" y="6660108"/>
                </a:lnTo>
                <a:lnTo>
                  <a:pt x="543294" y="6676767"/>
                </a:lnTo>
                <a:lnTo>
                  <a:pt x="587002" y="6691074"/>
                </a:lnTo>
                <a:lnTo>
                  <a:pt x="631747" y="6702953"/>
                </a:lnTo>
                <a:lnTo>
                  <a:pt x="677451" y="6712327"/>
                </a:lnTo>
                <a:lnTo>
                  <a:pt x="724036" y="6719119"/>
                </a:lnTo>
                <a:lnTo>
                  <a:pt x="771426" y="6723250"/>
                </a:lnTo>
                <a:lnTo>
                  <a:pt x="819543" y="6724645"/>
                </a:lnTo>
                <a:lnTo>
                  <a:pt x="4095381" y="6724645"/>
                </a:lnTo>
                <a:lnTo>
                  <a:pt x="4143498" y="6723250"/>
                </a:lnTo>
                <a:lnTo>
                  <a:pt x="4190888" y="6719119"/>
                </a:lnTo>
                <a:lnTo>
                  <a:pt x="4237473" y="6712327"/>
                </a:lnTo>
                <a:lnTo>
                  <a:pt x="4283176" y="6702953"/>
                </a:lnTo>
                <a:lnTo>
                  <a:pt x="4327921" y="6691074"/>
                </a:lnTo>
                <a:lnTo>
                  <a:pt x="4371629" y="6676767"/>
                </a:lnTo>
                <a:lnTo>
                  <a:pt x="4414225" y="6660108"/>
                </a:lnTo>
                <a:lnTo>
                  <a:pt x="4455630" y="6641177"/>
                </a:lnTo>
                <a:lnTo>
                  <a:pt x="4495767" y="6620049"/>
                </a:lnTo>
                <a:lnTo>
                  <a:pt x="4534559" y="6596801"/>
                </a:lnTo>
                <a:lnTo>
                  <a:pt x="4571930" y="6571513"/>
                </a:lnTo>
                <a:lnTo>
                  <a:pt x="4607802" y="6544259"/>
                </a:lnTo>
                <a:lnTo>
                  <a:pt x="4642097" y="6515118"/>
                </a:lnTo>
                <a:lnTo>
                  <a:pt x="4674739" y="6484168"/>
                </a:lnTo>
                <a:lnTo>
                  <a:pt x="4705651" y="6451484"/>
                </a:lnTo>
                <a:lnTo>
                  <a:pt x="4734755" y="6417146"/>
                </a:lnTo>
                <a:lnTo>
                  <a:pt x="4761974" y="6381229"/>
                </a:lnTo>
                <a:lnTo>
                  <a:pt x="4787231" y="6343811"/>
                </a:lnTo>
                <a:lnTo>
                  <a:pt x="4810449" y="6304969"/>
                </a:lnTo>
                <a:lnTo>
                  <a:pt x="4831550" y="6264781"/>
                </a:lnTo>
                <a:lnTo>
                  <a:pt x="4850458" y="6223324"/>
                </a:lnTo>
                <a:lnTo>
                  <a:pt x="4867095" y="6180675"/>
                </a:lnTo>
                <a:lnTo>
                  <a:pt x="4881384" y="6136911"/>
                </a:lnTo>
                <a:lnTo>
                  <a:pt x="4893249" y="6092110"/>
                </a:lnTo>
                <a:lnTo>
                  <a:pt x="4902611" y="6046349"/>
                </a:lnTo>
                <a:lnTo>
                  <a:pt x="4909393" y="5999705"/>
                </a:lnTo>
                <a:lnTo>
                  <a:pt x="4913520" y="5952255"/>
                </a:lnTo>
                <a:lnTo>
                  <a:pt x="4914912" y="5904077"/>
                </a:lnTo>
                <a:lnTo>
                  <a:pt x="4914912" y="820559"/>
                </a:lnTo>
                <a:lnTo>
                  <a:pt x="4913369" y="770488"/>
                </a:lnTo>
                <a:lnTo>
                  <a:pt x="4908781" y="720820"/>
                </a:lnTo>
                <a:lnTo>
                  <a:pt x="4901210" y="671692"/>
                </a:lnTo>
                <a:lnTo>
                  <a:pt x="4890718" y="623241"/>
                </a:lnTo>
                <a:lnTo>
                  <a:pt x="4877366" y="575603"/>
                </a:lnTo>
                <a:lnTo>
                  <a:pt x="4861216" y="528915"/>
                </a:lnTo>
                <a:lnTo>
                  <a:pt x="4842329" y="483312"/>
                </a:lnTo>
                <a:lnTo>
                  <a:pt x="4820769" y="438933"/>
                </a:lnTo>
                <a:lnTo>
                  <a:pt x="4796595" y="395913"/>
                </a:lnTo>
                <a:lnTo>
                  <a:pt x="4769871" y="354389"/>
                </a:lnTo>
                <a:lnTo>
                  <a:pt x="4740657" y="314497"/>
                </a:lnTo>
                <a:lnTo>
                  <a:pt x="4709016" y="276374"/>
                </a:lnTo>
                <a:lnTo>
                  <a:pt x="4675009" y="240157"/>
                </a:lnTo>
                <a:lnTo>
                  <a:pt x="4638342" y="206105"/>
                </a:lnTo>
                <a:lnTo>
                  <a:pt x="4599929" y="174425"/>
                </a:lnTo>
                <a:lnTo>
                  <a:pt x="4559886" y="145177"/>
                </a:lnTo>
                <a:lnTo>
                  <a:pt x="4518330" y="118423"/>
                </a:lnTo>
                <a:lnTo>
                  <a:pt x="4475376" y="94224"/>
                </a:lnTo>
                <a:lnTo>
                  <a:pt x="4431141" y="72642"/>
                </a:lnTo>
                <a:lnTo>
                  <a:pt x="4385741" y="53739"/>
                </a:lnTo>
                <a:lnTo>
                  <a:pt x="4339292" y="37574"/>
                </a:lnTo>
                <a:lnTo>
                  <a:pt x="4291910" y="24211"/>
                </a:lnTo>
                <a:lnTo>
                  <a:pt x="4243712" y="13711"/>
                </a:lnTo>
                <a:lnTo>
                  <a:pt x="4194814" y="6134"/>
                </a:lnTo>
                <a:lnTo>
                  <a:pt x="4145332" y="1543"/>
                </a:lnTo>
                <a:lnTo>
                  <a:pt x="4095381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527060" y="5186051"/>
            <a:ext cx="3651885" cy="18046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900" spc="-25" dirty="0">
                <a:solidFill>
                  <a:srgbClr val="1D1D1B"/>
                </a:solidFill>
                <a:latin typeface="Arial Black"/>
                <a:cs typeface="Arial Black"/>
              </a:rPr>
              <a:t>Values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ts val="2700"/>
              </a:lnSpc>
              <a:spcBef>
                <a:spcPts val="269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Saturn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80" dirty="0">
                <a:solidFill>
                  <a:srgbClr val="1D1D1B"/>
                </a:solidFill>
                <a:latin typeface="Tahoma"/>
                <a:cs typeface="Tahoma"/>
              </a:rPr>
              <a:t>gas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giant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has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several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rings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30476" y="3914990"/>
            <a:ext cx="1141095" cy="1078230"/>
          </a:xfrm>
          <a:custGeom>
            <a:avLst/>
            <a:gdLst/>
            <a:ahLst/>
            <a:cxnLst/>
            <a:rect l="l" t="t" r="r" b="b"/>
            <a:pathLst>
              <a:path w="1141094" h="1078229">
                <a:moveTo>
                  <a:pt x="913247" y="907364"/>
                </a:moveTo>
                <a:lnTo>
                  <a:pt x="569291" y="907364"/>
                </a:lnTo>
                <a:lnTo>
                  <a:pt x="885521" y="1072794"/>
                </a:lnTo>
                <a:lnTo>
                  <a:pt x="890601" y="1075296"/>
                </a:lnTo>
                <a:lnTo>
                  <a:pt x="895554" y="1077798"/>
                </a:lnTo>
                <a:lnTo>
                  <a:pt x="903174" y="1075296"/>
                </a:lnTo>
                <a:lnTo>
                  <a:pt x="917436" y="1072240"/>
                </a:lnTo>
                <a:lnTo>
                  <a:pt x="928876" y="1064013"/>
                </a:lnTo>
                <a:lnTo>
                  <a:pt x="935624" y="1052027"/>
                </a:lnTo>
                <a:lnTo>
                  <a:pt x="935813" y="1037691"/>
                </a:lnTo>
                <a:lnTo>
                  <a:pt x="913247" y="907364"/>
                </a:lnTo>
                <a:close/>
              </a:path>
              <a:path w="1141094" h="1078229">
                <a:moveTo>
                  <a:pt x="569291" y="0"/>
                </a:moveTo>
                <a:lnTo>
                  <a:pt x="381077" y="335876"/>
                </a:lnTo>
                <a:lnTo>
                  <a:pt x="27128" y="386003"/>
                </a:lnTo>
                <a:lnTo>
                  <a:pt x="9941" y="394309"/>
                </a:lnTo>
                <a:lnTo>
                  <a:pt x="506" y="409194"/>
                </a:lnTo>
                <a:lnTo>
                  <a:pt x="0" y="426898"/>
                </a:lnTo>
                <a:lnTo>
                  <a:pt x="9602" y="443661"/>
                </a:lnTo>
                <a:lnTo>
                  <a:pt x="265634" y="689292"/>
                </a:lnTo>
                <a:lnTo>
                  <a:pt x="205309" y="1037691"/>
                </a:lnTo>
                <a:lnTo>
                  <a:pt x="223686" y="1073649"/>
                </a:lnTo>
                <a:lnTo>
                  <a:pt x="237948" y="1075296"/>
                </a:lnTo>
                <a:lnTo>
                  <a:pt x="247981" y="1075296"/>
                </a:lnTo>
                <a:lnTo>
                  <a:pt x="253061" y="1072794"/>
                </a:lnTo>
                <a:lnTo>
                  <a:pt x="569291" y="907364"/>
                </a:lnTo>
                <a:lnTo>
                  <a:pt x="913247" y="907364"/>
                </a:lnTo>
                <a:lnTo>
                  <a:pt x="875488" y="689292"/>
                </a:lnTo>
                <a:lnTo>
                  <a:pt x="1131520" y="443661"/>
                </a:lnTo>
                <a:lnTo>
                  <a:pt x="1141083" y="426898"/>
                </a:lnTo>
                <a:lnTo>
                  <a:pt x="1140299" y="409194"/>
                </a:lnTo>
                <a:lnTo>
                  <a:pt x="1130109" y="394309"/>
                </a:lnTo>
                <a:lnTo>
                  <a:pt x="1111454" y="386003"/>
                </a:lnTo>
                <a:lnTo>
                  <a:pt x="757505" y="335876"/>
                </a:lnTo>
                <a:lnTo>
                  <a:pt x="599390" y="17551"/>
                </a:lnTo>
                <a:lnTo>
                  <a:pt x="594365" y="9520"/>
                </a:lnTo>
                <a:lnTo>
                  <a:pt x="587198" y="4075"/>
                </a:lnTo>
                <a:lnTo>
                  <a:pt x="578602" y="979"/>
                </a:lnTo>
                <a:lnTo>
                  <a:pt x="569291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4997" y="1469999"/>
            <a:ext cx="15897860" cy="7343775"/>
          </a:xfrm>
          <a:custGeom>
            <a:avLst/>
            <a:gdLst/>
            <a:ahLst/>
            <a:cxnLst/>
            <a:rect l="l" t="t" r="r" b="b"/>
            <a:pathLst>
              <a:path w="15897860" h="7343775">
                <a:moveTo>
                  <a:pt x="14672062" y="0"/>
                </a:moveTo>
                <a:lnTo>
                  <a:pt x="1225175" y="0"/>
                </a:lnTo>
                <a:lnTo>
                  <a:pt x="1177002" y="929"/>
                </a:lnTo>
                <a:lnTo>
                  <a:pt x="1129305" y="3693"/>
                </a:lnTo>
                <a:lnTo>
                  <a:pt x="1082118" y="8259"/>
                </a:lnTo>
                <a:lnTo>
                  <a:pt x="1035475" y="14591"/>
                </a:lnTo>
                <a:lnTo>
                  <a:pt x="989409" y="22655"/>
                </a:lnTo>
                <a:lnTo>
                  <a:pt x="943954" y="32417"/>
                </a:lnTo>
                <a:lnTo>
                  <a:pt x="899145" y="43843"/>
                </a:lnTo>
                <a:lnTo>
                  <a:pt x="855014" y="56897"/>
                </a:lnTo>
                <a:lnTo>
                  <a:pt x="811597" y="71547"/>
                </a:lnTo>
                <a:lnTo>
                  <a:pt x="768926" y="87756"/>
                </a:lnTo>
                <a:lnTo>
                  <a:pt x="727035" y="105491"/>
                </a:lnTo>
                <a:lnTo>
                  <a:pt x="685958" y="124717"/>
                </a:lnTo>
                <a:lnTo>
                  <a:pt x="645730" y="145401"/>
                </a:lnTo>
                <a:lnTo>
                  <a:pt x="606383" y="167507"/>
                </a:lnTo>
                <a:lnTo>
                  <a:pt x="567952" y="191001"/>
                </a:lnTo>
                <a:lnTo>
                  <a:pt x="530471" y="215849"/>
                </a:lnTo>
                <a:lnTo>
                  <a:pt x="493972" y="242017"/>
                </a:lnTo>
                <a:lnTo>
                  <a:pt x="458491" y="269469"/>
                </a:lnTo>
                <a:lnTo>
                  <a:pt x="424061" y="298172"/>
                </a:lnTo>
                <a:lnTo>
                  <a:pt x="390716" y="328091"/>
                </a:lnTo>
                <a:lnTo>
                  <a:pt x="358489" y="359192"/>
                </a:lnTo>
                <a:lnTo>
                  <a:pt x="327414" y="391440"/>
                </a:lnTo>
                <a:lnTo>
                  <a:pt x="297526" y="424802"/>
                </a:lnTo>
                <a:lnTo>
                  <a:pt x="268858" y="459242"/>
                </a:lnTo>
                <a:lnTo>
                  <a:pt x="241443" y="494726"/>
                </a:lnTo>
                <a:lnTo>
                  <a:pt x="215316" y="531220"/>
                </a:lnTo>
                <a:lnTo>
                  <a:pt x="190511" y="568689"/>
                </a:lnTo>
                <a:lnTo>
                  <a:pt x="167061" y="607099"/>
                </a:lnTo>
                <a:lnTo>
                  <a:pt x="145000" y="646416"/>
                </a:lnTo>
                <a:lnTo>
                  <a:pt x="124362" y="686605"/>
                </a:lnTo>
                <a:lnTo>
                  <a:pt x="105180" y="727632"/>
                </a:lnTo>
                <a:lnTo>
                  <a:pt x="87489" y="769462"/>
                </a:lnTo>
                <a:lnTo>
                  <a:pt x="71323" y="812061"/>
                </a:lnTo>
                <a:lnTo>
                  <a:pt x="56714" y="855395"/>
                </a:lnTo>
                <a:lnTo>
                  <a:pt x="43698" y="899429"/>
                </a:lnTo>
                <a:lnTo>
                  <a:pt x="32307" y="944128"/>
                </a:lnTo>
                <a:lnTo>
                  <a:pt x="22576" y="989459"/>
                </a:lnTo>
                <a:lnTo>
                  <a:pt x="14539" y="1035387"/>
                </a:lnTo>
                <a:lnTo>
                  <a:pt x="8229" y="1081878"/>
                </a:lnTo>
                <a:lnTo>
                  <a:pt x="3679" y="1128897"/>
                </a:lnTo>
                <a:lnTo>
                  <a:pt x="925" y="1176409"/>
                </a:lnTo>
                <a:lnTo>
                  <a:pt x="0" y="1224381"/>
                </a:lnTo>
                <a:lnTo>
                  <a:pt x="0" y="6119393"/>
                </a:lnTo>
                <a:lnTo>
                  <a:pt x="929" y="6167535"/>
                </a:lnTo>
                <a:lnTo>
                  <a:pt x="3696" y="6215202"/>
                </a:lnTo>
                <a:lnTo>
                  <a:pt x="8264" y="6262359"/>
                </a:lnTo>
                <a:lnTo>
                  <a:pt x="14601" y="6308972"/>
                </a:lnTo>
                <a:lnTo>
                  <a:pt x="22670" y="6355008"/>
                </a:lnTo>
                <a:lnTo>
                  <a:pt x="32439" y="6400434"/>
                </a:lnTo>
                <a:lnTo>
                  <a:pt x="43872" y="6445214"/>
                </a:lnTo>
                <a:lnTo>
                  <a:pt x="56935" y="6489316"/>
                </a:lnTo>
                <a:lnTo>
                  <a:pt x="71593" y="6532706"/>
                </a:lnTo>
                <a:lnTo>
                  <a:pt x="87813" y="6575350"/>
                </a:lnTo>
                <a:lnTo>
                  <a:pt x="105560" y="6617213"/>
                </a:lnTo>
                <a:lnTo>
                  <a:pt x="124799" y="6658263"/>
                </a:lnTo>
                <a:lnTo>
                  <a:pt x="145496" y="6698466"/>
                </a:lnTo>
                <a:lnTo>
                  <a:pt x="167617" y="6737787"/>
                </a:lnTo>
                <a:lnTo>
                  <a:pt x="191126" y="6776193"/>
                </a:lnTo>
                <a:lnTo>
                  <a:pt x="215991" y="6813650"/>
                </a:lnTo>
                <a:lnTo>
                  <a:pt x="242175" y="6850125"/>
                </a:lnTo>
                <a:lnTo>
                  <a:pt x="269645" y="6885583"/>
                </a:lnTo>
                <a:lnTo>
                  <a:pt x="298367" y="6919991"/>
                </a:lnTo>
                <a:lnTo>
                  <a:pt x="328306" y="6953314"/>
                </a:lnTo>
                <a:lnTo>
                  <a:pt x="359427" y="6985520"/>
                </a:lnTo>
                <a:lnTo>
                  <a:pt x="391696" y="7016575"/>
                </a:lnTo>
                <a:lnTo>
                  <a:pt x="425079" y="7046443"/>
                </a:lnTo>
                <a:lnTo>
                  <a:pt x="459542" y="7075093"/>
                </a:lnTo>
                <a:lnTo>
                  <a:pt x="495049" y="7102490"/>
                </a:lnTo>
                <a:lnTo>
                  <a:pt x="531566" y="7128599"/>
                </a:lnTo>
                <a:lnTo>
                  <a:pt x="569060" y="7153388"/>
                </a:lnTo>
                <a:lnTo>
                  <a:pt x="607495" y="7176823"/>
                </a:lnTo>
                <a:lnTo>
                  <a:pt x="646837" y="7198870"/>
                </a:lnTo>
                <a:lnTo>
                  <a:pt x="687052" y="7219494"/>
                </a:lnTo>
                <a:lnTo>
                  <a:pt x="728106" y="7238663"/>
                </a:lnTo>
                <a:lnTo>
                  <a:pt x="769963" y="7256342"/>
                </a:lnTo>
                <a:lnTo>
                  <a:pt x="812590" y="7272498"/>
                </a:lnTo>
                <a:lnTo>
                  <a:pt x="855951" y="7287097"/>
                </a:lnTo>
                <a:lnTo>
                  <a:pt x="900014" y="7300105"/>
                </a:lnTo>
                <a:lnTo>
                  <a:pt x="944742" y="7311488"/>
                </a:lnTo>
                <a:lnTo>
                  <a:pt x="990102" y="7321213"/>
                </a:lnTo>
                <a:lnTo>
                  <a:pt x="1036060" y="7329245"/>
                </a:lnTo>
                <a:lnTo>
                  <a:pt x="1082580" y="7335551"/>
                </a:lnTo>
                <a:lnTo>
                  <a:pt x="1129629" y="7340097"/>
                </a:lnTo>
                <a:lnTo>
                  <a:pt x="1177172" y="7342850"/>
                </a:lnTo>
                <a:lnTo>
                  <a:pt x="1225175" y="7343775"/>
                </a:lnTo>
                <a:lnTo>
                  <a:pt x="14672062" y="7343775"/>
                </a:lnTo>
                <a:lnTo>
                  <a:pt x="14720232" y="7342845"/>
                </a:lnTo>
                <a:lnTo>
                  <a:pt x="14767925" y="7340081"/>
                </a:lnTo>
                <a:lnTo>
                  <a:pt x="14815109" y="7335515"/>
                </a:lnTo>
                <a:lnTo>
                  <a:pt x="14861750" y="7329183"/>
                </a:lnTo>
                <a:lnTo>
                  <a:pt x="14907814" y="7321119"/>
                </a:lnTo>
                <a:lnTo>
                  <a:pt x="14953266" y="7311357"/>
                </a:lnTo>
                <a:lnTo>
                  <a:pt x="14998074" y="7299931"/>
                </a:lnTo>
                <a:lnTo>
                  <a:pt x="15042203" y="7286877"/>
                </a:lnTo>
                <a:lnTo>
                  <a:pt x="15085619" y="7272228"/>
                </a:lnTo>
                <a:lnTo>
                  <a:pt x="15128289" y="7256018"/>
                </a:lnTo>
                <a:lnTo>
                  <a:pt x="15170179" y="7238283"/>
                </a:lnTo>
                <a:lnTo>
                  <a:pt x="15211255" y="7219057"/>
                </a:lnTo>
                <a:lnTo>
                  <a:pt x="15251483" y="7198373"/>
                </a:lnTo>
                <a:lnTo>
                  <a:pt x="15290830" y="7176267"/>
                </a:lnTo>
                <a:lnTo>
                  <a:pt x="15329260" y="7152773"/>
                </a:lnTo>
                <a:lnTo>
                  <a:pt x="15366742" y="7127925"/>
                </a:lnTo>
                <a:lnTo>
                  <a:pt x="15403240" y="7101758"/>
                </a:lnTo>
                <a:lnTo>
                  <a:pt x="15438722" y="7074305"/>
                </a:lnTo>
                <a:lnTo>
                  <a:pt x="15473152" y="7045602"/>
                </a:lnTo>
                <a:lnTo>
                  <a:pt x="15506498" y="7015683"/>
                </a:lnTo>
                <a:lnTo>
                  <a:pt x="15538726" y="6984582"/>
                </a:lnTo>
                <a:lnTo>
                  <a:pt x="15569801" y="6952334"/>
                </a:lnTo>
                <a:lnTo>
                  <a:pt x="15599690" y="6918972"/>
                </a:lnTo>
                <a:lnTo>
                  <a:pt x="15628359" y="6884533"/>
                </a:lnTo>
                <a:lnTo>
                  <a:pt x="15655775" y="6849048"/>
                </a:lnTo>
                <a:lnTo>
                  <a:pt x="15681903" y="6812555"/>
                </a:lnTo>
                <a:lnTo>
                  <a:pt x="15706709" y="6775085"/>
                </a:lnTo>
                <a:lnTo>
                  <a:pt x="15730160" y="6736675"/>
                </a:lnTo>
                <a:lnTo>
                  <a:pt x="15752222" y="6697358"/>
                </a:lnTo>
                <a:lnTo>
                  <a:pt x="15772861" y="6657169"/>
                </a:lnTo>
                <a:lnTo>
                  <a:pt x="15792044" y="6616143"/>
                </a:lnTo>
                <a:lnTo>
                  <a:pt x="15809736" y="6574312"/>
                </a:lnTo>
                <a:lnTo>
                  <a:pt x="15825903" y="6531713"/>
                </a:lnTo>
                <a:lnTo>
                  <a:pt x="15840512" y="6488379"/>
                </a:lnTo>
                <a:lnTo>
                  <a:pt x="15853530" y="6444346"/>
                </a:lnTo>
                <a:lnTo>
                  <a:pt x="15864921" y="6399646"/>
                </a:lnTo>
                <a:lnTo>
                  <a:pt x="15874652" y="6354315"/>
                </a:lnTo>
                <a:lnTo>
                  <a:pt x="15882691" y="6308387"/>
                </a:lnTo>
                <a:lnTo>
                  <a:pt x="15889001" y="6261896"/>
                </a:lnTo>
                <a:lnTo>
                  <a:pt x="15893551" y="6214877"/>
                </a:lnTo>
                <a:lnTo>
                  <a:pt x="15896305" y="6167365"/>
                </a:lnTo>
                <a:lnTo>
                  <a:pt x="15897231" y="6119393"/>
                </a:lnTo>
                <a:lnTo>
                  <a:pt x="15897231" y="1224381"/>
                </a:lnTo>
                <a:lnTo>
                  <a:pt x="15895795" y="1173225"/>
                </a:lnTo>
                <a:lnTo>
                  <a:pt x="15892301" y="1122374"/>
                </a:lnTo>
                <a:lnTo>
                  <a:pt x="15886770" y="1071887"/>
                </a:lnTo>
                <a:lnTo>
                  <a:pt x="15879220" y="1021819"/>
                </a:lnTo>
                <a:lnTo>
                  <a:pt x="15869673" y="972228"/>
                </a:lnTo>
                <a:lnTo>
                  <a:pt x="15858146" y="923170"/>
                </a:lnTo>
                <a:lnTo>
                  <a:pt x="15844661" y="874703"/>
                </a:lnTo>
                <a:lnTo>
                  <a:pt x="15829236" y="826882"/>
                </a:lnTo>
                <a:lnTo>
                  <a:pt x="15811891" y="779766"/>
                </a:lnTo>
                <a:lnTo>
                  <a:pt x="15792646" y="733410"/>
                </a:lnTo>
                <a:lnTo>
                  <a:pt x="15771521" y="687872"/>
                </a:lnTo>
                <a:lnTo>
                  <a:pt x="15748535" y="643208"/>
                </a:lnTo>
                <a:lnTo>
                  <a:pt x="15723709" y="599475"/>
                </a:lnTo>
                <a:lnTo>
                  <a:pt x="15697060" y="556730"/>
                </a:lnTo>
                <a:lnTo>
                  <a:pt x="15668610" y="515031"/>
                </a:lnTo>
                <a:lnTo>
                  <a:pt x="15638378" y="474432"/>
                </a:lnTo>
                <a:lnTo>
                  <a:pt x="15606384" y="434993"/>
                </a:lnTo>
                <a:lnTo>
                  <a:pt x="15572646" y="396768"/>
                </a:lnTo>
                <a:lnTo>
                  <a:pt x="15537186" y="359816"/>
                </a:lnTo>
                <a:lnTo>
                  <a:pt x="15500214" y="324354"/>
                </a:lnTo>
                <a:lnTo>
                  <a:pt x="15461968" y="290579"/>
                </a:lnTo>
                <a:lnTo>
                  <a:pt x="15422503" y="258518"/>
                </a:lnTo>
                <a:lnTo>
                  <a:pt x="15381879" y="228196"/>
                </a:lnTo>
                <a:lnTo>
                  <a:pt x="15340150" y="199641"/>
                </a:lnTo>
                <a:lnTo>
                  <a:pt x="15297375" y="172878"/>
                </a:lnTo>
                <a:lnTo>
                  <a:pt x="15253611" y="147934"/>
                </a:lnTo>
                <a:lnTo>
                  <a:pt x="15208915" y="124834"/>
                </a:lnTo>
                <a:lnTo>
                  <a:pt x="15163344" y="103606"/>
                </a:lnTo>
                <a:lnTo>
                  <a:pt x="15116954" y="84275"/>
                </a:lnTo>
                <a:lnTo>
                  <a:pt x="15069804" y="66867"/>
                </a:lnTo>
                <a:lnTo>
                  <a:pt x="15021950" y="51409"/>
                </a:lnTo>
                <a:lnTo>
                  <a:pt x="14973449" y="37927"/>
                </a:lnTo>
                <a:lnTo>
                  <a:pt x="14924359" y="26448"/>
                </a:lnTo>
                <a:lnTo>
                  <a:pt x="14874736" y="16996"/>
                </a:lnTo>
                <a:lnTo>
                  <a:pt x="14824638" y="9600"/>
                </a:lnTo>
                <a:lnTo>
                  <a:pt x="14774121" y="4284"/>
                </a:lnTo>
                <a:lnTo>
                  <a:pt x="14723244" y="1075"/>
                </a:lnTo>
                <a:lnTo>
                  <a:pt x="1467206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09523" y="6494297"/>
            <a:ext cx="4673600" cy="565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285" dirty="0">
                <a:solidFill>
                  <a:srgbClr val="1D1D1B"/>
                </a:solidFill>
                <a:latin typeface="Arial Black"/>
                <a:cs typeface="Arial Black"/>
              </a:rPr>
              <a:t>—</a:t>
            </a:r>
            <a:r>
              <a:rPr sz="3550" spc="-31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3550" spc="-155" dirty="0">
                <a:solidFill>
                  <a:srgbClr val="1D1D1B"/>
                </a:solidFill>
                <a:latin typeface="Arial Black"/>
                <a:cs typeface="Arial Black"/>
              </a:rPr>
              <a:t>Someofie</a:t>
            </a:r>
            <a:r>
              <a:rPr sz="3550" spc="-31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3550" spc="-80" dirty="0">
                <a:solidFill>
                  <a:srgbClr val="1D1D1B"/>
                </a:solidFill>
                <a:latin typeface="Arial Black"/>
                <a:cs typeface="Arial Black"/>
              </a:rPr>
              <a:t>Famous</a:t>
            </a:r>
            <a:endParaRPr sz="35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8802" y="3572211"/>
            <a:ext cx="11419840" cy="202311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marR="5080" algn="just">
              <a:lnSpc>
                <a:spcPct val="83500"/>
              </a:lnSpc>
              <a:spcBef>
                <a:spcPts val="1090"/>
              </a:spcBef>
            </a:pPr>
            <a:r>
              <a:rPr sz="4900" spc="-25" dirty="0">
                <a:solidFill>
                  <a:srgbClr val="1D1D1B"/>
                </a:solidFill>
                <a:latin typeface="Tahoma"/>
                <a:cs typeface="Tahoma"/>
              </a:rPr>
              <a:t>“This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3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105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25" dirty="0">
                <a:solidFill>
                  <a:srgbClr val="1D1D1B"/>
                </a:solidFill>
                <a:latin typeface="Tahoma"/>
                <a:cs typeface="Tahoma"/>
              </a:rPr>
              <a:t>quote.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155" dirty="0">
                <a:solidFill>
                  <a:srgbClr val="1D1D1B"/>
                </a:solidFill>
                <a:latin typeface="Tahoma"/>
                <a:cs typeface="Tahoma"/>
              </a:rPr>
              <a:t>Words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80" dirty="0">
                <a:solidFill>
                  <a:srgbClr val="1D1D1B"/>
                </a:solidFill>
                <a:latin typeface="Tahoma"/>
                <a:cs typeface="Tahoma"/>
              </a:rPr>
              <a:t>full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8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25" dirty="0">
                <a:solidFill>
                  <a:srgbClr val="1D1D1B"/>
                </a:solidFill>
                <a:latin typeface="Tahoma"/>
                <a:cs typeface="Tahoma"/>
              </a:rPr>
              <a:t>wisdom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60" dirty="0">
                <a:solidFill>
                  <a:srgbClr val="1D1D1B"/>
                </a:solidFill>
                <a:latin typeface="Tahoma"/>
                <a:cs typeface="Tahoma"/>
              </a:rPr>
              <a:t>that</a:t>
            </a:r>
            <a:r>
              <a:rPr sz="4900" spc="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15" dirty="0">
                <a:solidFill>
                  <a:srgbClr val="1D1D1B"/>
                </a:solidFill>
                <a:latin typeface="Tahoma"/>
                <a:cs typeface="Tahoma"/>
              </a:rPr>
              <a:t>someone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55" dirty="0">
                <a:solidFill>
                  <a:srgbClr val="1D1D1B"/>
                </a:solidFill>
                <a:latin typeface="Tahoma"/>
                <a:cs typeface="Tahoma"/>
              </a:rPr>
              <a:t>important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dirty="0">
                <a:solidFill>
                  <a:srgbClr val="1D1D1B"/>
                </a:solidFill>
                <a:latin typeface="Tahoma"/>
                <a:cs typeface="Tahoma"/>
              </a:rPr>
              <a:t>said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30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30" dirty="0">
                <a:solidFill>
                  <a:srgbClr val="1D1D1B"/>
                </a:solidFill>
                <a:latin typeface="Tahoma"/>
                <a:cs typeface="Tahoma"/>
              </a:rPr>
              <a:t>can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60" dirty="0">
                <a:solidFill>
                  <a:srgbClr val="1D1D1B"/>
                </a:solidFill>
                <a:latin typeface="Tahoma"/>
                <a:cs typeface="Tahoma"/>
              </a:rPr>
              <a:t>make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45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4900" spc="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55" dirty="0">
                <a:solidFill>
                  <a:srgbClr val="1D1D1B"/>
                </a:solidFill>
                <a:latin typeface="Tahoma"/>
                <a:cs typeface="Tahoma"/>
              </a:rPr>
              <a:t>reader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dirty="0">
                <a:solidFill>
                  <a:srgbClr val="1D1D1B"/>
                </a:solidFill>
                <a:latin typeface="Tahoma"/>
                <a:cs typeface="Tahoma"/>
              </a:rPr>
              <a:t>get</a:t>
            </a:r>
            <a:r>
              <a:rPr sz="4900" spc="-5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4900" spc="-5" dirty="0">
                <a:solidFill>
                  <a:srgbClr val="1D1D1B"/>
                </a:solidFill>
                <a:latin typeface="Tahoma"/>
                <a:cs typeface="Tahoma"/>
              </a:rPr>
              <a:t>inspired</a:t>
            </a:r>
            <a:r>
              <a:rPr sz="4900" spc="-815" dirty="0">
                <a:solidFill>
                  <a:srgbClr val="1D1D1B"/>
                </a:solidFill>
                <a:latin typeface="Tahoma"/>
                <a:cs typeface="Tahoma"/>
              </a:rPr>
              <a:t>.</a:t>
            </a:r>
            <a:r>
              <a:rPr sz="4900" spc="-5" dirty="0">
                <a:solidFill>
                  <a:srgbClr val="1D1D1B"/>
                </a:solidFill>
                <a:latin typeface="Tahoma"/>
                <a:cs typeface="Tahoma"/>
              </a:rPr>
              <a:t>”</a:t>
            </a:r>
            <a:endParaRPr sz="4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65" dirty="0"/>
              <a:t>Locatiofis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0918" y="3236912"/>
            <a:ext cx="9470022" cy="5029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67395" y="3159750"/>
            <a:ext cx="2604770" cy="165481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3900" spc="-10" dirty="0">
                <a:solidFill>
                  <a:srgbClr val="1D1D1B"/>
                </a:solidFill>
                <a:latin typeface="Arial Black"/>
                <a:cs typeface="Arial Black"/>
              </a:rPr>
              <a:t>Mercury</a:t>
            </a:r>
            <a:endParaRPr sz="3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465"/>
              </a:spcBef>
            </a:pPr>
            <a:r>
              <a:rPr sz="2750" spc="-4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closest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to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28868" y="4025936"/>
            <a:ext cx="3020695" cy="7886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 indent="8255">
              <a:lnSpc>
                <a:spcPts val="2700"/>
              </a:lnSpc>
              <a:spcBef>
                <a:spcPts val="695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57936" y="3316224"/>
            <a:ext cx="162306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140" dirty="0">
                <a:solidFill>
                  <a:srgbClr val="1D1D1B"/>
                </a:solidFill>
                <a:latin typeface="Arial Black"/>
                <a:cs typeface="Arial Black"/>
              </a:rPr>
              <a:t>Vefius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7361" y="5726018"/>
            <a:ext cx="2956560" cy="165481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3900" spc="-20" dirty="0">
                <a:solidFill>
                  <a:srgbClr val="1D1D1B"/>
                </a:solidFill>
                <a:latin typeface="Arial Black"/>
                <a:cs typeface="Arial Black"/>
              </a:rPr>
              <a:t>Mars</a:t>
            </a:r>
            <a:endParaRPr sz="3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46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red, </a:t>
            </a:r>
            <a:r>
              <a:rPr sz="2750" spc="105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place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14501" y="5725728"/>
            <a:ext cx="2665095" cy="165481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854075">
              <a:lnSpc>
                <a:spcPct val="100000"/>
              </a:lnSpc>
              <a:spcBef>
                <a:spcPts val="1370"/>
              </a:spcBef>
            </a:pPr>
            <a:r>
              <a:rPr sz="3900" spc="-140" dirty="0">
                <a:solidFill>
                  <a:srgbClr val="1D1D1B"/>
                </a:solidFill>
                <a:latin typeface="Arial Black"/>
                <a:cs typeface="Arial Black"/>
              </a:rPr>
              <a:t>Jupiter</a:t>
            </a:r>
            <a:endParaRPr sz="3900">
              <a:latin typeface="Arial Black"/>
              <a:cs typeface="Arial Black"/>
            </a:endParaRPr>
          </a:p>
          <a:p>
            <a:pPr marL="12700" marR="8255" indent="419734">
              <a:lnSpc>
                <a:spcPts val="2700"/>
              </a:lnSpc>
              <a:spcBef>
                <a:spcPts val="1465"/>
              </a:spcBef>
            </a:pPr>
            <a:r>
              <a:rPr sz="2750" spc="-4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biggest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them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all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93018" y="3724491"/>
            <a:ext cx="5459730" cy="2590165"/>
            <a:chOff x="8393018" y="3724491"/>
            <a:chExt cx="5459730" cy="2590165"/>
          </a:xfrm>
        </p:grpSpPr>
        <p:sp>
          <p:nvSpPr>
            <p:cNvPr id="10" name="object 10"/>
            <p:cNvSpPr/>
            <p:nvPr/>
          </p:nvSpPr>
          <p:spPr>
            <a:xfrm>
              <a:off x="9570834" y="3724491"/>
              <a:ext cx="4253865" cy="335915"/>
            </a:xfrm>
            <a:custGeom>
              <a:avLst/>
              <a:gdLst/>
              <a:ahLst/>
              <a:cxnLst/>
              <a:rect l="l" t="t" r="r" b="b"/>
              <a:pathLst>
                <a:path w="4253865" h="335914">
                  <a:moveTo>
                    <a:pt x="4253281" y="0"/>
                  </a:moveTo>
                  <a:lnTo>
                    <a:pt x="2062518" y="0"/>
                  </a:lnTo>
                  <a:lnTo>
                    <a:pt x="2062518" y="2032"/>
                  </a:lnTo>
                  <a:lnTo>
                    <a:pt x="2060676" y="2032"/>
                  </a:lnTo>
                  <a:lnTo>
                    <a:pt x="2060676" y="306705"/>
                  </a:lnTo>
                  <a:lnTo>
                    <a:pt x="0" y="306705"/>
                  </a:lnTo>
                  <a:lnTo>
                    <a:pt x="0" y="335280"/>
                  </a:lnTo>
                  <a:lnTo>
                    <a:pt x="2060676" y="335280"/>
                  </a:lnTo>
                  <a:lnTo>
                    <a:pt x="2060676" y="335407"/>
                  </a:lnTo>
                  <a:lnTo>
                    <a:pt x="2089251" y="335407"/>
                  </a:lnTo>
                  <a:lnTo>
                    <a:pt x="2089251" y="28575"/>
                  </a:lnTo>
                  <a:lnTo>
                    <a:pt x="4253281" y="28575"/>
                  </a:lnTo>
                  <a:lnTo>
                    <a:pt x="425328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3018" y="4694450"/>
              <a:ext cx="152420" cy="152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49145" y="4752314"/>
              <a:ext cx="5403850" cy="1562100"/>
            </a:xfrm>
            <a:custGeom>
              <a:avLst/>
              <a:gdLst/>
              <a:ahLst/>
              <a:cxnLst/>
              <a:rect l="l" t="t" r="r" b="b"/>
              <a:pathLst>
                <a:path w="5403850" h="1562100">
                  <a:moveTo>
                    <a:pt x="5403545" y="1531543"/>
                  </a:moveTo>
                  <a:lnTo>
                    <a:pt x="28575" y="1531543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1562100"/>
                  </a:lnTo>
                  <a:lnTo>
                    <a:pt x="28575" y="1562100"/>
                  </a:lnTo>
                  <a:lnTo>
                    <a:pt x="28575" y="1560118"/>
                  </a:lnTo>
                  <a:lnTo>
                    <a:pt x="5403545" y="1560118"/>
                  </a:lnTo>
                  <a:lnTo>
                    <a:pt x="5403545" y="1531543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325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65390" y="2556211"/>
            <a:ext cx="395986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165" dirty="0">
                <a:solidFill>
                  <a:srgbClr val="1D1D1B"/>
                </a:solidFill>
                <a:latin typeface="Arial Black"/>
                <a:cs typeface="Arial Black"/>
              </a:rPr>
              <a:t>Our</a:t>
            </a:r>
            <a:r>
              <a:rPr sz="4900" spc="-44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265" dirty="0">
                <a:solidFill>
                  <a:srgbClr val="1D1D1B"/>
                </a:solidFill>
                <a:latin typeface="Arial Black"/>
                <a:cs typeface="Arial Black"/>
              </a:rPr>
              <a:t>services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51228" y="5134388"/>
            <a:ext cx="160020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65" dirty="0">
                <a:solidFill>
                  <a:srgbClr val="1D1D1B"/>
                </a:solidFill>
                <a:latin typeface="Arial Black"/>
                <a:cs typeface="Arial Black"/>
              </a:rPr>
              <a:t>Media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26793" y="5134388"/>
            <a:ext cx="988694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470" dirty="0">
                <a:solidFill>
                  <a:srgbClr val="1D1D1B"/>
                </a:solidFill>
                <a:latin typeface="Arial Black"/>
                <a:cs typeface="Arial Black"/>
              </a:rPr>
              <a:t>SEO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4480" y="5134388"/>
            <a:ext cx="177355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140" dirty="0">
                <a:solidFill>
                  <a:srgbClr val="1D1D1B"/>
                </a:solidFill>
                <a:latin typeface="Arial Black"/>
                <a:cs typeface="Arial Black"/>
              </a:rPr>
              <a:t>Desigfi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2773" y="5134388"/>
            <a:ext cx="261874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spc="-125" dirty="0">
                <a:solidFill>
                  <a:srgbClr val="1D1D1B"/>
                </a:solidFill>
                <a:latin typeface="Arial Black"/>
                <a:cs typeface="Arial Black"/>
              </a:rPr>
              <a:t>Marketifig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4997" y="6482499"/>
            <a:ext cx="15935960" cy="2667000"/>
          </a:xfrm>
          <a:custGeom>
            <a:avLst/>
            <a:gdLst/>
            <a:ahLst/>
            <a:cxnLst/>
            <a:rect l="l" t="t" r="r" b="b"/>
            <a:pathLst>
              <a:path w="15935960" h="2667000">
                <a:moveTo>
                  <a:pt x="15440412" y="0"/>
                </a:moveTo>
                <a:lnTo>
                  <a:pt x="494938" y="0"/>
                </a:lnTo>
                <a:lnTo>
                  <a:pt x="447409" y="2276"/>
                </a:lnTo>
                <a:lnTo>
                  <a:pt x="401130" y="8964"/>
                </a:lnTo>
                <a:lnTo>
                  <a:pt x="356310" y="19854"/>
                </a:lnTo>
                <a:lnTo>
                  <a:pt x="313159" y="34734"/>
                </a:lnTo>
                <a:lnTo>
                  <a:pt x="271889" y="53393"/>
                </a:lnTo>
                <a:lnTo>
                  <a:pt x="232710" y="75622"/>
                </a:lnTo>
                <a:lnTo>
                  <a:pt x="195833" y="101208"/>
                </a:lnTo>
                <a:lnTo>
                  <a:pt x="161468" y="129941"/>
                </a:lnTo>
                <a:lnTo>
                  <a:pt x="129827" y="161611"/>
                </a:lnTo>
                <a:lnTo>
                  <a:pt x="101119" y="196006"/>
                </a:lnTo>
                <a:lnTo>
                  <a:pt x="75555" y="232916"/>
                </a:lnTo>
                <a:lnTo>
                  <a:pt x="53346" y="272130"/>
                </a:lnTo>
                <a:lnTo>
                  <a:pt x="34703" y="313436"/>
                </a:lnTo>
                <a:lnTo>
                  <a:pt x="19836" y="356625"/>
                </a:lnTo>
                <a:lnTo>
                  <a:pt x="8956" y="401485"/>
                </a:lnTo>
                <a:lnTo>
                  <a:pt x="2274" y="447805"/>
                </a:lnTo>
                <a:lnTo>
                  <a:pt x="0" y="495376"/>
                </a:lnTo>
                <a:lnTo>
                  <a:pt x="0" y="2171636"/>
                </a:lnTo>
                <a:lnTo>
                  <a:pt x="2274" y="2219204"/>
                </a:lnTo>
                <a:lnTo>
                  <a:pt x="8956" y="2265523"/>
                </a:lnTo>
                <a:lnTo>
                  <a:pt x="19836" y="2310381"/>
                </a:lnTo>
                <a:lnTo>
                  <a:pt x="34703" y="2353569"/>
                </a:lnTo>
                <a:lnTo>
                  <a:pt x="53346" y="2394874"/>
                </a:lnTo>
                <a:lnTo>
                  <a:pt x="75555" y="2434086"/>
                </a:lnTo>
                <a:lnTo>
                  <a:pt x="101119" y="2470995"/>
                </a:lnTo>
                <a:lnTo>
                  <a:pt x="129827" y="2505390"/>
                </a:lnTo>
                <a:lnTo>
                  <a:pt x="161468" y="2537059"/>
                </a:lnTo>
                <a:lnTo>
                  <a:pt x="195833" y="2565792"/>
                </a:lnTo>
                <a:lnTo>
                  <a:pt x="232710" y="2591378"/>
                </a:lnTo>
                <a:lnTo>
                  <a:pt x="271889" y="2613606"/>
                </a:lnTo>
                <a:lnTo>
                  <a:pt x="313159" y="2632265"/>
                </a:lnTo>
                <a:lnTo>
                  <a:pt x="356310" y="2647145"/>
                </a:lnTo>
                <a:lnTo>
                  <a:pt x="401130" y="2658035"/>
                </a:lnTo>
                <a:lnTo>
                  <a:pt x="447409" y="2664723"/>
                </a:lnTo>
                <a:lnTo>
                  <a:pt x="494938" y="2667000"/>
                </a:lnTo>
                <a:lnTo>
                  <a:pt x="15440412" y="2667000"/>
                </a:lnTo>
                <a:lnTo>
                  <a:pt x="15487932" y="2664723"/>
                </a:lnTo>
                <a:lnTo>
                  <a:pt x="15534205" y="2658035"/>
                </a:lnTo>
                <a:lnTo>
                  <a:pt x="15579020" y="2647145"/>
                </a:lnTo>
                <a:lnTo>
                  <a:pt x="15622167" y="2632265"/>
                </a:lnTo>
                <a:lnTo>
                  <a:pt x="15663434" y="2613606"/>
                </a:lnTo>
                <a:lnTo>
                  <a:pt x="15702612" y="2591378"/>
                </a:lnTo>
                <a:lnTo>
                  <a:pt x="15739488" y="2565792"/>
                </a:lnTo>
                <a:lnTo>
                  <a:pt x="15773853" y="2537059"/>
                </a:lnTo>
                <a:lnTo>
                  <a:pt x="15805495" y="2505390"/>
                </a:lnTo>
                <a:lnTo>
                  <a:pt x="15834204" y="2470995"/>
                </a:lnTo>
                <a:lnTo>
                  <a:pt x="15859769" y="2434086"/>
                </a:lnTo>
                <a:lnTo>
                  <a:pt x="15881979" y="2394874"/>
                </a:lnTo>
                <a:lnTo>
                  <a:pt x="15900624" y="2353569"/>
                </a:lnTo>
                <a:lnTo>
                  <a:pt x="15915492" y="2310381"/>
                </a:lnTo>
                <a:lnTo>
                  <a:pt x="15926373" y="2265523"/>
                </a:lnTo>
                <a:lnTo>
                  <a:pt x="15933056" y="2219204"/>
                </a:lnTo>
                <a:lnTo>
                  <a:pt x="15935331" y="2171636"/>
                </a:lnTo>
                <a:lnTo>
                  <a:pt x="15935331" y="495376"/>
                </a:lnTo>
                <a:lnTo>
                  <a:pt x="15932897" y="446051"/>
                </a:lnTo>
                <a:lnTo>
                  <a:pt x="15925689" y="397723"/>
                </a:lnTo>
                <a:lnTo>
                  <a:pt x="15913853" y="350686"/>
                </a:lnTo>
                <a:lnTo>
                  <a:pt x="15897533" y="305231"/>
                </a:lnTo>
                <a:lnTo>
                  <a:pt x="15876873" y="261653"/>
                </a:lnTo>
                <a:lnTo>
                  <a:pt x="15852017" y="220245"/>
                </a:lnTo>
                <a:lnTo>
                  <a:pt x="15823110" y="181299"/>
                </a:lnTo>
                <a:lnTo>
                  <a:pt x="15790297" y="145110"/>
                </a:lnTo>
                <a:lnTo>
                  <a:pt x="15754047" y="112297"/>
                </a:lnTo>
                <a:lnTo>
                  <a:pt x="15714893" y="83383"/>
                </a:lnTo>
                <a:lnTo>
                  <a:pt x="15673218" y="58516"/>
                </a:lnTo>
                <a:lnTo>
                  <a:pt x="15629404" y="37841"/>
                </a:lnTo>
                <a:lnTo>
                  <a:pt x="15583834" y="21505"/>
                </a:lnTo>
                <a:lnTo>
                  <a:pt x="15536890" y="9655"/>
                </a:lnTo>
                <a:lnTo>
                  <a:pt x="15488956" y="2438"/>
                </a:lnTo>
                <a:lnTo>
                  <a:pt x="15440412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36847" y="7191337"/>
            <a:ext cx="10415905" cy="11506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15570" marR="5080" indent="-103505">
              <a:lnSpc>
                <a:spcPts val="2780"/>
              </a:lnSpc>
              <a:spcBef>
                <a:spcPts val="630"/>
              </a:spcBef>
            </a:pPr>
            <a:r>
              <a:rPr sz="2750" spc="70" dirty="0">
                <a:solidFill>
                  <a:srgbClr val="1D1D1B"/>
                </a:solidFill>
                <a:latin typeface="Gill Sans MT"/>
                <a:cs typeface="Gill Sans MT"/>
              </a:rPr>
              <a:t>Mercury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04" dirty="0">
                <a:solidFill>
                  <a:srgbClr val="1D1D1B"/>
                </a:solidFill>
                <a:latin typeface="Gill Sans MT"/>
                <a:cs typeface="Gill Sans MT"/>
              </a:rPr>
              <a:t>is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Gill Sans MT"/>
                <a:cs typeface="Gill Sans MT"/>
              </a:rPr>
              <a:t>the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60" dirty="0">
                <a:solidFill>
                  <a:srgbClr val="1D1D1B"/>
                </a:solidFill>
                <a:latin typeface="Gill Sans MT"/>
                <a:cs typeface="Gill Sans MT"/>
              </a:rPr>
              <a:t>closest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30" dirty="0">
                <a:solidFill>
                  <a:srgbClr val="1D1D1B"/>
                </a:solidFill>
                <a:latin typeface="Gill Sans MT"/>
                <a:cs typeface="Gill Sans MT"/>
              </a:rPr>
              <a:t>planet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dirty="0">
                <a:solidFill>
                  <a:srgbClr val="1D1D1B"/>
                </a:solidFill>
                <a:latin typeface="Gill Sans MT"/>
                <a:cs typeface="Gill Sans MT"/>
              </a:rPr>
              <a:t>to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Gill Sans MT"/>
                <a:cs typeface="Gill Sans MT"/>
              </a:rPr>
              <a:t>the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10" dirty="0">
                <a:solidFill>
                  <a:srgbClr val="1D1D1B"/>
                </a:solidFill>
                <a:latin typeface="Gill Sans MT"/>
                <a:cs typeface="Gill Sans MT"/>
              </a:rPr>
              <a:t>Sun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95" dirty="0">
                <a:solidFill>
                  <a:srgbClr val="1D1D1B"/>
                </a:solidFill>
                <a:latin typeface="Gill Sans MT"/>
                <a:cs typeface="Gill Sans MT"/>
              </a:rPr>
              <a:t>and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Gill Sans MT"/>
                <a:cs typeface="Gill Sans MT"/>
              </a:rPr>
              <a:t>the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85" dirty="0">
                <a:solidFill>
                  <a:srgbClr val="1D1D1B"/>
                </a:solidFill>
                <a:latin typeface="Gill Sans MT"/>
                <a:cs typeface="Gill Sans MT"/>
              </a:rPr>
              <a:t>smallest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05" dirty="0">
                <a:solidFill>
                  <a:srgbClr val="1D1D1B"/>
                </a:solidFill>
                <a:latin typeface="Gill Sans MT"/>
                <a:cs typeface="Gill Sans MT"/>
              </a:rPr>
              <a:t>one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95" dirty="0">
                <a:solidFill>
                  <a:srgbClr val="1D1D1B"/>
                </a:solidFill>
                <a:latin typeface="Gill Sans MT"/>
                <a:cs typeface="Gill Sans MT"/>
              </a:rPr>
              <a:t>in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55" dirty="0">
                <a:solidFill>
                  <a:srgbClr val="1D1D1B"/>
                </a:solidFill>
                <a:latin typeface="Gill Sans MT"/>
                <a:cs typeface="Gill Sans MT"/>
              </a:rPr>
              <a:t>the </a:t>
            </a:r>
            <a:r>
              <a:rPr sz="2750" spc="120" dirty="0">
                <a:solidFill>
                  <a:srgbClr val="1D1D1B"/>
                </a:solidFill>
                <a:latin typeface="Gill Sans MT"/>
                <a:cs typeface="Gill Sans MT"/>
              </a:rPr>
              <a:t>Solar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85" dirty="0">
                <a:solidFill>
                  <a:srgbClr val="1D1D1B"/>
                </a:solidFill>
                <a:latin typeface="Gill Sans MT"/>
                <a:cs typeface="Gill Sans MT"/>
              </a:rPr>
              <a:t>System.</a:t>
            </a:r>
            <a:r>
              <a:rPr sz="2750" spc="-13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25" dirty="0">
                <a:solidFill>
                  <a:srgbClr val="1D1D1B"/>
                </a:solidFill>
                <a:latin typeface="Gill Sans MT"/>
                <a:cs typeface="Gill Sans MT"/>
              </a:rPr>
              <a:t>This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20" dirty="0">
                <a:solidFill>
                  <a:srgbClr val="1D1D1B"/>
                </a:solidFill>
                <a:latin typeface="Gill Sans MT"/>
                <a:cs typeface="Gill Sans MT"/>
              </a:rPr>
              <a:t>planet's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15" dirty="0">
                <a:solidFill>
                  <a:srgbClr val="1D1D1B"/>
                </a:solidFill>
                <a:latin typeface="Gill Sans MT"/>
                <a:cs typeface="Gill Sans MT"/>
              </a:rPr>
              <a:t>name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65" dirty="0">
                <a:solidFill>
                  <a:srgbClr val="1D1D1B"/>
                </a:solidFill>
                <a:latin typeface="Gill Sans MT"/>
                <a:cs typeface="Gill Sans MT"/>
              </a:rPr>
              <a:t>has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20" dirty="0">
                <a:solidFill>
                  <a:srgbClr val="1D1D1B"/>
                </a:solidFill>
                <a:latin typeface="Gill Sans MT"/>
                <a:cs typeface="Gill Sans MT"/>
              </a:rPr>
              <a:t>nothing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dirty="0">
                <a:solidFill>
                  <a:srgbClr val="1D1D1B"/>
                </a:solidFill>
                <a:latin typeface="Gill Sans MT"/>
                <a:cs typeface="Gill Sans MT"/>
              </a:rPr>
              <a:t>to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95" dirty="0">
                <a:solidFill>
                  <a:srgbClr val="1D1D1B"/>
                </a:solidFill>
                <a:latin typeface="Gill Sans MT"/>
                <a:cs typeface="Gill Sans MT"/>
              </a:rPr>
              <a:t>do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60" dirty="0">
                <a:solidFill>
                  <a:srgbClr val="1D1D1B"/>
                </a:solidFill>
                <a:latin typeface="Gill Sans MT"/>
                <a:cs typeface="Gill Sans MT"/>
              </a:rPr>
              <a:t>with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Gill Sans MT"/>
                <a:cs typeface="Gill Sans MT"/>
              </a:rPr>
              <a:t>the</a:t>
            </a:r>
            <a:r>
              <a:rPr sz="2750" spc="-8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95" dirty="0">
                <a:solidFill>
                  <a:srgbClr val="1D1D1B"/>
                </a:solidFill>
                <a:latin typeface="Gill Sans MT"/>
                <a:cs typeface="Gill Sans MT"/>
              </a:rPr>
              <a:t>liquid </a:t>
            </a:r>
            <a:r>
              <a:rPr sz="2750" spc="114" dirty="0">
                <a:solidFill>
                  <a:srgbClr val="1D1D1B"/>
                </a:solidFill>
                <a:latin typeface="Gill Sans MT"/>
                <a:cs typeface="Gill Sans MT"/>
              </a:rPr>
              <a:t>metal,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80" dirty="0">
                <a:solidFill>
                  <a:srgbClr val="1D1D1B"/>
                </a:solidFill>
                <a:latin typeface="Gill Sans MT"/>
                <a:cs typeface="Gill Sans MT"/>
              </a:rPr>
              <a:t>since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70" dirty="0">
                <a:solidFill>
                  <a:srgbClr val="1D1D1B"/>
                </a:solidFill>
                <a:latin typeface="Gill Sans MT"/>
                <a:cs typeface="Gill Sans MT"/>
              </a:rPr>
              <a:t>Mercury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45" dirty="0">
                <a:solidFill>
                  <a:srgbClr val="1D1D1B"/>
                </a:solidFill>
                <a:latin typeface="Gill Sans MT"/>
                <a:cs typeface="Gill Sans MT"/>
              </a:rPr>
              <a:t>was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200" dirty="0">
                <a:solidFill>
                  <a:srgbClr val="1D1D1B"/>
                </a:solidFill>
                <a:latin typeface="Gill Sans MT"/>
                <a:cs typeface="Gill Sans MT"/>
              </a:rPr>
              <a:t>named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05" dirty="0">
                <a:solidFill>
                  <a:srgbClr val="1D1D1B"/>
                </a:solidFill>
                <a:latin typeface="Gill Sans MT"/>
                <a:cs typeface="Gill Sans MT"/>
              </a:rPr>
              <a:t>after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80" dirty="0">
                <a:solidFill>
                  <a:srgbClr val="1D1D1B"/>
                </a:solidFill>
                <a:latin typeface="Gill Sans MT"/>
                <a:cs typeface="Gill Sans MT"/>
              </a:rPr>
              <a:t>the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55" dirty="0">
                <a:solidFill>
                  <a:srgbClr val="1D1D1B"/>
                </a:solidFill>
                <a:latin typeface="Gill Sans MT"/>
                <a:cs typeface="Gill Sans MT"/>
              </a:rPr>
              <a:t>Roman</a:t>
            </a:r>
            <a:r>
              <a:rPr sz="2750" spc="-70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85" dirty="0">
                <a:solidFill>
                  <a:srgbClr val="1D1D1B"/>
                </a:solidFill>
                <a:latin typeface="Gill Sans MT"/>
                <a:cs typeface="Gill Sans MT"/>
              </a:rPr>
              <a:t>messenger</a:t>
            </a:r>
            <a:r>
              <a:rPr sz="2750" spc="-75" dirty="0">
                <a:solidFill>
                  <a:srgbClr val="1D1D1B"/>
                </a:solidFill>
                <a:latin typeface="Gill Sans MT"/>
                <a:cs typeface="Gill Sans MT"/>
              </a:rPr>
              <a:t> </a:t>
            </a:r>
            <a:r>
              <a:rPr sz="2750" spc="155" dirty="0">
                <a:solidFill>
                  <a:srgbClr val="1D1D1B"/>
                </a:solidFill>
                <a:latin typeface="Gill Sans MT"/>
                <a:cs typeface="Gill Sans MT"/>
              </a:rPr>
              <a:t>god</a:t>
            </a:r>
            <a:endParaRPr sz="2750">
              <a:latin typeface="Gill Sans MT"/>
              <a:cs typeface="Gill Sans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76460" y="3418014"/>
            <a:ext cx="12317095" cy="1806575"/>
          </a:xfrm>
          <a:custGeom>
            <a:avLst/>
            <a:gdLst/>
            <a:ahLst/>
            <a:cxnLst/>
            <a:rect l="l" t="t" r="r" b="b"/>
            <a:pathLst>
              <a:path w="12317094" h="1806575">
                <a:moveTo>
                  <a:pt x="12316625" y="865860"/>
                </a:moveTo>
                <a:lnTo>
                  <a:pt x="6192520" y="865860"/>
                </a:lnTo>
                <a:lnTo>
                  <a:pt x="6192520" y="0"/>
                </a:lnTo>
                <a:lnTo>
                  <a:pt x="6144895" y="0"/>
                </a:lnTo>
                <a:lnTo>
                  <a:pt x="6144895" y="865860"/>
                </a:lnTo>
                <a:lnTo>
                  <a:pt x="800" y="865860"/>
                </a:lnTo>
                <a:lnTo>
                  <a:pt x="800" y="882561"/>
                </a:lnTo>
                <a:lnTo>
                  <a:pt x="0" y="882561"/>
                </a:lnTo>
                <a:lnTo>
                  <a:pt x="0" y="1796961"/>
                </a:lnTo>
                <a:lnTo>
                  <a:pt x="47625" y="1796961"/>
                </a:lnTo>
                <a:lnTo>
                  <a:pt x="47625" y="913485"/>
                </a:lnTo>
                <a:lnTo>
                  <a:pt x="4095153" y="913485"/>
                </a:lnTo>
                <a:lnTo>
                  <a:pt x="4095153" y="1798078"/>
                </a:lnTo>
                <a:lnTo>
                  <a:pt x="4142778" y="1798078"/>
                </a:lnTo>
                <a:lnTo>
                  <a:pt x="4142778" y="913485"/>
                </a:lnTo>
                <a:lnTo>
                  <a:pt x="6144895" y="913485"/>
                </a:lnTo>
                <a:lnTo>
                  <a:pt x="6144895" y="914400"/>
                </a:lnTo>
                <a:lnTo>
                  <a:pt x="6192520" y="914400"/>
                </a:lnTo>
                <a:lnTo>
                  <a:pt x="6192520" y="913485"/>
                </a:lnTo>
                <a:lnTo>
                  <a:pt x="8187868" y="913485"/>
                </a:lnTo>
                <a:lnTo>
                  <a:pt x="8187868" y="1798078"/>
                </a:lnTo>
                <a:lnTo>
                  <a:pt x="8235493" y="1798078"/>
                </a:lnTo>
                <a:lnTo>
                  <a:pt x="8235493" y="913485"/>
                </a:lnTo>
                <a:lnTo>
                  <a:pt x="12263666" y="913485"/>
                </a:lnTo>
                <a:lnTo>
                  <a:pt x="12263666" y="1805990"/>
                </a:lnTo>
                <a:lnTo>
                  <a:pt x="12311291" y="1805990"/>
                </a:lnTo>
                <a:lnTo>
                  <a:pt x="12311291" y="913485"/>
                </a:lnTo>
                <a:lnTo>
                  <a:pt x="12316625" y="913485"/>
                </a:lnTo>
                <a:lnTo>
                  <a:pt x="12316625" y="86586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75" dirty="0"/>
              <a:t>Best</a:t>
            </a:r>
            <a:r>
              <a:rPr spc="-560" dirty="0"/>
              <a:t> </a:t>
            </a:r>
            <a:r>
              <a:rPr spc="-340" dirty="0"/>
              <a:t>seller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48002" y="5377250"/>
            <a:ext cx="4205605" cy="2587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20"/>
              </a:spcBef>
            </a:pPr>
            <a:r>
              <a:rPr sz="4900" spc="-20" dirty="0">
                <a:solidFill>
                  <a:srgbClr val="1D1D1B"/>
                </a:solidFill>
                <a:latin typeface="Arial Black"/>
                <a:cs typeface="Arial Black"/>
              </a:rPr>
              <a:t>M6rs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ct val="83300"/>
              </a:lnSpc>
              <a:spcBef>
                <a:spcPts val="327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red,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5" dirty="0">
                <a:solidFill>
                  <a:srgbClr val="1D1D1B"/>
                </a:solidFill>
                <a:latin typeface="Tahoma"/>
                <a:cs typeface="Tahoma"/>
              </a:rPr>
              <a:t>place.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It's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full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of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iron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oxide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dust,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which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gives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the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its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reddish</a:t>
            </a:r>
            <a:r>
              <a:rPr sz="2750" spc="-2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cast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69425" y="5377248"/>
            <a:ext cx="4154804" cy="2587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900" spc="-40" dirty="0">
                <a:solidFill>
                  <a:srgbClr val="1D1D1B"/>
                </a:solidFill>
                <a:latin typeface="Arial Black"/>
                <a:cs typeface="Arial Black"/>
              </a:rPr>
              <a:t>Vefius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ct val="83300"/>
              </a:lnSpc>
              <a:spcBef>
                <a:spcPts val="3270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has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beautiful</a:t>
            </a:r>
            <a:r>
              <a:rPr sz="2750" spc="-26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name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planet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5" dirty="0">
                <a:solidFill>
                  <a:srgbClr val="1D1D1B"/>
                </a:solidFill>
                <a:latin typeface="Tahoma"/>
                <a:cs typeface="Tahoma"/>
              </a:rPr>
              <a:t>Sun.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hot,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even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hotter</a:t>
            </a:r>
            <a:r>
              <a:rPr sz="2750" spc="-1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than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1D1D1B"/>
                </a:solidFill>
                <a:latin typeface="Tahoma"/>
                <a:cs typeface="Tahoma"/>
              </a:rPr>
              <a:t>Mercury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15644" y="5377234"/>
            <a:ext cx="4243070" cy="2587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20"/>
              </a:spcBef>
            </a:pPr>
            <a:r>
              <a:rPr sz="4900" spc="-50" dirty="0">
                <a:solidFill>
                  <a:srgbClr val="1D1D1B"/>
                </a:solidFill>
                <a:latin typeface="Arial Black"/>
                <a:cs typeface="Arial Black"/>
              </a:rPr>
              <a:t>S6turfi</a:t>
            </a:r>
            <a:endParaRPr sz="4900">
              <a:latin typeface="Arial Black"/>
              <a:cs typeface="Arial Black"/>
            </a:endParaRPr>
          </a:p>
          <a:p>
            <a:pPr marL="12065" marR="5080" algn="ctr">
              <a:lnSpc>
                <a:spcPct val="83300"/>
              </a:lnSpc>
              <a:spcBef>
                <a:spcPts val="327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Saturn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80" dirty="0">
                <a:solidFill>
                  <a:srgbClr val="1D1D1B"/>
                </a:solidFill>
                <a:latin typeface="Tahoma"/>
                <a:cs typeface="Tahoma"/>
              </a:rPr>
              <a:t>gas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giant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has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several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rings.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It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was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named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after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Roman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god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of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wealth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agriculture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312520" y="3310001"/>
            <a:ext cx="1847850" cy="1838325"/>
            <a:chOff x="13312520" y="3310001"/>
            <a:chExt cx="1847850" cy="1838325"/>
          </a:xfrm>
        </p:grpSpPr>
        <p:sp>
          <p:nvSpPr>
            <p:cNvPr id="7" name="object 7"/>
            <p:cNvSpPr/>
            <p:nvPr/>
          </p:nvSpPr>
          <p:spPr>
            <a:xfrm>
              <a:off x="13312520" y="3310001"/>
              <a:ext cx="1847850" cy="1838325"/>
            </a:xfrm>
            <a:custGeom>
              <a:avLst/>
              <a:gdLst/>
              <a:ahLst/>
              <a:cxnLst/>
              <a:rect l="l" t="t" r="r" b="b"/>
              <a:pathLst>
                <a:path w="1847850" h="1838325">
                  <a:moveTo>
                    <a:pt x="1542415" y="0"/>
                  </a:moveTo>
                  <a:lnTo>
                    <a:pt x="305435" y="0"/>
                  </a:lnTo>
                  <a:lnTo>
                    <a:pt x="256115" y="3957"/>
                  </a:lnTo>
                  <a:lnTo>
                    <a:pt x="209247" y="15427"/>
                  </a:lnTo>
                  <a:lnTo>
                    <a:pt x="165475" y="33810"/>
                  </a:lnTo>
                  <a:lnTo>
                    <a:pt x="125446" y="58504"/>
                  </a:lnTo>
                  <a:lnTo>
                    <a:pt x="89804" y="88909"/>
                  </a:lnTo>
                  <a:lnTo>
                    <a:pt x="59196" y="124423"/>
                  </a:lnTo>
                  <a:lnTo>
                    <a:pt x="34265" y="164445"/>
                  </a:lnTo>
                  <a:lnTo>
                    <a:pt x="15659" y="208374"/>
                  </a:lnTo>
                  <a:lnTo>
                    <a:pt x="4022" y="255609"/>
                  </a:lnTo>
                  <a:lnTo>
                    <a:pt x="0" y="305549"/>
                  </a:lnTo>
                  <a:lnTo>
                    <a:pt x="0" y="1530273"/>
                  </a:lnTo>
                  <a:lnTo>
                    <a:pt x="3275" y="1575831"/>
                  </a:lnTo>
                  <a:lnTo>
                    <a:pt x="12800" y="1619302"/>
                  </a:lnTo>
                  <a:lnTo>
                    <a:pt x="28125" y="1660210"/>
                  </a:lnTo>
                  <a:lnTo>
                    <a:pt x="48798" y="1698082"/>
                  </a:lnTo>
                  <a:lnTo>
                    <a:pt x="74370" y="1732443"/>
                  </a:lnTo>
                  <a:lnTo>
                    <a:pt x="104389" y="1762820"/>
                  </a:lnTo>
                  <a:lnTo>
                    <a:pt x="138406" y="1788737"/>
                  </a:lnTo>
                  <a:lnTo>
                    <a:pt x="175970" y="1809720"/>
                  </a:lnTo>
                  <a:lnTo>
                    <a:pt x="216629" y="1825295"/>
                  </a:lnTo>
                  <a:lnTo>
                    <a:pt x="259934" y="1834988"/>
                  </a:lnTo>
                  <a:lnTo>
                    <a:pt x="305435" y="1838325"/>
                  </a:lnTo>
                  <a:lnTo>
                    <a:pt x="1542415" y="1838325"/>
                  </a:lnTo>
                  <a:lnTo>
                    <a:pt x="1591703" y="1833689"/>
                  </a:lnTo>
                  <a:lnTo>
                    <a:pt x="1638554" y="1821675"/>
                  </a:lnTo>
                  <a:lnTo>
                    <a:pt x="1682318" y="1802868"/>
                  </a:lnTo>
                  <a:lnTo>
                    <a:pt x="1722348" y="1777854"/>
                  </a:lnTo>
                  <a:lnTo>
                    <a:pt x="1757997" y="1747221"/>
                  </a:lnTo>
                  <a:lnTo>
                    <a:pt x="1788617" y="1711554"/>
                  </a:lnTo>
                  <a:lnTo>
                    <a:pt x="1813560" y="1671439"/>
                  </a:lnTo>
                  <a:lnTo>
                    <a:pt x="1832178" y="1627463"/>
                  </a:lnTo>
                  <a:lnTo>
                    <a:pt x="1843824" y="1580213"/>
                  </a:lnTo>
                  <a:lnTo>
                    <a:pt x="1847850" y="1530273"/>
                  </a:lnTo>
                  <a:lnTo>
                    <a:pt x="1847850" y="305549"/>
                  </a:lnTo>
                  <a:lnTo>
                    <a:pt x="1844007" y="257906"/>
                  </a:lnTo>
                  <a:lnTo>
                    <a:pt x="1832715" y="211703"/>
                  </a:lnTo>
                  <a:lnTo>
                    <a:pt x="1814328" y="167784"/>
                  </a:lnTo>
                  <a:lnTo>
                    <a:pt x="1789198" y="126992"/>
                  </a:lnTo>
                  <a:lnTo>
                    <a:pt x="1757680" y="90170"/>
                  </a:lnTo>
                  <a:lnTo>
                    <a:pt x="1721808" y="58671"/>
                  </a:lnTo>
                  <a:lnTo>
                    <a:pt x="1681138" y="33543"/>
                  </a:lnTo>
                  <a:lnTo>
                    <a:pt x="1636878" y="15148"/>
                  </a:lnTo>
                  <a:lnTo>
                    <a:pt x="1590235" y="3847"/>
                  </a:lnTo>
                  <a:lnTo>
                    <a:pt x="154241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42530" y="3774998"/>
              <a:ext cx="991235" cy="904875"/>
            </a:xfrm>
            <a:custGeom>
              <a:avLst/>
              <a:gdLst/>
              <a:ahLst/>
              <a:cxnLst/>
              <a:rect l="l" t="t" r="r" b="b"/>
              <a:pathLst>
                <a:path w="991234" h="904875">
                  <a:moveTo>
                    <a:pt x="462800" y="95250"/>
                  </a:moveTo>
                  <a:lnTo>
                    <a:pt x="423316" y="68884"/>
                  </a:lnTo>
                  <a:lnTo>
                    <a:pt x="380504" y="47167"/>
                  </a:lnTo>
                  <a:lnTo>
                    <a:pt x="335191" y="29768"/>
                  </a:lnTo>
                  <a:lnTo>
                    <a:pt x="288201" y="16344"/>
                  </a:lnTo>
                  <a:lnTo>
                    <a:pt x="240372" y="6540"/>
                  </a:lnTo>
                  <a:lnTo>
                    <a:pt x="192544" y="0"/>
                  </a:lnTo>
                  <a:lnTo>
                    <a:pt x="192544" y="711873"/>
                  </a:lnTo>
                  <a:lnTo>
                    <a:pt x="238607" y="717537"/>
                  </a:lnTo>
                  <a:lnTo>
                    <a:pt x="285940" y="727100"/>
                  </a:lnTo>
                  <a:lnTo>
                    <a:pt x="333286" y="740702"/>
                  </a:lnTo>
                  <a:lnTo>
                    <a:pt x="379374" y="758482"/>
                  </a:lnTo>
                  <a:lnTo>
                    <a:pt x="422960" y="780580"/>
                  </a:lnTo>
                  <a:lnTo>
                    <a:pt x="462800" y="807123"/>
                  </a:lnTo>
                  <a:lnTo>
                    <a:pt x="462800" y="95250"/>
                  </a:lnTo>
                  <a:close/>
                </a:path>
                <a:path w="991234" h="904875">
                  <a:moveTo>
                    <a:pt x="492772" y="904875"/>
                  </a:moveTo>
                  <a:lnTo>
                    <a:pt x="479602" y="900772"/>
                  </a:lnTo>
                  <a:lnTo>
                    <a:pt x="464324" y="890778"/>
                  </a:lnTo>
                  <a:lnTo>
                    <a:pt x="449516" y="878446"/>
                  </a:lnTo>
                  <a:lnTo>
                    <a:pt x="437781" y="867270"/>
                  </a:lnTo>
                  <a:lnTo>
                    <a:pt x="397751" y="838644"/>
                  </a:lnTo>
                  <a:lnTo>
                    <a:pt x="353542" y="815378"/>
                  </a:lnTo>
                  <a:lnTo>
                    <a:pt x="306425" y="797407"/>
                  </a:lnTo>
                  <a:lnTo>
                    <a:pt x="257632" y="784656"/>
                  </a:lnTo>
                  <a:lnTo>
                    <a:pt x="208419" y="777062"/>
                  </a:lnTo>
                  <a:lnTo>
                    <a:pt x="160020" y="774534"/>
                  </a:lnTo>
                  <a:lnTo>
                    <a:pt x="147548" y="771956"/>
                  </a:lnTo>
                  <a:lnTo>
                    <a:pt x="137198" y="765136"/>
                  </a:lnTo>
                  <a:lnTo>
                    <a:pt x="130124" y="755510"/>
                  </a:lnTo>
                  <a:lnTo>
                    <a:pt x="127520" y="744461"/>
                  </a:lnTo>
                  <a:lnTo>
                    <a:pt x="127520" y="130340"/>
                  </a:lnTo>
                  <a:lnTo>
                    <a:pt x="95008" y="130340"/>
                  </a:lnTo>
                  <a:lnTo>
                    <a:pt x="58026" y="137782"/>
                  </a:lnTo>
                  <a:lnTo>
                    <a:pt x="27838" y="157911"/>
                  </a:lnTo>
                  <a:lnTo>
                    <a:pt x="7467" y="187452"/>
                  </a:lnTo>
                  <a:lnTo>
                    <a:pt x="0" y="223088"/>
                  </a:lnTo>
                  <a:lnTo>
                    <a:pt x="12" y="807123"/>
                  </a:lnTo>
                  <a:lnTo>
                    <a:pt x="8826" y="845667"/>
                  </a:lnTo>
                  <a:lnTo>
                    <a:pt x="29641" y="876681"/>
                  </a:lnTo>
                  <a:lnTo>
                    <a:pt x="59385" y="897356"/>
                  </a:lnTo>
                  <a:lnTo>
                    <a:pt x="95008" y="904875"/>
                  </a:lnTo>
                  <a:lnTo>
                    <a:pt x="492772" y="904875"/>
                  </a:lnTo>
                  <a:close/>
                </a:path>
                <a:path w="991234" h="904875">
                  <a:moveTo>
                    <a:pt x="795413" y="0"/>
                  </a:moveTo>
                  <a:lnTo>
                    <a:pt x="749350" y="5664"/>
                  </a:lnTo>
                  <a:lnTo>
                    <a:pt x="702030" y="15227"/>
                  </a:lnTo>
                  <a:lnTo>
                    <a:pt x="654723" y="28829"/>
                  </a:lnTo>
                  <a:lnTo>
                    <a:pt x="608660" y="46609"/>
                  </a:lnTo>
                  <a:lnTo>
                    <a:pt x="565099" y="68707"/>
                  </a:lnTo>
                  <a:lnTo>
                    <a:pt x="525284" y="95250"/>
                  </a:lnTo>
                  <a:lnTo>
                    <a:pt x="525284" y="807123"/>
                  </a:lnTo>
                  <a:lnTo>
                    <a:pt x="564756" y="780745"/>
                  </a:lnTo>
                  <a:lnTo>
                    <a:pt x="607555" y="759040"/>
                  </a:lnTo>
                  <a:lnTo>
                    <a:pt x="652868" y="741641"/>
                  </a:lnTo>
                  <a:lnTo>
                    <a:pt x="699833" y="728218"/>
                  </a:lnTo>
                  <a:lnTo>
                    <a:pt x="747623" y="718413"/>
                  </a:lnTo>
                  <a:lnTo>
                    <a:pt x="795413" y="711873"/>
                  </a:lnTo>
                  <a:lnTo>
                    <a:pt x="795413" y="0"/>
                  </a:lnTo>
                  <a:close/>
                </a:path>
                <a:path w="991234" h="904875">
                  <a:moveTo>
                    <a:pt x="990612" y="225590"/>
                  </a:moveTo>
                  <a:lnTo>
                    <a:pt x="982738" y="187452"/>
                  </a:lnTo>
                  <a:lnTo>
                    <a:pt x="961504" y="157289"/>
                  </a:lnTo>
                  <a:lnTo>
                    <a:pt x="930440" y="137477"/>
                  </a:lnTo>
                  <a:lnTo>
                    <a:pt x="893076" y="130340"/>
                  </a:lnTo>
                  <a:lnTo>
                    <a:pt x="862977" y="130340"/>
                  </a:lnTo>
                  <a:lnTo>
                    <a:pt x="862977" y="744461"/>
                  </a:lnTo>
                  <a:lnTo>
                    <a:pt x="859955" y="756564"/>
                  </a:lnTo>
                  <a:lnTo>
                    <a:pt x="852017" y="766076"/>
                  </a:lnTo>
                  <a:lnTo>
                    <a:pt x="840790" y="772312"/>
                  </a:lnTo>
                  <a:lnTo>
                    <a:pt x="827925" y="774534"/>
                  </a:lnTo>
                  <a:lnTo>
                    <a:pt x="778522" y="777405"/>
                  </a:lnTo>
                  <a:lnTo>
                    <a:pt x="728713" y="785774"/>
                  </a:lnTo>
                  <a:lnTo>
                    <a:pt x="679729" y="799287"/>
                  </a:lnTo>
                  <a:lnTo>
                    <a:pt x="632828" y="817613"/>
                  </a:lnTo>
                  <a:lnTo>
                    <a:pt x="589267" y="840397"/>
                  </a:lnTo>
                  <a:lnTo>
                    <a:pt x="550303" y="867270"/>
                  </a:lnTo>
                  <a:lnTo>
                    <a:pt x="524052" y="888898"/>
                  </a:lnTo>
                  <a:lnTo>
                    <a:pt x="509485" y="900061"/>
                  </a:lnTo>
                  <a:lnTo>
                    <a:pt x="497725" y="904875"/>
                  </a:lnTo>
                  <a:lnTo>
                    <a:pt x="893076" y="904875"/>
                  </a:lnTo>
                  <a:lnTo>
                    <a:pt x="930440" y="897051"/>
                  </a:lnTo>
                  <a:lnTo>
                    <a:pt x="961504" y="876058"/>
                  </a:lnTo>
                  <a:lnTo>
                    <a:pt x="982738" y="845667"/>
                  </a:lnTo>
                  <a:lnTo>
                    <a:pt x="990600" y="809625"/>
                  </a:lnTo>
                  <a:lnTo>
                    <a:pt x="990612" y="22559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127502" y="3310001"/>
            <a:ext cx="1847850" cy="1838325"/>
            <a:chOff x="3127502" y="3310001"/>
            <a:chExt cx="1847850" cy="1838325"/>
          </a:xfrm>
        </p:grpSpPr>
        <p:sp>
          <p:nvSpPr>
            <p:cNvPr id="10" name="object 10"/>
            <p:cNvSpPr/>
            <p:nvPr/>
          </p:nvSpPr>
          <p:spPr>
            <a:xfrm>
              <a:off x="3127502" y="3310001"/>
              <a:ext cx="1847850" cy="1838325"/>
            </a:xfrm>
            <a:custGeom>
              <a:avLst/>
              <a:gdLst/>
              <a:ahLst/>
              <a:cxnLst/>
              <a:rect l="l" t="t" r="r" b="b"/>
              <a:pathLst>
                <a:path w="1847850" h="1838325">
                  <a:moveTo>
                    <a:pt x="1542376" y="0"/>
                  </a:moveTo>
                  <a:lnTo>
                    <a:pt x="307975" y="0"/>
                  </a:lnTo>
                  <a:lnTo>
                    <a:pt x="262427" y="3277"/>
                  </a:lnTo>
                  <a:lnTo>
                    <a:pt x="218967" y="12810"/>
                  </a:lnTo>
                  <a:lnTo>
                    <a:pt x="178068" y="28145"/>
                  </a:lnTo>
                  <a:lnTo>
                    <a:pt x="140205" y="48832"/>
                  </a:lnTo>
                  <a:lnTo>
                    <a:pt x="105853" y="74419"/>
                  </a:lnTo>
                  <a:lnTo>
                    <a:pt x="75484" y="104454"/>
                  </a:lnTo>
                  <a:lnTo>
                    <a:pt x="49574" y="138486"/>
                  </a:lnTo>
                  <a:lnTo>
                    <a:pt x="28596" y="176063"/>
                  </a:lnTo>
                  <a:lnTo>
                    <a:pt x="13025" y="216734"/>
                  </a:lnTo>
                  <a:lnTo>
                    <a:pt x="3335" y="260046"/>
                  </a:lnTo>
                  <a:lnTo>
                    <a:pt x="0" y="305549"/>
                  </a:lnTo>
                  <a:lnTo>
                    <a:pt x="0" y="1530273"/>
                  </a:lnTo>
                  <a:lnTo>
                    <a:pt x="3899" y="1575831"/>
                  </a:lnTo>
                  <a:lnTo>
                    <a:pt x="13939" y="1619302"/>
                  </a:lnTo>
                  <a:lnTo>
                    <a:pt x="29679" y="1660210"/>
                  </a:lnTo>
                  <a:lnTo>
                    <a:pt x="50679" y="1698082"/>
                  </a:lnTo>
                  <a:lnTo>
                    <a:pt x="76499" y="1732443"/>
                  </a:lnTo>
                  <a:lnTo>
                    <a:pt x="106699" y="1762820"/>
                  </a:lnTo>
                  <a:lnTo>
                    <a:pt x="140837" y="1788737"/>
                  </a:lnTo>
                  <a:lnTo>
                    <a:pt x="178474" y="1809720"/>
                  </a:lnTo>
                  <a:lnTo>
                    <a:pt x="219170" y="1825295"/>
                  </a:lnTo>
                  <a:lnTo>
                    <a:pt x="262483" y="1834988"/>
                  </a:lnTo>
                  <a:lnTo>
                    <a:pt x="307975" y="1838325"/>
                  </a:lnTo>
                  <a:lnTo>
                    <a:pt x="1542376" y="1838325"/>
                  </a:lnTo>
                  <a:lnTo>
                    <a:pt x="1591694" y="1833689"/>
                  </a:lnTo>
                  <a:lnTo>
                    <a:pt x="1638563" y="1821675"/>
                  </a:lnTo>
                  <a:lnTo>
                    <a:pt x="1682338" y="1802868"/>
                  </a:lnTo>
                  <a:lnTo>
                    <a:pt x="1722373" y="1777854"/>
                  </a:lnTo>
                  <a:lnTo>
                    <a:pt x="1758021" y="1747221"/>
                  </a:lnTo>
                  <a:lnTo>
                    <a:pt x="1788636" y="1711554"/>
                  </a:lnTo>
                  <a:lnTo>
                    <a:pt x="1813573" y="1671439"/>
                  </a:lnTo>
                  <a:lnTo>
                    <a:pt x="1832185" y="1627463"/>
                  </a:lnTo>
                  <a:lnTo>
                    <a:pt x="1843826" y="1580213"/>
                  </a:lnTo>
                  <a:lnTo>
                    <a:pt x="1847850" y="1530273"/>
                  </a:lnTo>
                  <a:lnTo>
                    <a:pt x="1847850" y="305549"/>
                  </a:lnTo>
                  <a:lnTo>
                    <a:pt x="1844004" y="257906"/>
                  </a:lnTo>
                  <a:lnTo>
                    <a:pt x="1832706" y="211703"/>
                  </a:lnTo>
                  <a:lnTo>
                    <a:pt x="1814317" y="167784"/>
                  </a:lnTo>
                  <a:lnTo>
                    <a:pt x="1789196" y="126992"/>
                  </a:lnTo>
                  <a:lnTo>
                    <a:pt x="1757705" y="90170"/>
                  </a:lnTo>
                  <a:lnTo>
                    <a:pt x="1721852" y="58671"/>
                  </a:lnTo>
                  <a:lnTo>
                    <a:pt x="1681191" y="33543"/>
                  </a:lnTo>
                  <a:lnTo>
                    <a:pt x="1636923" y="15148"/>
                  </a:lnTo>
                  <a:lnTo>
                    <a:pt x="1590251" y="3847"/>
                  </a:lnTo>
                  <a:lnTo>
                    <a:pt x="154237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57498" y="3842499"/>
              <a:ext cx="981075" cy="771525"/>
            </a:xfrm>
            <a:custGeom>
              <a:avLst/>
              <a:gdLst/>
              <a:ahLst/>
              <a:cxnLst/>
              <a:rect l="l" t="t" r="r" b="b"/>
              <a:pathLst>
                <a:path w="981075" h="771525">
                  <a:moveTo>
                    <a:pt x="918819" y="95186"/>
                  </a:moveTo>
                  <a:lnTo>
                    <a:pt x="910958" y="58127"/>
                  </a:lnTo>
                  <a:lnTo>
                    <a:pt x="889558" y="27876"/>
                  </a:lnTo>
                  <a:lnTo>
                    <a:pt x="857885" y="7480"/>
                  </a:lnTo>
                  <a:lnTo>
                    <a:pt x="819226" y="0"/>
                  </a:lnTo>
                  <a:lnTo>
                    <a:pt x="648970" y="0"/>
                  </a:lnTo>
                  <a:lnTo>
                    <a:pt x="648970" y="420827"/>
                  </a:lnTo>
                  <a:lnTo>
                    <a:pt x="646899" y="431787"/>
                  </a:lnTo>
                  <a:lnTo>
                    <a:pt x="615035" y="450888"/>
                  </a:lnTo>
                  <a:lnTo>
                    <a:pt x="607568" y="450888"/>
                  </a:lnTo>
                  <a:lnTo>
                    <a:pt x="597611" y="448386"/>
                  </a:lnTo>
                  <a:lnTo>
                    <a:pt x="592632" y="440867"/>
                  </a:lnTo>
                  <a:lnTo>
                    <a:pt x="539089" y="388264"/>
                  </a:lnTo>
                  <a:lnTo>
                    <a:pt x="485559" y="335661"/>
                  </a:lnTo>
                  <a:lnTo>
                    <a:pt x="435762" y="385762"/>
                  </a:lnTo>
                  <a:lnTo>
                    <a:pt x="428282" y="388264"/>
                  </a:lnTo>
                  <a:lnTo>
                    <a:pt x="420814" y="388264"/>
                  </a:lnTo>
                  <a:lnTo>
                    <a:pt x="411632" y="386511"/>
                  </a:lnTo>
                  <a:lnTo>
                    <a:pt x="328688" y="170332"/>
                  </a:lnTo>
                  <a:lnTo>
                    <a:pt x="327012" y="155270"/>
                  </a:lnTo>
                  <a:lnTo>
                    <a:pt x="332105" y="141846"/>
                  </a:lnTo>
                  <a:lnTo>
                    <a:pt x="342201" y="132765"/>
                  </a:lnTo>
                  <a:lnTo>
                    <a:pt x="341617" y="132765"/>
                  </a:lnTo>
                  <a:lnTo>
                    <a:pt x="356069" y="130251"/>
                  </a:lnTo>
                  <a:lnTo>
                    <a:pt x="363550" y="130251"/>
                  </a:lnTo>
                  <a:lnTo>
                    <a:pt x="368528" y="132765"/>
                  </a:lnTo>
                  <a:lnTo>
                    <a:pt x="560260" y="195389"/>
                  </a:lnTo>
                  <a:lnTo>
                    <a:pt x="573062" y="204711"/>
                  </a:lnTo>
                  <a:lnTo>
                    <a:pt x="580491" y="219189"/>
                  </a:lnTo>
                  <a:lnTo>
                    <a:pt x="580910" y="235546"/>
                  </a:lnTo>
                  <a:lnTo>
                    <a:pt x="572706" y="250494"/>
                  </a:lnTo>
                  <a:lnTo>
                    <a:pt x="530377" y="290576"/>
                  </a:lnTo>
                  <a:lnTo>
                    <a:pt x="637451" y="400786"/>
                  </a:lnTo>
                  <a:lnTo>
                    <a:pt x="645896" y="409879"/>
                  </a:lnTo>
                  <a:lnTo>
                    <a:pt x="648970" y="420827"/>
                  </a:lnTo>
                  <a:lnTo>
                    <a:pt x="648970" y="0"/>
                  </a:lnTo>
                  <a:lnTo>
                    <a:pt x="154381" y="0"/>
                  </a:lnTo>
                  <a:lnTo>
                    <a:pt x="117919" y="7835"/>
                  </a:lnTo>
                  <a:lnTo>
                    <a:pt x="88709" y="28816"/>
                  </a:lnTo>
                  <a:lnTo>
                    <a:pt x="69291" y="59182"/>
                  </a:lnTo>
                  <a:lnTo>
                    <a:pt x="62255" y="95186"/>
                  </a:lnTo>
                  <a:lnTo>
                    <a:pt x="62255" y="581152"/>
                  </a:lnTo>
                  <a:lnTo>
                    <a:pt x="918819" y="581152"/>
                  </a:lnTo>
                  <a:lnTo>
                    <a:pt x="918819" y="450888"/>
                  </a:lnTo>
                  <a:lnTo>
                    <a:pt x="918819" y="130251"/>
                  </a:lnTo>
                  <a:lnTo>
                    <a:pt x="918819" y="95186"/>
                  </a:lnTo>
                  <a:close/>
                </a:path>
                <a:path w="981075" h="771525">
                  <a:moveTo>
                    <a:pt x="981075" y="676338"/>
                  </a:moveTo>
                  <a:lnTo>
                    <a:pt x="977379" y="664248"/>
                  </a:lnTo>
                  <a:lnTo>
                    <a:pt x="970178" y="654735"/>
                  </a:lnTo>
                  <a:lnTo>
                    <a:pt x="959713" y="648512"/>
                  </a:lnTo>
                  <a:lnTo>
                    <a:pt x="946213" y="646277"/>
                  </a:lnTo>
                  <a:lnTo>
                    <a:pt x="851598" y="646277"/>
                  </a:lnTo>
                  <a:lnTo>
                    <a:pt x="851598" y="676338"/>
                  </a:lnTo>
                  <a:lnTo>
                    <a:pt x="848982" y="690245"/>
                  </a:lnTo>
                  <a:lnTo>
                    <a:pt x="841933" y="701078"/>
                  </a:lnTo>
                  <a:lnTo>
                    <a:pt x="831634" y="707694"/>
                  </a:lnTo>
                  <a:lnTo>
                    <a:pt x="819226" y="708901"/>
                  </a:lnTo>
                  <a:lnTo>
                    <a:pt x="805789" y="706285"/>
                  </a:lnTo>
                  <a:lnTo>
                    <a:pt x="795870" y="699198"/>
                  </a:lnTo>
                  <a:lnTo>
                    <a:pt x="790155" y="688835"/>
                  </a:lnTo>
                  <a:lnTo>
                    <a:pt x="789343" y="676338"/>
                  </a:lnTo>
                  <a:lnTo>
                    <a:pt x="789343" y="646277"/>
                  </a:lnTo>
                  <a:lnTo>
                    <a:pt x="724598" y="646277"/>
                  </a:lnTo>
                  <a:lnTo>
                    <a:pt x="724598" y="676338"/>
                  </a:lnTo>
                  <a:lnTo>
                    <a:pt x="721982" y="690245"/>
                  </a:lnTo>
                  <a:lnTo>
                    <a:pt x="714946" y="701078"/>
                  </a:lnTo>
                  <a:lnTo>
                    <a:pt x="704634" y="707694"/>
                  </a:lnTo>
                  <a:lnTo>
                    <a:pt x="692238" y="708901"/>
                  </a:lnTo>
                  <a:lnTo>
                    <a:pt x="679856" y="706285"/>
                  </a:lnTo>
                  <a:lnTo>
                    <a:pt x="669810" y="699198"/>
                  </a:lnTo>
                  <a:lnTo>
                    <a:pt x="663511" y="688835"/>
                  </a:lnTo>
                  <a:lnTo>
                    <a:pt x="662343" y="676338"/>
                  </a:lnTo>
                  <a:lnTo>
                    <a:pt x="662343" y="646277"/>
                  </a:lnTo>
                  <a:lnTo>
                    <a:pt x="29883" y="646277"/>
                  </a:lnTo>
                  <a:lnTo>
                    <a:pt x="17856" y="648868"/>
                  </a:lnTo>
                  <a:lnTo>
                    <a:pt x="8394" y="655675"/>
                  </a:lnTo>
                  <a:lnTo>
                    <a:pt x="2209" y="665314"/>
                  </a:lnTo>
                  <a:lnTo>
                    <a:pt x="0" y="676338"/>
                  </a:lnTo>
                  <a:lnTo>
                    <a:pt x="7429" y="713409"/>
                  </a:lnTo>
                  <a:lnTo>
                    <a:pt x="27698" y="743661"/>
                  </a:lnTo>
                  <a:lnTo>
                    <a:pt x="57772" y="764057"/>
                  </a:lnTo>
                  <a:lnTo>
                    <a:pt x="94627" y="771525"/>
                  </a:lnTo>
                  <a:lnTo>
                    <a:pt x="886460" y="771525"/>
                  </a:lnTo>
                  <a:lnTo>
                    <a:pt x="923290" y="764057"/>
                  </a:lnTo>
                  <a:lnTo>
                    <a:pt x="953363" y="743661"/>
                  </a:lnTo>
                  <a:lnTo>
                    <a:pt x="973632" y="713409"/>
                  </a:lnTo>
                  <a:lnTo>
                    <a:pt x="981075" y="67633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219999" y="3310001"/>
            <a:ext cx="1847850" cy="1838325"/>
            <a:chOff x="8219999" y="3310001"/>
            <a:chExt cx="1847850" cy="1838325"/>
          </a:xfrm>
        </p:grpSpPr>
        <p:sp>
          <p:nvSpPr>
            <p:cNvPr id="13" name="object 13"/>
            <p:cNvSpPr/>
            <p:nvPr/>
          </p:nvSpPr>
          <p:spPr>
            <a:xfrm>
              <a:off x="8219999" y="3310001"/>
              <a:ext cx="1847850" cy="1838325"/>
            </a:xfrm>
            <a:custGeom>
              <a:avLst/>
              <a:gdLst/>
              <a:ahLst/>
              <a:cxnLst/>
              <a:rect l="l" t="t" r="r" b="b"/>
              <a:pathLst>
                <a:path w="1847850" h="1838325">
                  <a:moveTo>
                    <a:pt x="1542376" y="0"/>
                  </a:moveTo>
                  <a:lnTo>
                    <a:pt x="307975" y="0"/>
                  </a:lnTo>
                  <a:lnTo>
                    <a:pt x="262427" y="3277"/>
                  </a:lnTo>
                  <a:lnTo>
                    <a:pt x="218967" y="12810"/>
                  </a:lnTo>
                  <a:lnTo>
                    <a:pt x="178068" y="28145"/>
                  </a:lnTo>
                  <a:lnTo>
                    <a:pt x="140205" y="48832"/>
                  </a:lnTo>
                  <a:lnTo>
                    <a:pt x="105853" y="74419"/>
                  </a:lnTo>
                  <a:lnTo>
                    <a:pt x="75484" y="104454"/>
                  </a:lnTo>
                  <a:lnTo>
                    <a:pt x="49574" y="138486"/>
                  </a:lnTo>
                  <a:lnTo>
                    <a:pt x="28596" y="176063"/>
                  </a:lnTo>
                  <a:lnTo>
                    <a:pt x="13025" y="216734"/>
                  </a:lnTo>
                  <a:lnTo>
                    <a:pt x="3335" y="260046"/>
                  </a:lnTo>
                  <a:lnTo>
                    <a:pt x="0" y="305549"/>
                  </a:lnTo>
                  <a:lnTo>
                    <a:pt x="0" y="1530273"/>
                  </a:lnTo>
                  <a:lnTo>
                    <a:pt x="3899" y="1575831"/>
                  </a:lnTo>
                  <a:lnTo>
                    <a:pt x="13939" y="1619302"/>
                  </a:lnTo>
                  <a:lnTo>
                    <a:pt x="29679" y="1660210"/>
                  </a:lnTo>
                  <a:lnTo>
                    <a:pt x="50679" y="1698082"/>
                  </a:lnTo>
                  <a:lnTo>
                    <a:pt x="76499" y="1732443"/>
                  </a:lnTo>
                  <a:lnTo>
                    <a:pt x="106699" y="1762820"/>
                  </a:lnTo>
                  <a:lnTo>
                    <a:pt x="140837" y="1788737"/>
                  </a:lnTo>
                  <a:lnTo>
                    <a:pt x="178474" y="1809720"/>
                  </a:lnTo>
                  <a:lnTo>
                    <a:pt x="219170" y="1825295"/>
                  </a:lnTo>
                  <a:lnTo>
                    <a:pt x="262483" y="1834988"/>
                  </a:lnTo>
                  <a:lnTo>
                    <a:pt x="307975" y="1838325"/>
                  </a:lnTo>
                  <a:lnTo>
                    <a:pt x="1542376" y="1838325"/>
                  </a:lnTo>
                  <a:lnTo>
                    <a:pt x="1591694" y="1833689"/>
                  </a:lnTo>
                  <a:lnTo>
                    <a:pt x="1638563" y="1821675"/>
                  </a:lnTo>
                  <a:lnTo>
                    <a:pt x="1682338" y="1802868"/>
                  </a:lnTo>
                  <a:lnTo>
                    <a:pt x="1722373" y="1777854"/>
                  </a:lnTo>
                  <a:lnTo>
                    <a:pt x="1758021" y="1747221"/>
                  </a:lnTo>
                  <a:lnTo>
                    <a:pt x="1788636" y="1711554"/>
                  </a:lnTo>
                  <a:lnTo>
                    <a:pt x="1813573" y="1671439"/>
                  </a:lnTo>
                  <a:lnTo>
                    <a:pt x="1832185" y="1627463"/>
                  </a:lnTo>
                  <a:lnTo>
                    <a:pt x="1843826" y="1580213"/>
                  </a:lnTo>
                  <a:lnTo>
                    <a:pt x="1847850" y="1530273"/>
                  </a:lnTo>
                  <a:lnTo>
                    <a:pt x="1847850" y="305549"/>
                  </a:lnTo>
                  <a:lnTo>
                    <a:pt x="1844004" y="257906"/>
                  </a:lnTo>
                  <a:lnTo>
                    <a:pt x="1832706" y="211703"/>
                  </a:lnTo>
                  <a:lnTo>
                    <a:pt x="1814317" y="167784"/>
                  </a:lnTo>
                  <a:lnTo>
                    <a:pt x="1789196" y="126992"/>
                  </a:lnTo>
                  <a:lnTo>
                    <a:pt x="1757705" y="90170"/>
                  </a:lnTo>
                  <a:lnTo>
                    <a:pt x="1721852" y="58671"/>
                  </a:lnTo>
                  <a:lnTo>
                    <a:pt x="1681191" y="33543"/>
                  </a:lnTo>
                  <a:lnTo>
                    <a:pt x="1636923" y="15148"/>
                  </a:lnTo>
                  <a:lnTo>
                    <a:pt x="1590251" y="3847"/>
                  </a:lnTo>
                  <a:lnTo>
                    <a:pt x="154237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52497" y="3730002"/>
              <a:ext cx="981075" cy="990600"/>
            </a:xfrm>
            <a:custGeom>
              <a:avLst/>
              <a:gdLst/>
              <a:ahLst/>
              <a:cxnLst/>
              <a:rect l="l" t="t" r="r" b="b"/>
              <a:pathLst>
                <a:path w="981075" h="990600">
                  <a:moveTo>
                    <a:pt x="853617" y="643775"/>
                  </a:moveTo>
                  <a:lnTo>
                    <a:pt x="844245" y="638505"/>
                  </a:lnTo>
                  <a:lnTo>
                    <a:pt x="834885" y="633476"/>
                  </a:lnTo>
                  <a:lnTo>
                    <a:pt x="825525" y="627976"/>
                  </a:lnTo>
                  <a:lnTo>
                    <a:pt x="816165" y="621309"/>
                  </a:lnTo>
                  <a:lnTo>
                    <a:pt x="791210" y="593877"/>
                  </a:lnTo>
                  <a:lnTo>
                    <a:pt x="763752" y="621309"/>
                  </a:lnTo>
                  <a:lnTo>
                    <a:pt x="747915" y="634022"/>
                  </a:lnTo>
                  <a:lnTo>
                    <a:pt x="730681" y="642518"/>
                  </a:lnTo>
                  <a:lnTo>
                    <a:pt x="712508" y="647280"/>
                  </a:lnTo>
                  <a:lnTo>
                    <a:pt x="693864" y="648754"/>
                  </a:lnTo>
                  <a:lnTo>
                    <a:pt x="657313" y="641235"/>
                  </a:lnTo>
                  <a:lnTo>
                    <a:pt x="628027" y="620382"/>
                  </a:lnTo>
                  <a:lnTo>
                    <a:pt x="608571" y="588759"/>
                  </a:lnTo>
                  <a:lnTo>
                    <a:pt x="601522" y="548944"/>
                  </a:lnTo>
                  <a:lnTo>
                    <a:pt x="601522" y="364299"/>
                  </a:lnTo>
                  <a:lnTo>
                    <a:pt x="573087" y="326910"/>
                  </a:lnTo>
                  <a:lnTo>
                    <a:pt x="551916" y="286016"/>
                  </a:lnTo>
                  <a:lnTo>
                    <a:pt x="538695" y="241846"/>
                  </a:lnTo>
                  <a:lnTo>
                    <a:pt x="534136" y="194627"/>
                  </a:lnTo>
                  <a:lnTo>
                    <a:pt x="538226" y="150190"/>
                  </a:lnTo>
                  <a:lnTo>
                    <a:pt x="550100" y="107442"/>
                  </a:lnTo>
                  <a:lnTo>
                    <a:pt x="569163" y="67437"/>
                  </a:lnTo>
                  <a:lnTo>
                    <a:pt x="594829" y="31267"/>
                  </a:lnTo>
                  <a:lnTo>
                    <a:pt x="626478" y="0"/>
                  </a:lnTo>
                  <a:lnTo>
                    <a:pt x="29946" y="0"/>
                  </a:lnTo>
                  <a:lnTo>
                    <a:pt x="17894" y="2971"/>
                  </a:lnTo>
                  <a:lnTo>
                    <a:pt x="8420" y="10604"/>
                  </a:lnTo>
                  <a:lnTo>
                    <a:pt x="2222" y="21056"/>
                  </a:lnTo>
                  <a:lnTo>
                    <a:pt x="0" y="32435"/>
                  </a:lnTo>
                  <a:lnTo>
                    <a:pt x="0" y="825906"/>
                  </a:lnTo>
                  <a:lnTo>
                    <a:pt x="7442" y="862495"/>
                  </a:lnTo>
                  <a:lnTo>
                    <a:pt x="27762" y="892048"/>
                  </a:lnTo>
                  <a:lnTo>
                    <a:pt x="57912" y="912241"/>
                  </a:lnTo>
                  <a:lnTo>
                    <a:pt x="94843" y="920737"/>
                  </a:lnTo>
                  <a:lnTo>
                    <a:pt x="104838" y="920737"/>
                  </a:lnTo>
                  <a:lnTo>
                    <a:pt x="136652" y="913676"/>
                  </a:lnTo>
                  <a:lnTo>
                    <a:pt x="162852" y="894219"/>
                  </a:lnTo>
                  <a:lnTo>
                    <a:pt x="180644" y="864946"/>
                  </a:lnTo>
                  <a:lnTo>
                    <a:pt x="187198" y="828408"/>
                  </a:lnTo>
                  <a:lnTo>
                    <a:pt x="189839" y="815352"/>
                  </a:lnTo>
                  <a:lnTo>
                    <a:pt x="197180" y="806272"/>
                  </a:lnTo>
                  <a:lnTo>
                    <a:pt x="208241" y="801395"/>
                  </a:lnTo>
                  <a:lnTo>
                    <a:pt x="222135" y="800963"/>
                  </a:lnTo>
                  <a:lnTo>
                    <a:pt x="853617" y="800963"/>
                  </a:lnTo>
                  <a:lnTo>
                    <a:pt x="853617" y="643775"/>
                  </a:lnTo>
                  <a:close/>
                </a:path>
                <a:path w="981075" h="990600">
                  <a:moveTo>
                    <a:pt x="975918" y="863346"/>
                  </a:moveTo>
                  <a:lnTo>
                    <a:pt x="247091" y="863346"/>
                  </a:lnTo>
                  <a:lnTo>
                    <a:pt x="231292" y="906741"/>
                  </a:lnTo>
                  <a:lnTo>
                    <a:pt x="204978" y="942886"/>
                  </a:lnTo>
                  <a:lnTo>
                    <a:pt x="171640" y="971067"/>
                  </a:lnTo>
                  <a:lnTo>
                    <a:pt x="134785" y="990600"/>
                  </a:lnTo>
                  <a:lnTo>
                    <a:pt x="821156" y="990600"/>
                  </a:lnTo>
                  <a:lnTo>
                    <a:pt x="864806" y="984313"/>
                  </a:lnTo>
                  <a:lnTo>
                    <a:pt x="904379" y="966647"/>
                  </a:lnTo>
                  <a:lnTo>
                    <a:pt x="937615" y="939406"/>
                  </a:lnTo>
                  <a:lnTo>
                    <a:pt x="962215" y="904367"/>
                  </a:lnTo>
                  <a:lnTo>
                    <a:pt x="975918" y="863346"/>
                  </a:lnTo>
                  <a:close/>
                </a:path>
                <a:path w="981075" h="990600">
                  <a:moveTo>
                    <a:pt x="980909" y="199618"/>
                  </a:moveTo>
                  <a:lnTo>
                    <a:pt x="975893" y="155054"/>
                  </a:lnTo>
                  <a:lnTo>
                    <a:pt x="961580" y="114109"/>
                  </a:lnTo>
                  <a:lnTo>
                    <a:pt x="939050" y="77978"/>
                  </a:lnTo>
                  <a:lnTo>
                    <a:pt x="916012" y="54533"/>
                  </a:lnTo>
                  <a:lnTo>
                    <a:pt x="916012" y="199618"/>
                  </a:lnTo>
                  <a:lnTo>
                    <a:pt x="905941" y="248983"/>
                  </a:lnTo>
                  <a:lnTo>
                    <a:pt x="878560" y="289445"/>
                  </a:lnTo>
                  <a:lnTo>
                    <a:pt x="838085" y="316814"/>
                  </a:lnTo>
                  <a:lnTo>
                    <a:pt x="788720" y="326872"/>
                  </a:lnTo>
                  <a:lnTo>
                    <a:pt x="737857" y="316471"/>
                  </a:lnTo>
                  <a:lnTo>
                    <a:pt x="696366" y="288505"/>
                  </a:lnTo>
                  <a:lnTo>
                    <a:pt x="667969" y="247929"/>
                  </a:lnTo>
                  <a:lnTo>
                    <a:pt x="656437" y="199618"/>
                  </a:lnTo>
                  <a:lnTo>
                    <a:pt x="666927" y="149872"/>
                  </a:lnTo>
                  <a:lnTo>
                    <a:pt x="695426" y="108546"/>
                  </a:lnTo>
                  <a:lnTo>
                    <a:pt x="737514" y="80314"/>
                  </a:lnTo>
                  <a:lnTo>
                    <a:pt x="788720" y="69862"/>
                  </a:lnTo>
                  <a:lnTo>
                    <a:pt x="839139" y="80314"/>
                  </a:lnTo>
                  <a:lnTo>
                    <a:pt x="879500" y="108546"/>
                  </a:lnTo>
                  <a:lnTo>
                    <a:pt x="906297" y="149872"/>
                  </a:lnTo>
                  <a:lnTo>
                    <a:pt x="916012" y="199618"/>
                  </a:lnTo>
                  <a:lnTo>
                    <a:pt x="916012" y="54533"/>
                  </a:lnTo>
                  <a:lnTo>
                    <a:pt x="909421" y="47815"/>
                  </a:lnTo>
                  <a:lnTo>
                    <a:pt x="873747" y="24815"/>
                  </a:lnTo>
                  <a:lnTo>
                    <a:pt x="833158" y="10147"/>
                  </a:lnTo>
                  <a:lnTo>
                    <a:pt x="788720" y="4991"/>
                  </a:lnTo>
                  <a:lnTo>
                    <a:pt x="744131" y="10020"/>
                  </a:lnTo>
                  <a:lnTo>
                    <a:pt x="703186" y="24371"/>
                  </a:lnTo>
                  <a:lnTo>
                    <a:pt x="667029" y="47028"/>
                  </a:lnTo>
                  <a:lnTo>
                    <a:pt x="636854" y="76923"/>
                  </a:lnTo>
                  <a:lnTo>
                    <a:pt x="613841" y="113030"/>
                  </a:lnTo>
                  <a:lnTo>
                    <a:pt x="599173" y="154279"/>
                  </a:lnTo>
                  <a:lnTo>
                    <a:pt x="594029" y="199618"/>
                  </a:lnTo>
                  <a:lnTo>
                    <a:pt x="598512" y="240792"/>
                  </a:lnTo>
                  <a:lnTo>
                    <a:pt x="611187" y="278218"/>
                  </a:lnTo>
                  <a:lnTo>
                    <a:pt x="630885" y="311912"/>
                  </a:lnTo>
                  <a:lnTo>
                    <a:pt x="656437" y="341845"/>
                  </a:lnTo>
                  <a:lnTo>
                    <a:pt x="656437" y="553935"/>
                  </a:lnTo>
                  <a:lnTo>
                    <a:pt x="659041" y="565988"/>
                  </a:lnTo>
                  <a:lnTo>
                    <a:pt x="666102" y="575462"/>
                  </a:lnTo>
                  <a:lnTo>
                    <a:pt x="676490" y="581698"/>
                  </a:lnTo>
                  <a:lnTo>
                    <a:pt x="676643" y="581698"/>
                  </a:lnTo>
                  <a:lnTo>
                    <a:pt x="688873" y="583882"/>
                  </a:lnTo>
                  <a:lnTo>
                    <a:pt x="788720" y="501535"/>
                  </a:lnTo>
                  <a:lnTo>
                    <a:pt x="861098" y="573900"/>
                  </a:lnTo>
                  <a:lnTo>
                    <a:pt x="866749" y="578624"/>
                  </a:lnTo>
                  <a:lnTo>
                    <a:pt x="872642" y="581698"/>
                  </a:lnTo>
                  <a:lnTo>
                    <a:pt x="878992" y="583387"/>
                  </a:lnTo>
                  <a:lnTo>
                    <a:pt x="886066" y="583882"/>
                  </a:lnTo>
                  <a:lnTo>
                    <a:pt x="896861" y="581698"/>
                  </a:lnTo>
                  <a:lnTo>
                    <a:pt x="896988" y="581698"/>
                  </a:lnTo>
                  <a:lnTo>
                    <a:pt x="906640" y="575462"/>
                  </a:lnTo>
                  <a:lnTo>
                    <a:pt x="913434" y="565988"/>
                  </a:lnTo>
                  <a:lnTo>
                    <a:pt x="916012" y="553935"/>
                  </a:lnTo>
                  <a:lnTo>
                    <a:pt x="916012" y="501535"/>
                  </a:lnTo>
                  <a:lnTo>
                    <a:pt x="916012" y="341845"/>
                  </a:lnTo>
                  <a:lnTo>
                    <a:pt x="930198" y="326872"/>
                  </a:lnTo>
                  <a:lnTo>
                    <a:pt x="944397" y="311912"/>
                  </a:lnTo>
                  <a:lnTo>
                    <a:pt x="965301" y="278218"/>
                  </a:lnTo>
                  <a:lnTo>
                    <a:pt x="977785" y="240792"/>
                  </a:lnTo>
                  <a:lnTo>
                    <a:pt x="980909" y="19961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156" y="812838"/>
            <a:ext cx="4704080" cy="92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290" dirty="0"/>
              <a:t>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7750" y="2892090"/>
            <a:ext cx="4847590" cy="2025014"/>
          </a:xfrm>
          <a:prstGeom prst="rect">
            <a:avLst/>
          </a:prstGeom>
        </p:spPr>
        <p:txBody>
          <a:bodyPr vert="horz" wrap="square" lIns="0" tIns="327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4900" spc="-40" dirty="0">
                <a:solidFill>
                  <a:srgbClr val="1D1D1B"/>
                </a:solidFill>
                <a:latin typeface="Arial Black"/>
                <a:cs typeface="Arial Black"/>
              </a:rPr>
              <a:t>Vefius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975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from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1698" y="2892118"/>
            <a:ext cx="4561840" cy="2025014"/>
          </a:xfrm>
          <a:prstGeom prst="rect">
            <a:avLst/>
          </a:prstGeom>
        </p:spPr>
        <p:txBody>
          <a:bodyPr vert="horz" wrap="square" lIns="0" tIns="327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4900" spc="-65" dirty="0">
                <a:solidFill>
                  <a:srgbClr val="1D1D1B"/>
                </a:solidFill>
                <a:latin typeface="Arial Black"/>
                <a:cs typeface="Arial Black"/>
              </a:rPr>
              <a:t>Jupiter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97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Jupiter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biggest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our</a:t>
            </a:r>
            <a:r>
              <a:rPr sz="2750" spc="-2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System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7750" y="6216057"/>
            <a:ext cx="4205605" cy="2025014"/>
          </a:xfrm>
          <a:prstGeom prst="rect">
            <a:avLst/>
          </a:prstGeom>
        </p:spPr>
        <p:txBody>
          <a:bodyPr vert="horz" wrap="square" lIns="0" tIns="327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4900" spc="-20" dirty="0">
                <a:solidFill>
                  <a:srgbClr val="1D1D1B"/>
                </a:solidFill>
                <a:latin typeface="Arial Black"/>
                <a:cs typeface="Arial Black"/>
              </a:rPr>
              <a:t>M6rs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97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red,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54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3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place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61698" y="6216080"/>
            <a:ext cx="4243070" cy="2025014"/>
          </a:xfrm>
          <a:prstGeom prst="rect">
            <a:avLst/>
          </a:prstGeom>
        </p:spPr>
        <p:txBody>
          <a:bodyPr vert="horz" wrap="square" lIns="0" tIns="327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75"/>
              </a:spcBef>
            </a:pPr>
            <a:r>
              <a:rPr sz="4900" spc="-45" dirty="0">
                <a:solidFill>
                  <a:srgbClr val="1D1D1B"/>
                </a:solidFill>
                <a:latin typeface="Arial Black"/>
                <a:cs typeface="Arial Black"/>
              </a:rPr>
              <a:t>S6turfi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1975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Saturn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80" dirty="0">
                <a:solidFill>
                  <a:srgbClr val="1D1D1B"/>
                </a:solidFill>
                <a:latin typeface="Tahoma"/>
                <a:cs typeface="Tahoma"/>
              </a:rPr>
              <a:t>gas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giant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has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several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rings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54998" y="3492500"/>
            <a:ext cx="1533525" cy="1524000"/>
            <a:chOff x="9454998" y="3492500"/>
            <a:chExt cx="1533525" cy="1524000"/>
          </a:xfrm>
        </p:grpSpPr>
        <p:sp>
          <p:nvSpPr>
            <p:cNvPr id="8" name="object 8"/>
            <p:cNvSpPr/>
            <p:nvPr/>
          </p:nvSpPr>
          <p:spPr>
            <a:xfrm>
              <a:off x="9454998" y="3492500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66" y="0"/>
                  </a:lnTo>
                  <a:lnTo>
                    <a:pt x="207104" y="4133"/>
                  </a:lnTo>
                  <a:lnTo>
                    <a:pt x="164281" y="16038"/>
                  </a:lnTo>
                  <a:lnTo>
                    <a:pt x="124896" y="34976"/>
                  </a:lnTo>
                  <a:lnTo>
                    <a:pt x="89650" y="60206"/>
                  </a:lnTo>
                  <a:lnTo>
                    <a:pt x="59242" y="90987"/>
                  </a:lnTo>
                  <a:lnTo>
                    <a:pt x="34374" y="126580"/>
                  </a:lnTo>
                  <a:lnTo>
                    <a:pt x="15744" y="166244"/>
                  </a:lnTo>
                  <a:lnTo>
                    <a:pt x="4052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3393" y="1315406"/>
                  </a:lnTo>
                  <a:lnTo>
                    <a:pt x="14735" y="1358753"/>
                  </a:lnTo>
                  <a:lnTo>
                    <a:pt x="33262" y="1398522"/>
                  </a:lnTo>
                  <a:lnTo>
                    <a:pt x="58213" y="1434034"/>
                  </a:lnTo>
                  <a:lnTo>
                    <a:pt x="88826" y="1464612"/>
                  </a:lnTo>
                  <a:lnTo>
                    <a:pt x="124340" y="1489576"/>
                  </a:lnTo>
                  <a:lnTo>
                    <a:pt x="163992" y="1508248"/>
                  </a:lnTo>
                  <a:lnTo>
                    <a:pt x="207022" y="1519948"/>
                  </a:lnTo>
                  <a:lnTo>
                    <a:pt x="252666" y="1524000"/>
                  </a:lnTo>
                  <a:lnTo>
                    <a:pt x="1278318" y="1524000"/>
                  </a:lnTo>
                  <a:lnTo>
                    <a:pt x="1324625" y="1519867"/>
                  </a:lnTo>
                  <a:lnTo>
                    <a:pt x="1368028" y="1507961"/>
                  </a:lnTo>
                  <a:lnTo>
                    <a:pt x="1407849" y="1489023"/>
                  </a:lnTo>
                  <a:lnTo>
                    <a:pt x="1443407" y="1463792"/>
                  </a:lnTo>
                  <a:lnTo>
                    <a:pt x="1474024" y="1433010"/>
                  </a:lnTo>
                  <a:lnTo>
                    <a:pt x="1499020" y="1397415"/>
                  </a:lnTo>
                  <a:lnTo>
                    <a:pt x="1517715" y="1357749"/>
                  </a:lnTo>
                  <a:lnTo>
                    <a:pt x="1529430" y="1314751"/>
                  </a:lnTo>
                  <a:lnTo>
                    <a:pt x="1533486" y="1269161"/>
                  </a:lnTo>
                  <a:lnTo>
                    <a:pt x="1533486" y="254825"/>
                  </a:lnTo>
                  <a:lnTo>
                    <a:pt x="1528444" y="204939"/>
                  </a:lnTo>
                  <a:lnTo>
                    <a:pt x="1513786" y="157392"/>
                  </a:lnTo>
                  <a:lnTo>
                    <a:pt x="1490217" y="113591"/>
                  </a:lnTo>
                  <a:lnTo>
                    <a:pt x="1458442" y="74942"/>
                  </a:lnTo>
                  <a:lnTo>
                    <a:pt x="1419743" y="43210"/>
                  </a:lnTo>
                  <a:lnTo>
                    <a:pt x="1375886" y="19673"/>
                  </a:lnTo>
                  <a:lnTo>
                    <a:pt x="1328276" y="5035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877501" y="3914990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477367" y="338137"/>
                  </a:moveTo>
                  <a:lnTo>
                    <a:pt x="476897" y="326567"/>
                  </a:lnTo>
                  <a:lnTo>
                    <a:pt x="475500" y="314528"/>
                  </a:lnTo>
                  <a:lnTo>
                    <a:pt x="473163" y="302488"/>
                  </a:lnTo>
                  <a:lnTo>
                    <a:pt x="469912" y="290906"/>
                  </a:lnTo>
                  <a:lnTo>
                    <a:pt x="437591" y="323227"/>
                  </a:lnTo>
                  <a:lnTo>
                    <a:pt x="437591" y="338137"/>
                  </a:lnTo>
                  <a:lnTo>
                    <a:pt x="433158" y="367169"/>
                  </a:lnTo>
                  <a:lnTo>
                    <a:pt x="401916" y="414020"/>
                  </a:lnTo>
                  <a:lnTo>
                    <a:pt x="358952" y="433260"/>
                  </a:lnTo>
                  <a:lnTo>
                    <a:pt x="338137" y="435114"/>
                  </a:lnTo>
                  <a:lnTo>
                    <a:pt x="319214" y="433298"/>
                  </a:lnTo>
                  <a:lnTo>
                    <a:pt x="283235" y="419379"/>
                  </a:lnTo>
                  <a:lnTo>
                    <a:pt x="251421" y="384733"/>
                  </a:lnTo>
                  <a:lnTo>
                    <a:pt x="240538" y="328396"/>
                  </a:lnTo>
                  <a:lnTo>
                    <a:pt x="248627" y="298361"/>
                  </a:lnTo>
                  <a:lnTo>
                    <a:pt x="263664" y="272961"/>
                  </a:lnTo>
                  <a:lnTo>
                    <a:pt x="284988" y="253619"/>
                  </a:lnTo>
                  <a:lnTo>
                    <a:pt x="310515" y="241731"/>
                  </a:lnTo>
                  <a:lnTo>
                    <a:pt x="338137" y="238709"/>
                  </a:lnTo>
                  <a:lnTo>
                    <a:pt x="353060" y="238709"/>
                  </a:lnTo>
                  <a:lnTo>
                    <a:pt x="385381" y="206375"/>
                  </a:lnTo>
                  <a:lnTo>
                    <a:pt x="374142" y="203111"/>
                  </a:lnTo>
                  <a:lnTo>
                    <a:pt x="362686" y="200787"/>
                  </a:lnTo>
                  <a:lnTo>
                    <a:pt x="350761" y="199390"/>
                  </a:lnTo>
                  <a:lnTo>
                    <a:pt x="338137" y="198907"/>
                  </a:lnTo>
                  <a:lnTo>
                    <a:pt x="296989" y="205130"/>
                  </a:lnTo>
                  <a:lnTo>
                    <a:pt x="260743" y="222529"/>
                  </a:lnTo>
                  <a:lnTo>
                    <a:pt x="231495" y="249262"/>
                  </a:lnTo>
                  <a:lnTo>
                    <a:pt x="211328" y="283438"/>
                  </a:lnTo>
                  <a:lnTo>
                    <a:pt x="200952" y="323583"/>
                  </a:lnTo>
                  <a:lnTo>
                    <a:pt x="202946" y="363943"/>
                  </a:lnTo>
                  <a:lnTo>
                    <a:pt x="216573" y="401980"/>
                  </a:lnTo>
                  <a:lnTo>
                    <a:pt x="241173" y="435114"/>
                  </a:lnTo>
                  <a:lnTo>
                    <a:pt x="286854" y="465264"/>
                  </a:lnTo>
                  <a:lnTo>
                    <a:pt x="338137" y="474891"/>
                  </a:lnTo>
                  <a:lnTo>
                    <a:pt x="351231" y="474395"/>
                  </a:lnTo>
                  <a:lnTo>
                    <a:pt x="392836" y="464947"/>
                  </a:lnTo>
                  <a:lnTo>
                    <a:pt x="428066" y="443395"/>
                  </a:lnTo>
                  <a:lnTo>
                    <a:pt x="454672" y="413664"/>
                  </a:lnTo>
                  <a:lnTo>
                    <a:pt x="471500" y="377888"/>
                  </a:lnTo>
                  <a:lnTo>
                    <a:pt x="477367" y="338137"/>
                  </a:lnTo>
                  <a:close/>
                </a:path>
                <a:path w="676275" h="676275">
                  <a:moveTo>
                    <a:pt x="556933" y="338137"/>
                  </a:moveTo>
                  <a:lnTo>
                    <a:pt x="555142" y="312115"/>
                  </a:lnTo>
                  <a:lnTo>
                    <a:pt x="550087" y="286562"/>
                  </a:lnTo>
                  <a:lnTo>
                    <a:pt x="542239" y="261937"/>
                  </a:lnTo>
                  <a:lnTo>
                    <a:pt x="532066" y="238696"/>
                  </a:lnTo>
                  <a:lnTo>
                    <a:pt x="522122" y="238696"/>
                  </a:lnTo>
                  <a:lnTo>
                    <a:pt x="499745" y="261073"/>
                  </a:lnTo>
                  <a:lnTo>
                    <a:pt x="507707" y="279755"/>
                  </a:lnTo>
                  <a:lnTo>
                    <a:pt x="513105" y="298678"/>
                  </a:lnTo>
                  <a:lnTo>
                    <a:pt x="516178" y="318058"/>
                  </a:lnTo>
                  <a:lnTo>
                    <a:pt x="517156" y="338137"/>
                  </a:lnTo>
                  <a:lnTo>
                    <a:pt x="510819" y="384898"/>
                  </a:lnTo>
                  <a:lnTo>
                    <a:pt x="492836" y="427570"/>
                  </a:lnTo>
                  <a:lnTo>
                    <a:pt x="464934" y="463702"/>
                  </a:lnTo>
                  <a:lnTo>
                    <a:pt x="428739" y="491566"/>
                  </a:lnTo>
                  <a:lnTo>
                    <a:pt x="385927" y="509193"/>
                  </a:lnTo>
                  <a:lnTo>
                    <a:pt x="338137" y="514667"/>
                  </a:lnTo>
                  <a:lnTo>
                    <a:pt x="291211" y="508330"/>
                  </a:lnTo>
                  <a:lnTo>
                    <a:pt x="248716" y="490461"/>
                  </a:lnTo>
                  <a:lnTo>
                    <a:pt x="212572" y="462775"/>
                  </a:lnTo>
                  <a:lnTo>
                    <a:pt x="184708" y="427012"/>
                  </a:lnTo>
                  <a:lnTo>
                    <a:pt x="167157" y="385064"/>
                  </a:lnTo>
                  <a:lnTo>
                    <a:pt x="167081" y="384898"/>
                  </a:lnTo>
                  <a:lnTo>
                    <a:pt x="161607" y="338137"/>
                  </a:lnTo>
                  <a:lnTo>
                    <a:pt x="167944" y="291211"/>
                  </a:lnTo>
                  <a:lnTo>
                    <a:pt x="185826" y="248640"/>
                  </a:lnTo>
                  <a:lnTo>
                    <a:pt x="213499" y="212280"/>
                  </a:lnTo>
                  <a:lnTo>
                    <a:pt x="249262" y="183997"/>
                  </a:lnTo>
                  <a:lnTo>
                    <a:pt x="291388" y="165658"/>
                  </a:lnTo>
                  <a:lnTo>
                    <a:pt x="338137" y="159131"/>
                  </a:lnTo>
                  <a:lnTo>
                    <a:pt x="358216" y="160108"/>
                  </a:lnTo>
                  <a:lnTo>
                    <a:pt x="377596" y="163182"/>
                  </a:lnTo>
                  <a:lnTo>
                    <a:pt x="396519" y="168579"/>
                  </a:lnTo>
                  <a:lnTo>
                    <a:pt x="415213" y="176530"/>
                  </a:lnTo>
                  <a:lnTo>
                    <a:pt x="432612" y="159131"/>
                  </a:lnTo>
                  <a:lnTo>
                    <a:pt x="389724" y="126199"/>
                  </a:lnTo>
                  <a:lnTo>
                    <a:pt x="338137" y="119354"/>
                  </a:lnTo>
                  <a:lnTo>
                    <a:pt x="288569" y="125082"/>
                  </a:lnTo>
                  <a:lnTo>
                    <a:pt x="243052" y="141427"/>
                  </a:lnTo>
                  <a:lnTo>
                    <a:pt x="202895" y="167119"/>
                  </a:lnTo>
                  <a:lnTo>
                    <a:pt x="169379" y="200888"/>
                  </a:lnTo>
                  <a:lnTo>
                    <a:pt x="143827" y="241490"/>
                  </a:lnTo>
                  <a:lnTo>
                    <a:pt x="127546" y="287667"/>
                  </a:lnTo>
                  <a:lnTo>
                    <a:pt x="121831" y="338137"/>
                  </a:lnTo>
                  <a:lnTo>
                    <a:pt x="127546" y="387705"/>
                  </a:lnTo>
                  <a:lnTo>
                    <a:pt x="143827" y="433222"/>
                  </a:lnTo>
                  <a:lnTo>
                    <a:pt x="169379" y="473392"/>
                  </a:lnTo>
                  <a:lnTo>
                    <a:pt x="202895" y="506907"/>
                  </a:lnTo>
                  <a:lnTo>
                    <a:pt x="243052" y="532460"/>
                  </a:lnTo>
                  <a:lnTo>
                    <a:pt x="288569" y="548741"/>
                  </a:lnTo>
                  <a:lnTo>
                    <a:pt x="338137" y="554456"/>
                  </a:lnTo>
                  <a:lnTo>
                    <a:pt x="387692" y="548741"/>
                  </a:lnTo>
                  <a:lnTo>
                    <a:pt x="433260" y="532460"/>
                  </a:lnTo>
                  <a:lnTo>
                    <a:pt x="461314" y="514667"/>
                  </a:lnTo>
                  <a:lnTo>
                    <a:pt x="473570" y="506907"/>
                  </a:lnTo>
                  <a:lnTo>
                    <a:pt x="507339" y="473392"/>
                  </a:lnTo>
                  <a:lnTo>
                    <a:pt x="533336" y="433222"/>
                  </a:lnTo>
                  <a:lnTo>
                    <a:pt x="550291" y="387705"/>
                  </a:lnTo>
                  <a:lnTo>
                    <a:pt x="556933" y="338137"/>
                  </a:lnTo>
                  <a:close/>
                </a:path>
                <a:path w="676275" h="676275">
                  <a:moveTo>
                    <a:pt x="674204" y="103695"/>
                  </a:moveTo>
                  <a:lnTo>
                    <a:pt x="672846" y="92316"/>
                  </a:lnTo>
                  <a:lnTo>
                    <a:pt x="666356" y="83261"/>
                  </a:lnTo>
                  <a:lnTo>
                    <a:pt x="656374" y="79565"/>
                  </a:lnTo>
                  <a:lnTo>
                    <a:pt x="596709" y="79565"/>
                  </a:lnTo>
                  <a:lnTo>
                    <a:pt x="596709" y="19900"/>
                  </a:lnTo>
                  <a:lnTo>
                    <a:pt x="594995" y="11557"/>
                  </a:lnTo>
                  <a:lnTo>
                    <a:pt x="590486" y="5295"/>
                  </a:lnTo>
                  <a:lnTo>
                    <a:pt x="584123" y="1371"/>
                  </a:lnTo>
                  <a:lnTo>
                    <a:pt x="576821" y="0"/>
                  </a:lnTo>
                  <a:lnTo>
                    <a:pt x="571855" y="0"/>
                  </a:lnTo>
                  <a:lnTo>
                    <a:pt x="566877" y="2501"/>
                  </a:lnTo>
                  <a:lnTo>
                    <a:pt x="479856" y="89509"/>
                  </a:lnTo>
                  <a:lnTo>
                    <a:pt x="477367" y="96977"/>
                  </a:lnTo>
                  <a:lnTo>
                    <a:pt x="477367" y="171564"/>
                  </a:lnTo>
                  <a:lnTo>
                    <a:pt x="365480" y="283438"/>
                  </a:lnTo>
                  <a:lnTo>
                    <a:pt x="359460" y="280568"/>
                  </a:lnTo>
                  <a:lnTo>
                    <a:pt x="352742" y="279095"/>
                  </a:lnTo>
                  <a:lnTo>
                    <a:pt x="345554" y="278561"/>
                  </a:lnTo>
                  <a:lnTo>
                    <a:pt x="337616" y="278561"/>
                  </a:lnTo>
                  <a:lnTo>
                    <a:pt x="292671" y="299466"/>
                  </a:lnTo>
                  <a:lnTo>
                    <a:pt x="278765" y="330377"/>
                  </a:lnTo>
                  <a:lnTo>
                    <a:pt x="279704" y="347472"/>
                  </a:lnTo>
                  <a:lnTo>
                    <a:pt x="308051" y="385902"/>
                  </a:lnTo>
                  <a:lnTo>
                    <a:pt x="338137" y="395325"/>
                  </a:lnTo>
                  <a:lnTo>
                    <a:pt x="345592" y="395325"/>
                  </a:lnTo>
                  <a:lnTo>
                    <a:pt x="353047" y="392836"/>
                  </a:lnTo>
                  <a:lnTo>
                    <a:pt x="363004" y="392836"/>
                  </a:lnTo>
                  <a:lnTo>
                    <a:pt x="378218" y="383603"/>
                  </a:lnTo>
                  <a:lnTo>
                    <a:pt x="389712" y="371094"/>
                  </a:lnTo>
                  <a:lnTo>
                    <a:pt x="396557" y="355790"/>
                  </a:lnTo>
                  <a:lnTo>
                    <a:pt x="397802" y="338137"/>
                  </a:lnTo>
                  <a:lnTo>
                    <a:pt x="397370" y="331076"/>
                  </a:lnTo>
                  <a:lnTo>
                    <a:pt x="396252" y="324472"/>
                  </a:lnTo>
                  <a:lnTo>
                    <a:pt x="394652" y="317868"/>
                  </a:lnTo>
                  <a:lnTo>
                    <a:pt x="392836" y="310794"/>
                  </a:lnTo>
                  <a:lnTo>
                    <a:pt x="420192" y="283438"/>
                  </a:lnTo>
                  <a:lnTo>
                    <a:pt x="504723" y="198907"/>
                  </a:lnTo>
                  <a:lnTo>
                    <a:pt x="581787" y="198907"/>
                  </a:lnTo>
                  <a:lnTo>
                    <a:pt x="586765" y="196418"/>
                  </a:lnTo>
                  <a:lnTo>
                    <a:pt x="668807" y="114376"/>
                  </a:lnTo>
                  <a:lnTo>
                    <a:pt x="674204" y="103695"/>
                  </a:lnTo>
                  <a:close/>
                </a:path>
                <a:path w="676275" h="676275">
                  <a:moveTo>
                    <a:pt x="676275" y="338137"/>
                  </a:moveTo>
                  <a:lnTo>
                    <a:pt x="674370" y="301320"/>
                  </a:lnTo>
                  <a:lnTo>
                    <a:pt x="668502" y="265430"/>
                  </a:lnTo>
                  <a:lnTo>
                    <a:pt x="658444" y="230466"/>
                  </a:lnTo>
                  <a:lnTo>
                    <a:pt x="643953" y="196418"/>
                  </a:lnTo>
                  <a:lnTo>
                    <a:pt x="619086" y="221284"/>
                  </a:lnTo>
                  <a:lnTo>
                    <a:pt x="610374" y="229260"/>
                  </a:lnTo>
                  <a:lnTo>
                    <a:pt x="599821" y="234657"/>
                  </a:lnTo>
                  <a:lnTo>
                    <a:pt x="588314" y="237731"/>
                  </a:lnTo>
                  <a:lnTo>
                    <a:pt x="576821" y="238696"/>
                  </a:lnTo>
                  <a:lnTo>
                    <a:pt x="585165" y="262978"/>
                  </a:lnTo>
                  <a:lnTo>
                    <a:pt x="591426" y="287489"/>
                  </a:lnTo>
                  <a:lnTo>
                    <a:pt x="595337" y="312470"/>
                  </a:lnTo>
                  <a:lnTo>
                    <a:pt x="596709" y="338137"/>
                  </a:lnTo>
                  <a:lnTo>
                    <a:pt x="592658" y="383451"/>
                  </a:lnTo>
                  <a:lnTo>
                    <a:pt x="580682" y="427621"/>
                  </a:lnTo>
                  <a:lnTo>
                    <a:pt x="561708" y="467525"/>
                  </a:lnTo>
                  <a:lnTo>
                    <a:pt x="536346" y="503262"/>
                  </a:lnTo>
                  <a:lnTo>
                    <a:pt x="505307" y="534098"/>
                  </a:lnTo>
                  <a:lnTo>
                    <a:pt x="469265" y="559333"/>
                  </a:lnTo>
                  <a:lnTo>
                    <a:pt x="428917" y="578243"/>
                  </a:lnTo>
                  <a:lnTo>
                    <a:pt x="384975" y="590118"/>
                  </a:lnTo>
                  <a:lnTo>
                    <a:pt x="338137" y="594233"/>
                  </a:lnTo>
                  <a:lnTo>
                    <a:pt x="292023" y="590118"/>
                  </a:lnTo>
                  <a:lnTo>
                    <a:pt x="248653" y="578243"/>
                  </a:lnTo>
                  <a:lnTo>
                    <a:pt x="208749" y="559333"/>
                  </a:lnTo>
                  <a:lnTo>
                    <a:pt x="173012" y="534098"/>
                  </a:lnTo>
                  <a:lnTo>
                    <a:pt x="142176" y="503262"/>
                  </a:lnTo>
                  <a:lnTo>
                    <a:pt x="116941" y="467525"/>
                  </a:lnTo>
                  <a:lnTo>
                    <a:pt x="98031" y="427621"/>
                  </a:lnTo>
                  <a:lnTo>
                    <a:pt x="86156" y="384251"/>
                  </a:lnTo>
                  <a:lnTo>
                    <a:pt x="82042" y="338137"/>
                  </a:lnTo>
                  <a:lnTo>
                    <a:pt x="86131" y="292315"/>
                  </a:lnTo>
                  <a:lnTo>
                    <a:pt x="98031" y="248640"/>
                  </a:lnTo>
                  <a:lnTo>
                    <a:pt x="116941" y="208673"/>
                  </a:lnTo>
                  <a:lnTo>
                    <a:pt x="142176" y="172821"/>
                  </a:lnTo>
                  <a:lnTo>
                    <a:pt x="173012" y="141770"/>
                  </a:lnTo>
                  <a:lnTo>
                    <a:pt x="208749" y="116217"/>
                  </a:lnTo>
                  <a:lnTo>
                    <a:pt x="248653" y="96875"/>
                  </a:lnTo>
                  <a:lnTo>
                    <a:pt x="292023" y="84429"/>
                  </a:lnTo>
                  <a:lnTo>
                    <a:pt x="338137" y="79565"/>
                  </a:lnTo>
                  <a:lnTo>
                    <a:pt x="363816" y="80937"/>
                  </a:lnTo>
                  <a:lnTo>
                    <a:pt x="388797" y="84861"/>
                  </a:lnTo>
                  <a:lnTo>
                    <a:pt x="413308" y="91122"/>
                  </a:lnTo>
                  <a:lnTo>
                    <a:pt x="437591" y="99466"/>
                  </a:lnTo>
                  <a:lnTo>
                    <a:pt x="438556" y="88315"/>
                  </a:lnTo>
                  <a:lnTo>
                    <a:pt x="479856" y="32334"/>
                  </a:lnTo>
                  <a:lnTo>
                    <a:pt x="445820" y="18897"/>
                  </a:lnTo>
                  <a:lnTo>
                    <a:pt x="410857" y="8712"/>
                  </a:lnTo>
                  <a:lnTo>
                    <a:pt x="374954" y="2260"/>
                  </a:lnTo>
                  <a:lnTo>
                    <a:pt x="338137" y="0"/>
                  </a:lnTo>
                  <a:lnTo>
                    <a:pt x="292303" y="3098"/>
                  </a:lnTo>
                  <a:lnTo>
                    <a:pt x="248335" y="12103"/>
                  </a:lnTo>
                  <a:lnTo>
                    <a:pt x="206629" y="26619"/>
                  </a:lnTo>
                  <a:lnTo>
                    <a:pt x="167589" y="46240"/>
                  </a:lnTo>
                  <a:lnTo>
                    <a:pt x="131622" y="70548"/>
                  </a:lnTo>
                  <a:lnTo>
                    <a:pt x="99136" y="99148"/>
                  </a:lnTo>
                  <a:lnTo>
                    <a:pt x="70535" y="131635"/>
                  </a:lnTo>
                  <a:lnTo>
                    <a:pt x="46215" y="167601"/>
                  </a:lnTo>
                  <a:lnTo>
                    <a:pt x="26606" y="206641"/>
                  </a:lnTo>
                  <a:lnTo>
                    <a:pt x="12090" y="248348"/>
                  </a:lnTo>
                  <a:lnTo>
                    <a:pt x="3149" y="292036"/>
                  </a:lnTo>
                  <a:lnTo>
                    <a:pt x="3086" y="292315"/>
                  </a:lnTo>
                  <a:lnTo>
                    <a:pt x="0" y="338137"/>
                  </a:lnTo>
                  <a:lnTo>
                    <a:pt x="3098" y="383451"/>
                  </a:lnTo>
                  <a:lnTo>
                    <a:pt x="3187" y="384251"/>
                  </a:lnTo>
                  <a:lnTo>
                    <a:pt x="12090" y="427075"/>
                  </a:lnTo>
                  <a:lnTo>
                    <a:pt x="12192" y="427621"/>
                  </a:lnTo>
                  <a:lnTo>
                    <a:pt x="26949" y="469646"/>
                  </a:lnTo>
                  <a:lnTo>
                    <a:pt x="46774" y="508685"/>
                  </a:lnTo>
                  <a:lnTo>
                    <a:pt x="71285" y="544652"/>
                  </a:lnTo>
                  <a:lnTo>
                    <a:pt x="100063" y="577138"/>
                  </a:lnTo>
                  <a:lnTo>
                    <a:pt x="132676" y="605751"/>
                  </a:lnTo>
                  <a:lnTo>
                    <a:pt x="168694" y="630059"/>
                  </a:lnTo>
                  <a:lnTo>
                    <a:pt x="207683" y="649668"/>
                  </a:lnTo>
                  <a:lnTo>
                    <a:pt x="249199" y="664184"/>
                  </a:lnTo>
                  <a:lnTo>
                    <a:pt x="292823" y="673188"/>
                  </a:lnTo>
                  <a:lnTo>
                    <a:pt x="338137" y="676275"/>
                  </a:lnTo>
                  <a:lnTo>
                    <a:pt x="383222" y="673188"/>
                  </a:lnTo>
                  <a:lnTo>
                    <a:pt x="383679" y="673188"/>
                  </a:lnTo>
                  <a:lnTo>
                    <a:pt x="427748" y="664006"/>
                  </a:lnTo>
                  <a:lnTo>
                    <a:pt x="469277" y="649325"/>
                  </a:lnTo>
                  <a:lnTo>
                    <a:pt x="508127" y="629500"/>
                  </a:lnTo>
                  <a:lnTo>
                    <a:pt x="543890" y="604989"/>
                  </a:lnTo>
                  <a:lnTo>
                    <a:pt x="555955" y="594233"/>
                  </a:lnTo>
                  <a:lnTo>
                    <a:pt x="576199" y="576211"/>
                  </a:lnTo>
                  <a:lnTo>
                    <a:pt x="604672" y="543598"/>
                  </a:lnTo>
                  <a:lnTo>
                    <a:pt x="628942" y="507580"/>
                  </a:lnTo>
                  <a:lnTo>
                    <a:pt x="648601" y="468604"/>
                  </a:lnTo>
                  <a:lnTo>
                    <a:pt x="663308" y="427075"/>
                  </a:lnTo>
                  <a:lnTo>
                    <a:pt x="672477" y="384251"/>
                  </a:lnTo>
                  <a:lnTo>
                    <a:pt x="672541" y="383971"/>
                  </a:lnTo>
                  <a:lnTo>
                    <a:pt x="672655" y="383451"/>
                  </a:lnTo>
                  <a:lnTo>
                    <a:pt x="676275" y="338137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454998" y="6822503"/>
            <a:ext cx="1533525" cy="1524000"/>
            <a:chOff x="9454998" y="6822503"/>
            <a:chExt cx="1533525" cy="1524000"/>
          </a:xfrm>
        </p:grpSpPr>
        <p:sp>
          <p:nvSpPr>
            <p:cNvPr id="11" name="object 11"/>
            <p:cNvSpPr/>
            <p:nvPr/>
          </p:nvSpPr>
          <p:spPr>
            <a:xfrm>
              <a:off x="9454998" y="6822503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66" y="0"/>
                  </a:lnTo>
                  <a:lnTo>
                    <a:pt x="207104" y="4133"/>
                  </a:lnTo>
                  <a:lnTo>
                    <a:pt x="164281" y="16038"/>
                  </a:lnTo>
                  <a:lnTo>
                    <a:pt x="124896" y="34976"/>
                  </a:lnTo>
                  <a:lnTo>
                    <a:pt x="89650" y="60206"/>
                  </a:lnTo>
                  <a:lnTo>
                    <a:pt x="59242" y="90987"/>
                  </a:lnTo>
                  <a:lnTo>
                    <a:pt x="34374" y="126580"/>
                  </a:lnTo>
                  <a:lnTo>
                    <a:pt x="15744" y="166244"/>
                  </a:lnTo>
                  <a:lnTo>
                    <a:pt x="4052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3393" y="1315406"/>
                  </a:lnTo>
                  <a:lnTo>
                    <a:pt x="14735" y="1358753"/>
                  </a:lnTo>
                  <a:lnTo>
                    <a:pt x="33262" y="1398522"/>
                  </a:lnTo>
                  <a:lnTo>
                    <a:pt x="58213" y="1434034"/>
                  </a:lnTo>
                  <a:lnTo>
                    <a:pt x="88826" y="1464612"/>
                  </a:lnTo>
                  <a:lnTo>
                    <a:pt x="124340" y="1489576"/>
                  </a:lnTo>
                  <a:lnTo>
                    <a:pt x="163992" y="1508248"/>
                  </a:lnTo>
                  <a:lnTo>
                    <a:pt x="207022" y="1519948"/>
                  </a:lnTo>
                  <a:lnTo>
                    <a:pt x="252666" y="1524000"/>
                  </a:lnTo>
                  <a:lnTo>
                    <a:pt x="1278318" y="1524000"/>
                  </a:lnTo>
                  <a:lnTo>
                    <a:pt x="1324625" y="1519867"/>
                  </a:lnTo>
                  <a:lnTo>
                    <a:pt x="1368028" y="1507961"/>
                  </a:lnTo>
                  <a:lnTo>
                    <a:pt x="1407849" y="1489023"/>
                  </a:lnTo>
                  <a:lnTo>
                    <a:pt x="1443407" y="1463792"/>
                  </a:lnTo>
                  <a:lnTo>
                    <a:pt x="1474024" y="1433010"/>
                  </a:lnTo>
                  <a:lnTo>
                    <a:pt x="1499020" y="1397415"/>
                  </a:lnTo>
                  <a:lnTo>
                    <a:pt x="1517715" y="1357749"/>
                  </a:lnTo>
                  <a:lnTo>
                    <a:pt x="1529430" y="1314751"/>
                  </a:lnTo>
                  <a:lnTo>
                    <a:pt x="1533486" y="1269161"/>
                  </a:lnTo>
                  <a:lnTo>
                    <a:pt x="1533486" y="254825"/>
                  </a:lnTo>
                  <a:lnTo>
                    <a:pt x="1528444" y="204939"/>
                  </a:lnTo>
                  <a:lnTo>
                    <a:pt x="1513786" y="157392"/>
                  </a:lnTo>
                  <a:lnTo>
                    <a:pt x="1490217" y="113591"/>
                  </a:lnTo>
                  <a:lnTo>
                    <a:pt x="1458442" y="74942"/>
                  </a:lnTo>
                  <a:lnTo>
                    <a:pt x="1419743" y="43210"/>
                  </a:lnTo>
                  <a:lnTo>
                    <a:pt x="1375886" y="19673"/>
                  </a:lnTo>
                  <a:lnTo>
                    <a:pt x="1328276" y="5035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882505" y="724499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516458" y="636498"/>
                  </a:moveTo>
                  <a:lnTo>
                    <a:pt x="514731" y="629196"/>
                  </a:lnTo>
                  <a:lnTo>
                    <a:pt x="510209" y="622833"/>
                  </a:lnTo>
                  <a:lnTo>
                    <a:pt x="503821" y="618324"/>
                  </a:lnTo>
                  <a:lnTo>
                    <a:pt x="496493" y="616610"/>
                  </a:lnTo>
                  <a:lnTo>
                    <a:pt x="416661" y="616610"/>
                  </a:lnTo>
                  <a:lnTo>
                    <a:pt x="409321" y="614908"/>
                  </a:lnTo>
                  <a:lnTo>
                    <a:pt x="402932" y="610400"/>
                  </a:lnTo>
                  <a:lnTo>
                    <a:pt x="398411" y="604037"/>
                  </a:lnTo>
                  <a:lnTo>
                    <a:pt x="396697" y="596722"/>
                  </a:lnTo>
                  <a:lnTo>
                    <a:pt x="398411" y="589419"/>
                  </a:lnTo>
                  <a:lnTo>
                    <a:pt x="402932" y="583057"/>
                  </a:lnTo>
                  <a:lnTo>
                    <a:pt x="409321" y="578548"/>
                  </a:lnTo>
                  <a:lnTo>
                    <a:pt x="416661" y="576834"/>
                  </a:lnTo>
                  <a:lnTo>
                    <a:pt x="476542" y="576834"/>
                  </a:lnTo>
                  <a:lnTo>
                    <a:pt x="476542" y="556945"/>
                  </a:lnTo>
                  <a:lnTo>
                    <a:pt x="473456" y="541299"/>
                  </a:lnTo>
                  <a:lnTo>
                    <a:pt x="464997" y="528662"/>
                  </a:lnTo>
                  <a:lnTo>
                    <a:pt x="452323" y="520230"/>
                  </a:lnTo>
                  <a:lnTo>
                    <a:pt x="436626" y="517156"/>
                  </a:lnTo>
                  <a:lnTo>
                    <a:pt x="237020" y="517156"/>
                  </a:lnTo>
                  <a:lnTo>
                    <a:pt x="221348" y="520230"/>
                  </a:lnTo>
                  <a:lnTo>
                    <a:pt x="208940" y="528662"/>
                  </a:lnTo>
                  <a:lnTo>
                    <a:pt x="201231" y="541299"/>
                  </a:lnTo>
                  <a:lnTo>
                    <a:pt x="199593" y="556945"/>
                  </a:lnTo>
                  <a:lnTo>
                    <a:pt x="199593" y="576834"/>
                  </a:lnTo>
                  <a:lnTo>
                    <a:pt x="256984" y="576834"/>
                  </a:lnTo>
                  <a:lnTo>
                    <a:pt x="264312" y="578548"/>
                  </a:lnTo>
                  <a:lnTo>
                    <a:pt x="270700" y="583057"/>
                  </a:lnTo>
                  <a:lnTo>
                    <a:pt x="275221" y="589419"/>
                  </a:lnTo>
                  <a:lnTo>
                    <a:pt x="276936" y="596722"/>
                  </a:lnTo>
                  <a:lnTo>
                    <a:pt x="275221" y="604037"/>
                  </a:lnTo>
                  <a:lnTo>
                    <a:pt x="270700" y="610400"/>
                  </a:lnTo>
                  <a:lnTo>
                    <a:pt x="264312" y="614908"/>
                  </a:lnTo>
                  <a:lnTo>
                    <a:pt x="256984" y="616610"/>
                  </a:lnTo>
                  <a:lnTo>
                    <a:pt x="179641" y="616610"/>
                  </a:lnTo>
                  <a:lnTo>
                    <a:pt x="172300" y="618324"/>
                  </a:lnTo>
                  <a:lnTo>
                    <a:pt x="165912" y="622833"/>
                  </a:lnTo>
                  <a:lnTo>
                    <a:pt x="161391" y="629196"/>
                  </a:lnTo>
                  <a:lnTo>
                    <a:pt x="159677" y="636498"/>
                  </a:lnTo>
                  <a:lnTo>
                    <a:pt x="159677" y="656386"/>
                  </a:lnTo>
                  <a:lnTo>
                    <a:pt x="161391" y="663702"/>
                  </a:lnTo>
                  <a:lnTo>
                    <a:pt x="165912" y="670064"/>
                  </a:lnTo>
                  <a:lnTo>
                    <a:pt x="172300" y="674573"/>
                  </a:lnTo>
                  <a:lnTo>
                    <a:pt x="179628" y="676275"/>
                  </a:lnTo>
                  <a:lnTo>
                    <a:pt x="496506" y="676275"/>
                  </a:lnTo>
                  <a:lnTo>
                    <a:pt x="503821" y="674573"/>
                  </a:lnTo>
                  <a:lnTo>
                    <a:pt x="510209" y="670064"/>
                  </a:lnTo>
                  <a:lnTo>
                    <a:pt x="514731" y="663702"/>
                  </a:lnTo>
                  <a:lnTo>
                    <a:pt x="516458" y="656386"/>
                  </a:lnTo>
                  <a:lnTo>
                    <a:pt x="516458" y="636498"/>
                  </a:lnTo>
                  <a:close/>
                </a:path>
                <a:path w="676275" h="676275">
                  <a:moveTo>
                    <a:pt x="676148" y="119341"/>
                  </a:moveTo>
                  <a:lnTo>
                    <a:pt x="669975" y="88036"/>
                  </a:lnTo>
                  <a:lnTo>
                    <a:pt x="664298" y="79565"/>
                  </a:lnTo>
                  <a:lnTo>
                    <a:pt x="653059" y="62788"/>
                  </a:lnTo>
                  <a:lnTo>
                    <a:pt x="637159" y="52209"/>
                  </a:lnTo>
                  <a:lnTo>
                    <a:pt x="636219" y="51587"/>
                  </a:lnTo>
                  <a:lnTo>
                    <a:pt x="636219" y="119341"/>
                  </a:lnTo>
                  <a:lnTo>
                    <a:pt x="636219" y="186474"/>
                  </a:lnTo>
                  <a:lnTo>
                    <a:pt x="556387" y="261061"/>
                  </a:lnTo>
                  <a:lnTo>
                    <a:pt x="556387" y="119341"/>
                  </a:lnTo>
                  <a:lnTo>
                    <a:pt x="581634" y="82638"/>
                  </a:lnTo>
                  <a:lnTo>
                    <a:pt x="596303" y="79565"/>
                  </a:lnTo>
                  <a:lnTo>
                    <a:pt x="612000" y="82638"/>
                  </a:lnTo>
                  <a:lnTo>
                    <a:pt x="624674" y="91071"/>
                  </a:lnTo>
                  <a:lnTo>
                    <a:pt x="633133" y="103695"/>
                  </a:lnTo>
                  <a:lnTo>
                    <a:pt x="636219" y="119341"/>
                  </a:lnTo>
                  <a:lnTo>
                    <a:pt x="636219" y="51587"/>
                  </a:lnTo>
                  <a:lnTo>
                    <a:pt x="627722" y="45935"/>
                  </a:lnTo>
                  <a:lnTo>
                    <a:pt x="596303" y="39789"/>
                  </a:lnTo>
                  <a:lnTo>
                    <a:pt x="585495" y="40690"/>
                  </a:lnTo>
                  <a:lnTo>
                    <a:pt x="575398" y="43205"/>
                  </a:lnTo>
                  <a:lnTo>
                    <a:pt x="565772" y="47129"/>
                  </a:lnTo>
                  <a:lnTo>
                    <a:pt x="556387" y="52209"/>
                  </a:lnTo>
                  <a:lnTo>
                    <a:pt x="556387" y="19900"/>
                  </a:lnTo>
                  <a:lnTo>
                    <a:pt x="554659" y="12598"/>
                  </a:lnTo>
                  <a:lnTo>
                    <a:pt x="550138" y="6223"/>
                  </a:lnTo>
                  <a:lnTo>
                    <a:pt x="543750" y="1714"/>
                  </a:lnTo>
                  <a:lnTo>
                    <a:pt x="536422" y="0"/>
                  </a:lnTo>
                  <a:lnTo>
                    <a:pt x="454901" y="0"/>
                  </a:lnTo>
                  <a:lnTo>
                    <a:pt x="454901" y="176149"/>
                  </a:lnTo>
                  <a:lnTo>
                    <a:pt x="449097" y="186474"/>
                  </a:lnTo>
                  <a:lnTo>
                    <a:pt x="409181" y="226263"/>
                  </a:lnTo>
                  <a:lnTo>
                    <a:pt x="419163" y="283438"/>
                  </a:lnTo>
                  <a:lnTo>
                    <a:pt x="418846" y="292227"/>
                  </a:lnTo>
                  <a:lnTo>
                    <a:pt x="414782" y="299605"/>
                  </a:lnTo>
                  <a:lnTo>
                    <a:pt x="407924" y="305130"/>
                  </a:lnTo>
                  <a:lnTo>
                    <a:pt x="399199" y="308305"/>
                  </a:lnTo>
                  <a:lnTo>
                    <a:pt x="394208" y="308305"/>
                  </a:lnTo>
                  <a:lnTo>
                    <a:pt x="389216" y="305816"/>
                  </a:lnTo>
                  <a:lnTo>
                    <a:pt x="336816" y="278472"/>
                  </a:lnTo>
                  <a:lnTo>
                    <a:pt x="284429" y="305816"/>
                  </a:lnTo>
                  <a:lnTo>
                    <a:pt x="281927" y="308305"/>
                  </a:lnTo>
                  <a:lnTo>
                    <a:pt x="276948" y="308305"/>
                  </a:lnTo>
                  <a:lnTo>
                    <a:pt x="268198" y="306527"/>
                  </a:lnTo>
                  <a:lnTo>
                    <a:pt x="261340" y="301472"/>
                  </a:lnTo>
                  <a:lnTo>
                    <a:pt x="257289" y="293624"/>
                  </a:lnTo>
                  <a:lnTo>
                    <a:pt x="256984" y="283438"/>
                  </a:lnTo>
                  <a:lnTo>
                    <a:pt x="260883" y="261061"/>
                  </a:lnTo>
                  <a:lnTo>
                    <a:pt x="266966" y="226263"/>
                  </a:lnTo>
                  <a:lnTo>
                    <a:pt x="224548" y="186474"/>
                  </a:lnTo>
                  <a:lnTo>
                    <a:pt x="219557" y="181508"/>
                  </a:lnTo>
                  <a:lnTo>
                    <a:pt x="217055" y="174040"/>
                  </a:lnTo>
                  <a:lnTo>
                    <a:pt x="222046" y="159131"/>
                  </a:lnTo>
                  <a:lnTo>
                    <a:pt x="227037" y="154152"/>
                  </a:lnTo>
                  <a:lnTo>
                    <a:pt x="234530" y="151676"/>
                  </a:lnTo>
                  <a:lnTo>
                    <a:pt x="294411" y="144208"/>
                  </a:lnTo>
                  <a:lnTo>
                    <a:pt x="319354" y="91998"/>
                  </a:lnTo>
                  <a:lnTo>
                    <a:pt x="321856" y="84543"/>
                  </a:lnTo>
                  <a:lnTo>
                    <a:pt x="329336" y="82054"/>
                  </a:lnTo>
                  <a:lnTo>
                    <a:pt x="344309" y="82054"/>
                  </a:lnTo>
                  <a:lnTo>
                    <a:pt x="351790" y="84543"/>
                  </a:lnTo>
                  <a:lnTo>
                    <a:pt x="354279" y="91998"/>
                  </a:lnTo>
                  <a:lnTo>
                    <a:pt x="381736" y="144208"/>
                  </a:lnTo>
                  <a:lnTo>
                    <a:pt x="439115" y="151676"/>
                  </a:lnTo>
                  <a:lnTo>
                    <a:pt x="448741" y="156413"/>
                  </a:lnTo>
                  <a:lnTo>
                    <a:pt x="454393" y="165341"/>
                  </a:lnTo>
                  <a:lnTo>
                    <a:pt x="454799" y="174040"/>
                  </a:lnTo>
                  <a:lnTo>
                    <a:pt x="454901" y="176149"/>
                  </a:lnTo>
                  <a:lnTo>
                    <a:pt x="454901" y="0"/>
                  </a:lnTo>
                  <a:lnTo>
                    <a:pt x="139712" y="0"/>
                  </a:lnTo>
                  <a:lnTo>
                    <a:pt x="132384" y="1714"/>
                  </a:lnTo>
                  <a:lnTo>
                    <a:pt x="125996" y="6223"/>
                  </a:lnTo>
                  <a:lnTo>
                    <a:pt x="121475" y="12598"/>
                  </a:lnTo>
                  <a:lnTo>
                    <a:pt x="119761" y="19900"/>
                  </a:lnTo>
                  <a:lnTo>
                    <a:pt x="119761" y="52209"/>
                  </a:lnTo>
                  <a:lnTo>
                    <a:pt x="119761" y="119341"/>
                  </a:lnTo>
                  <a:lnTo>
                    <a:pt x="119761" y="261061"/>
                  </a:lnTo>
                  <a:lnTo>
                    <a:pt x="57378" y="218795"/>
                  </a:lnTo>
                  <a:lnTo>
                    <a:pt x="50393" y="212356"/>
                  </a:lnTo>
                  <a:lnTo>
                    <a:pt x="44589" y="204508"/>
                  </a:lnTo>
                  <a:lnTo>
                    <a:pt x="40182" y="195732"/>
                  </a:lnTo>
                  <a:lnTo>
                    <a:pt x="37414" y="186474"/>
                  </a:lnTo>
                  <a:lnTo>
                    <a:pt x="37414" y="119341"/>
                  </a:lnTo>
                  <a:lnTo>
                    <a:pt x="40487" y="103695"/>
                  </a:lnTo>
                  <a:lnTo>
                    <a:pt x="48958" y="91071"/>
                  </a:lnTo>
                  <a:lnTo>
                    <a:pt x="61620" y="82638"/>
                  </a:lnTo>
                  <a:lnTo>
                    <a:pt x="77343" y="79565"/>
                  </a:lnTo>
                  <a:lnTo>
                    <a:pt x="93091" y="82638"/>
                  </a:lnTo>
                  <a:lnTo>
                    <a:pt x="106032" y="91071"/>
                  </a:lnTo>
                  <a:lnTo>
                    <a:pt x="115227" y="103695"/>
                  </a:lnTo>
                  <a:lnTo>
                    <a:pt x="119761" y="119341"/>
                  </a:lnTo>
                  <a:lnTo>
                    <a:pt x="119761" y="52209"/>
                  </a:lnTo>
                  <a:lnTo>
                    <a:pt x="109969" y="47485"/>
                  </a:lnTo>
                  <a:lnTo>
                    <a:pt x="99479" y="44145"/>
                  </a:lnTo>
                  <a:lnTo>
                    <a:pt x="88531" y="41732"/>
                  </a:lnTo>
                  <a:lnTo>
                    <a:pt x="77343" y="39789"/>
                  </a:lnTo>
                  <a:lnTo>
                    <a:pt x="45948" y="45935"/>
                  </a:lnTo>
                  <a:lnTo>
                    <a:pt x="20891" y="62788"/>
                  </a:lnTo>
                  <a:lnTo>
                    <a:pt x="4711" y="88036"/>
                  </a:lnTo>
                  <a:lnTo>
                    <a:pt x="0" y="119341"/>
                  </a:lnTo>
                  <a:lnTo>
                    <a:pt x="0" y="186474"/>
                  </a:lnTo>
                  <a:lnTo>
                    <a:pt x="9042" y="224713"/>
                  </a:lnTo>
                  <a:lnTo>
                    <a:pt x="34925" y="253606"/>
                  </a:lnTo>
                  <a:lnTo>
                    <a:pt x="127241" y="313283"/>
                  </a:lnTo>
                  <a:lnTo>
                    <a:pt x="129743" y="315760"/>
                  </a:lnTo>
                  <a:lnTo>
                    <a:pt x="143764" y="344131"/>
                  </a:lnTo>
                  <a:lnTo>
                    <a:pt x="163410" y="369227"/>
                  </a:lnTo>
                  <a:lnTo>
                    <a:pt x="188671" y="390601"/>
                  </a:lnTo>
                  <a:lnTo>
                    <a:pt x="219557" y="407758"/>
                  </a:lnTo>
                  <a:lnTo>
                    <a:pt x="240055" y="421093"/>
                  </a:lnTo>
                  <a:lnTo>
                    <a:pt x="256349" y="437908"/>
                  </a:lnTo>
                  <a:lnTo>
                    <a:pt x="267982" y="457111"/>
                  </a:lnTo>
                  <a:lnTo>
                    <a:pt x="274447" y="477380"/>
                  </a:lnTo>
                  <a:lnTo>
                    <a:pt x="399199" y="477380"/>
                  </a:lnTo>
                  <a:lnTo>
                    <a:pt x="414159" y="438226"/>
                  </a:lnTo>
                  <a:lnTo>
                    <a:pt x="444106" y="410248"/>
                  </a:lnTo>
                  <a:lnTo>
                    <a:pt x="477596" y="389547"/>
                  </a:lnTo>
                  <a:lnTo>
                    <a:pt x="506171" y="367677"/>
                  </a:lnTo>
                  <a:lnTo>
                    <a:pt x="528662" y="343471"/>
                  </a:lnTo>
                  <a:lnTo>
                    <a:pt x="543902" y="315760"/>
                  </a:lnTo>
                  <a:lnTo>
                    <a:pt x="546404" y="315760"/>
                  </a:lnTo>
                  <a:lnTo>
                    <a:pt x="546404" y="313283"/>
                  </a:lnTo>
                  <a:lnTo>
                    <a:pt x="554304" y="308305"/>
                  </a:lnTo>
                  <a:lnTo>
                    <a:pt x="629361" y="261061"/>
                  </a:lnTo>
                  <a:lnTo>
                    <a:pt x="641210" y="253606"/>
                  </a:lnTo>
                  <a:lnTo>
                    <a:pt x="656132" y="240677"/>
                  </a:lnTo>
                  <a:lnTo>
                    <a:pt x="667092" y="224713"/>
                  </a:lnTo>
                  <a:lnTo>
                    <a:pt x="673836" y="206413"/>
                  </a:lnTo>
                  <a:lnTo>
                    <a:pt x="676148" y="186474"/>
                  </a:lnTo>
                  <a:lnTo>
                    <a:pt x="676148" y="119341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64432" y="7389203"/>
              <a:ext cx="112280" cy="10692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397495" y="6822503"/>
            <a:ext cx="1533525" cy="1524000"/>
            <a:chOff x="1397495" y="6822503"/>
            <a:chExt cx="1533525" cy="1524000"/>
          </a:xfrm>
        </p:grpSpPr>
        <p:sp>
          <p:nvSpPr>
            <p:cNvPr id="15" name="object 15"/>
            <p:cNvSpPr/>
            <p:nvPr/>
          </p:nvSpPr>
          <p:spPr>
            <a:xfrm>
              <a:off x="1397495" y="6822503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56" y="0"/>
                  </a:moveTo>
                  <a:lnTo>
                    <a:pt x="255181" y="0"/>
                  </a:lnTo>
                  <a:lnTo>
                    <a:pt x="208873" y="4133"/>
                  </a:lnTo>
                  <a:lnTo>
                    <a:pt x="165469" y="16038"/>
                  </a:lnTo>
                  <a:lnTo>
                    <a:pt x="125647" y="34976"/>
                  </a:lnTo>
                  <a:lnTo>
                    <a:pt x="90086" y="60206"/>
                  </a:lnTo>
                  <a:lnTo>
                    <a:pt x="59467" y="90987"/>
                  </a:lnTo>
                  <a:lnTo>
                    <a:pt x="34470" y="126580"/>
                  </a:lnTo>
                  <a:lnTo>
                    <a:pt x="15773" y="166244"/>
                  </a:lnTo>
                  <a:lnTo>
                    <a:pt x="4056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4138" y="1315406"/>
                  </a:lnTo>
                  <a:lnTo>
                    <a:pt x="16059" y="1358753"/>
                  </a:lnTo>
                  <a:lnTo>
                    <a:pt x="35023" y="1398522"/>
                  </a:lnTo>
                  <a:lnTo>
                    <a:pt x="60287" y="1434034"/>
                  </a:lnTo>
                  <a:lnTo>
                    <a:pt x="91111" y="1464612"/>
                  </a:lnTo>
                  <a:lnTo>
                    <a:pt x="126753" y="1489576"/>
                  </a:lnTo>
                  <a:lnTo>
                    <a:pt x="166473" y="1508248"/>
                  </a:lnTo>
                  <a:lnTo>
                    <a:pt x="209529" y="1519948"/>
                  </a:lnTo>
                  <a:lnTo>
                    <a:pt x="255181" y="1524000"/>
                  </a:lnTo>
                  <a:lnTo>
                    <a:pt x="1278356" y="1524000"/>
                  </a:lnTo>
                  <a:lnTo>
                    <a:pt x="1324663" y="1519867"/>
                  </a:lnTo>
                  <a:lnTo>
                    <a:pt x="1368066" y="1507961"/>
                  </a:lnTo>
                  <a:lnTo>
                    <a:pt x="1407887" y="1489023"/>
                  </a:lnTo>
                  <a:lnTo>
                    <a:pt x="1443445" y="1463792"/>
                  </a:lnTo>
                  <a:lnTo>
                    <a:pt x="1474062" y="1433010"/>
                  </a:lnTo>
                  <a:lnTo>
                    <a:pt x="1499058" y="1397415"/>
                  </a:lnTo>
                  <a:lnTo>
                    <a:pt x="1517753" y="1357749"/>
                  </a:lnTo>
                  <a:lnTo>
                    <a:pt x="1529468" y="1314751"/>
                  </a:lnTo>
                  <a:lnTo>
                    <a:pt x="1533525" y="1269161"/>
                  </a:lnTo>
                  <a:lnTo>
                    <a:pt x="1533525" y="254825"/>
                  </a:lnTo>
                  <a:lnTo>
                    <a:pt x="1528484" y="204939"/>
                  </a:lnTo>
                  <a:lnTo>
                    <a:pt x="1513828" y="157392"/>
                  </a:lnTo>
                  <a:lnTo>
                    <a:pt x="1490260" y="113591"/>
                  </a:lnTo>
                  <a:lnTo>
                    <a:pt x="1458480" y="74942"/>
                  </a:lnTo>
                  <a:lnTo>
                    <a:pt x="1419781" y="43210"/>
                  </a:lnTo>
                  <a:lnTo>
                    <a:pt x="1375924" y="19673"/>
                  </a:lnTo>
                  <a:lnTo>
                    <a:pt x="1328314" y="5035"/>
                  </a:lnTo>
                  <a:lnTo>
                    <a:pt x="127835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5002" y="7327506"/>
              <a:ext cx="676275" cy="514350"/>
            </a:xfrm>
            <a:custGeom>
              <a:avLst/>
              <a:gdLst/>
              <a:ahLst/>
              <a:cxnLst/>
              <a:rect l="l" t="t" r="r" b="b"/>
              <a:pathLst>
                <a:path w="676275" h="514350">
                  <a:moveTo>
                    <a:pt x="396773" y="255930"/>
                  </a:moveTo>
                  <a:lnTo>
                    <a:pt x="393331" y="240284"/>
                  </a:lnTo>
                  <a:lnTo>
                    <a:pt x="384289" y="227672"/>
                  </a:lnTo>
                  <a:lnTo>
                    <a:pt x="371500" y="219240"/>
                  </a:lnTo>
                  <a:lnTo>
                    <a:pt x="356857" y="216179"/>
                  </a:lnTo>
                  <a:lnTo>
                    <a:pt x="349364" y="216179"/>
                  </a:lnTo>
                  <a:lnTo>
                    <a:pt x="344373" y="218668"/>
                  </a:lnTo>
                  <a:lnTo>
                    <a:pt x="339382" y="218668"/>
                  </a:lnTo>
                  <a:lnTo>
                    <a:pt x="336892" y="221145"/>
                  </a:lnTo>
                  <a:lnTo>
                    <a:pt x="329552" y="219786"/>
                  </a:lnTo>
                  <a:lnTo>
                    <a:pt x="323151" y="215874"/>
                  </a:lnTo>
                  <a:lnTo>
                    <a:pt x="318630" y="209626"/>
                  </a:lnTo>
                  <a:lnTo>
                    <a:pt x="316903" y="201282"/>
                  </a:lnTo>
                  <a:lnTo>
                    <a:pt x="316915" y="79514"/>
                  </a:lnTo>
                  <a:lnTo>
                    <a:pt x="224586" y="79514"/>
                  </a:lnTo>
                  <a:lnTo>
                    <a:pt x="213118" y="82816"/>
                  </a:lnTo>
                  <a:lnTo>
                    <a:pt x="205867" y="91008"/>
                  </a:lnTo>
                  <a:lnTo>
                    <a:pt x="204228" y="101536"/>
                  </a:lnTo>
                  <a:lnTo>
                    <a:pt x="209613" y="111810"/>
                  </a:lnTo>
                  <a:lnTo>
                    <a:pt x="219316" y="132753"/>
                  </a:lnTo>
                  <a:lnTo>
                    <a:pt x="216166" y="154368"/>
                  </a:lnTo>
                  <a:lnTo>
                    <a:pt x="202234" y="170878"/>
                  </a:lnTo>
                  <a:lnTo>
                    <a:pt x="179666" y="176415"/>
                  </a:lnTo>
                  <a:lnTo>
                    <a:pt x="157086" y="169824"/>
                  </a:lnTo>
                  <a:lnTo>
                    <a:pt x="143167" y="153441"/>
                  </a:lnTo>
                  <a:lnTo>
                    <a:pt x="140017" y="132397"/>
                  </a:lnTo>
                  <a:lnTo>
                    <a:pt x="149733" y="111810"/>
                  </a:lnTo>
                  <a:lnTo>
                    <a:pt x="155105" y="101536"/>
                  </a:lnTo>
                  <a:lnTo>
                    <a:pt x="153466" y="91008"/>
                  </a:lnTo>
                  <a:lnTo>
                    <a:pt x="146202" y="82816"/>
                  </a:lnTo>
                  <a:lnTo>
                    <a:pt x="134747" y="79514"/>
                  </a:lnTo>
                  <a:lnTo>
                    <a:pt x="59893" y="79514"/>
                  </a:lnTo>
                  <a:lnTo>
                    <a:pt x="36842" y="84251"/>
                  </a:lnTo>
                  <a:lnTo>
                    <a:pt x="17767" y="96913"/>
                  </a:lnTo>
                  <a:lnTo>
                    <a:pt x="4787" y="115150"/>
                  </a:lnTo>
                  <a:lnTo>
                    <a:pt x="0" y="136664"/>
                  </a:lnTo>
                  <a:lnTo>
                    <a:pt x="0" y="375196"/>
                  </a:lnTo>
                  <a:lnTo>
                    <a:pt x="4787" y="398145"/>
                  </a:lnTo>
                  <a:lnTo>
                    <a:pt x="17767" y="417144"/>
                  </a:lnTo>
                  <a:lnTo>
                    <a:pt x="36842" y="430060"/>
                  </a:lnTo>
                  <a:lnTo>
                    <a:pt x="59893" y="434835"/>
                  </a:lnTo>
                  <a:lnTo>
                    <a:pt x="99822" y="434835"/>
                  </a:lnTo>
                  <a:lnTo>
                    <a:pt x="105968" y="466140"/>
                  </a:lnTo>
                  <a:lnTo>
                    <a:pt x="122897" y="491375"/>
                  </a:lnTo>
                  <a:lnTo>
                    <a:pt x="148234" y="508215"/>
                  </a:lnTo>
                  <a:lnTo>
                    <a:pt x="179666" y="514350"/>
                  </a:lnTo>
                  <a:lnTo>
                    <a:pt x="211086" y="508215"/>
                  </a:lnTo>
                  <a:lnTo>
                    <a:pt x="236435" y="491375"/>
                  </a:lnTo>
                  <a:lnTo>
                    <a:pt x="253352" y="466140"/>
                  </a:lnTo>
                  <a:lnTo>
                    <a:pt x="259524" y="434835"/>
                  </a:lnTo>
                  <a:lnTo>
                    <a:pt x="316915" y="434835"/>
                  </a:lnTo>
                  <a:lnTo>
                    <a:pt x="316915" y="313080"/>
                  </a:lnTo>
                  <a:lnTo>
                    <a:pt x="318630" y="304736"/>
                  </a:lnTo>
                  <a:lnTo>
                    <a:pt x="323151" y="298488"/>
                  </a:lnTo>
                  <a:lnTo>
                    <a:pt x="329552" y="294563"/>
                  </a:lnTo>
                  <a:lnTo>
                    <a:pt x="336892" y="293204"/>
                  </a:lnTo>
                  <a:lnTo>
                    <a:pt x="344373" y="293204"/>
                  </a:lnTo>
                  <a:lnTo>
                    <a:pt x="349364" y="295681"/>
                  </a:lnTo>
                  <a:lnTo>
                    <a:pt x="356857" y="295681"/>
                  </a:lnTo>
                  <a:lnTo>
                    <a:pt x="371500" y="292620"/>
                  </a:lnTo>
                  <a:lnTo>
                    <a:pt x="384289" y="284187"/>
                  </a:lnTo>
                  <a:lnTo>
                    <a:pt x="393331" y="271576"/>
                  </a:lnTo>
                  <a:lnTo>
                    <a:pt x="396773" y="255930"/>
                  </a:lnTo>
                  <a:close/>
                </a:path>
                <a:path w="676275" h="514350">
                  <a:moveTo>
                    <a:pt x="676275" y="136664"/>
                  </a:moveTo>
                  <a:lnTo>
                    <a:pt x="671474" y="113766"/>
                  </a:lnTo>
                  <a:lnTo>
                    <a:pt x="658482" y="95046"/>
                  </a:lnTo>
                  <a:lnTo>
                    <a:pt x="639419" y="82854"/>
                  </a:lnTo>
                  <a:lnTo>
                    <a:pt x="616381" y="79514"/>
                  </a:lnTo>
                  <a:lnTo>
                    <a:pt x="576453" y="79514"/>
                  </a:lnTo>
                  <a:lnTo>
                    <a:pt x="570280" y="48221"/>
                  </a:lnTo>
                  <a:lnTo>
                    <a:pt x="553364" y="22987"/>
                  </a:lnTo>
                  <a:lnTo>
                    <a:pt x="528015" y="6134"/>
                  </a:lnTo>
                  <a:lnTo>
                    <a:pt x="496595" y="0"/>
                  </a:lnTo>
                  <a:lnTo>
                    <a:pt x="465162" y="6134"/>
                  </a:lnTo>
                  <a:lnTo>
                    <a:pt x="439813" y="22987"/>
                  </a:lnTo>
                  <a:lnTo>
                    <a:pt x="422897" y="48221"/>
                  </a:lnTo>
                  <a:lnTo>
                    <a:pt x="416737" y="79514"/>
                  </a:lnTo>
                  <a:lnTo>
                    <a:pt x="356857" y="79514"/>
                  </a:lnTo>
                  <a:lnTo>
                    <a:pt x="356857" y="176415"/>
                  </a:lnTo>
                  <a:lnTo>
                    <a:pt x="388277" y="182549"/>
                  </a:lnTo>
                  <a:lnTo>
                    <a:pt x="413626" y="199402"/>
                  </a:lnTo>
                  <a:lnTo>
                    <a:pt x="430542" y="224637"/>
                  </a:lnTo>
                  <a:lnTo>
                    <a:pt x="436714" y="255930"/>
                  </a:lnTo>
                  <a:lnTo>
                    <a:pt x="430542" y="287223"/>
                  </a:lnTo>
                  <a:lnTo>
                    <a:pt x="413626" y="312458"/>
                  </a:lnTo>
                  <a:lnTo>
                    <a:pt x="388277" y="329311"/>
                  </a:lnTo>
                  <a:lnTo>
                    <a:pt x="356857" y="335445"/>
                  </a:lnTo>
                  <a:lnTo>
                    <a:pt x="356857" y="434835"/>
                  </a:lnTo>
                  <a:lnTo>
                    <a:pt x="616381" y="434835"/>
                  </a:lnTo>
                  <a:lnTo>
                    <a:pt x="639419" y="430060"/>
                  </a:lnTo>
                  <a:lnTo>
                    <a:pt x="658482" y="417131"/>
                  </a:lnTo>
                  <a:lnTo>
                    <a:pt x="671474" y="398145"/>
                  </a:lnTo>
                  <a:lnTo>
                    <a:pt x="676275" y="375196"/>
                  </a:lnTo>
                  <a:lnTo>
                    <a:pt x="676275" y="136664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397495" y="3492500"/>
            <a:ext cx="1533525" cy="1524000"/>
            <a:chOff x="1397495" y="3492500"/>
            <a:chExt cx="1533525" cy="1524000"/>
          </a:xfrm>
        </p:grpSpPr>
        <p:sp>
          <p:nvSpPr>
            <p:cNvPr id="18" name="object 18"/>
            <p:cNvSpPr/>
            <p:nvPr/>
          </p:nvSpPr>
          <p:spPr>
            <a:xfrm>
              <a:off x="1397495" y="3492500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56" y="0"/>
                  </a:moveTo>
                  <a:lnTo>
                    <a:pt x="255181" y="0"/>
                  </a:lnTo>
                  <a:lnTo>
                    <a:pt x="208873" y="4133"/>
                  </a:lnTo>
                  <a:lnTo>
                    <a:pt x="165469" y="16038"/>
                  </a:lnTo>
                  <a:lnTo>
                    <a:pt x="125647" y="34976"/>
                  </a:lnTo>
                  <a:lnTo>
                    <a:pt x="90086" y="60206"/>
                  </a:lnTo>
                  <a:lnTo>
                    <a:pt x="59467" y="90987"/>
                  </a:lnTo>
                  <a:lnTo>
                    <a:pt x="34470" y="126580"/>
                  </a:lnTo>
                  <a:lnTo>
                    <a:pt x="15773" y="166244"/>
                  </a:lnTo>
                  <a:lnTo>
                    <a:pt x="4056" y="209239"/>
                  </a:lnTo>
                  <a:lnTo>
                    <a:pt x="0" y="254825"/>
                  </a:lnTo>
                  <a:lnTo>
                    <a:pt x="0" y="1269161"/>
                  </a:lnTo>
                  <a:lnTo>
                    <a:pt x="4138" y="1315406"/>
                  </a:lnTo>
                  <a:lnTo>
                    <a:pt x="16059" y="1358753"/>
                  </a:lnTo>
                  <a:lnTo>
                    <a:pt x="35023" y="1398522"/>
                  </a:lnTo>
                  <a:lnTo>
                    <a:pt x="60287" y="1434034"/>
                  </a:lnTo>
                  <a:lnTo>
                    <a:pt x="91111" y="1464612"/>
                  </a:lnTo>
                  <a:lnTo>
                    <a:pt x="126753" y="1489576"/>
                  </a:lnTo>
                  <a:lnTo>
                    <a:pt x="166473" y="1508248"/>
                  </a:lnTo>
                  <a:lnTo>
                    <a:pt x="209529" y="1519948"/>
                  </a:lnTo>
                  <a:lnTo>
                    <a:pt x="255181" y="1524000"/>
                  </a:lnTo>
                  <a:lnTo>
                    <a:pt x="1278356" y="1524000"/>
                  </a:lnTo>
                  <a:lnTo>
                    <a:pt x="1324663" y="1519867"/>
                  </a:lnTo>
                  <a:lnTo>
                    <a:pt x="1368066" y="1507961"/>
                  </a:lnTo>
                  <a:lnTo>
                    <a:pt x="1407887" y="1489023"/>
                  </a:lnTo>
                  <a:lnTo>
                    <a:pt x="1443445" y="1463792"/>
                  </a:lnTo>
                  <a:lnTo>
                    <a:pt x="1474062" y="1433010"/>
                  </a:lnTo>
                  <a:lnTo>
                    <a:pt x="1499058" y="1397415"/>
                  </a:lnTo>
                  <a:lnTo>
                    <a:pt x="1517753" y="1357749"/>
                  </a:lnTo>
                  <a:lnTo>
                    <a:pt x="1529468" y="1314751"/>
                  </a:lnTo>
                  <a:lnTo>
                    <a:pt x="1533525" y="1269161"/>
                  </a:lnTo>
                  <a:lnTo>
                    <a:pt x="1533525" y="254825"/>
                  </a:lnTo>
                  <a:lnTo>
                    <a:pt x="1528484" y="204939"/>
                  </a:lnTo>
                  <a:lnTo>
                    <a:pt x="1513828" y="157392"/>
                  </a:lnTo>
                  <a:lnTo>
                    <a:pt x="1490260" y="113591"/>
                  </a:lnTo>
                  <a:lnTo>
                    <a:pt x="1458480" y="74942"/>
                  </a:lnTo>
                  <a:lnTo>
                    <a:pt x="1419781" y="43210"/>
                  </a:lnTo>
                  <a:lnTo>
                    <a:pt x="1375924" y="19673"/>
                  </a:lnTo>
                  <a:lnTo>
                    <a:pt x="1328314" y="5035"/>
                  </a:lnTo>
                  <a:lnTo>
                    <a:pt x="127835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6879" y="4258106"/>
              <a:ext cx="201561" cy="2013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2591" y="3915003"/>
              <a:ext cx="157702" cy="1591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6049" y="4101477"/>
              <a:ext cx="118899" cy="11685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09140" y="3932402"/>
              <a:ext cx="473075" cy="474980"/>
            </a:xfrm>
            <a:custGeom>
              <a:avLst/>
              <a:gdLst/>
              <a:ahLst/>
              <a:cxnLst/>
              <a:rect l="l" t="t" r="r" b="b"/>
              <a:pathLst>
                <a:path w="473075" h="474979">
                  <a:moveTo>
                    <a:pt x="293636" y="0"/>
                  </a:moveTo>
                  <a:lnTo>
                    <a:pt x="245108" y="15886"/>
                  </a:lnTo>
                  <a:lnTo>
                    <a:pt x="200317" y="37601"/>
                  </a:lnTo>
                  <a:lnTo>
                    <a:pt x="159259" y="65379"/>
                  </a:lnTo>
                  <a:lnTo>
                    <a:pt x="121932" y="99453"/>
                  </a:lnTo>
                  <a:lnTo>
                    <a:pt x="87832" y="140164"/>
                  </a:lnTo>
                  <a:lnTo>
                    <a:pt x="56299" y="186470"/>
                  </a:lnTo>
                  <a:lnTo>
                    <a:pt x="27099" y="236506"/>
                  </a:lnTo>
                  <a:lnTo>
                    <a:pt x="0" y="288404"/>
                  </a:lnTo>
                  <a:lnTo>
                    <a:pt x="186626" y="474878"/>
                  </a:lnTo>
                  <a:lnTo>
                    <a:pt x="237488" y="447418"/>
                  </a:lnTo>
                  <a:lnTo>
                    <a:pt x="287413" y="417391"/>
                  </a:lnTo>
                  <a:lnTo>
                    <a:pt x="333605" y="385031"/>
                  </a:lnTo>
                  <a:lnTo>
                    <a:pt x="364686" y="358025"/>
                  </a:lnTo>
                  <a:lnTo>
                    <a:pt x="134378" y="358025"/>
                  </a:lnTo>
                  <a:lnTo>
                    <a:pt x="127066" y="356666"/>
                  </a:lnTo>
                  <a:lnTo>
                    <a:pt x="120688" y="352744"/>
                  </a:lnTo>
                  <a:lnTo>
                    <a:pt x="116176" y="346490"/>
                  </a:lnTo>
                  <a:lnTo>
                    <a:pt x="114465" y="338137"/>
                  </a:lnTo>
                  <a:lnTo>
                    <a:pt x="116176" y="329784"/>
                  </a:lnTo>
                  <a:lnTo>
                    <a:pt x="120688" y="323530"/>
                  </a:lnTo>
                  <a:lnTo>
                    <a:pt x="127066" y="319608"/>
                  </a:lnTo>
                  <a:lnTo>
                    <a:pt x="134378" y="318249"/>
                  </a:lnTo>
                  <a:lnTo>
                    <a:pt x="209029" y="318249"/>
                  </a:lnTo>
                  <a:lnTo>
                    <a:pt x="183563" y="303174"/>
                  </a:lnTo>
                  <a:lnTo>
                    <a:pt x="163930" y="281574"/>
                  </a:lnTo>
                  <a:lnTo>
                    <a:pt x="151295" y="255312"/>
                  </a:lnTo>
                  <a:lnTo>
                    <a:pt x="146824" y="226250"/>
                  </a:lnTo>
                  <a:lnTo>
                    <a:pt x="151295" y="197232"/>
                  </a:lnTo>
                  <a:lnTo>
                    <a:pt x="183563" y="150378"/>
                  </a:lnTo>
                  <a:lnTo>
                    <a:pt x="218361" y="133481"/>
                  </a:lnTo>
                  <a:lnTo>
                    <a:pt x="246354" y="129286"/>
                  </a:lnTo>
                  <a:lnTo>
                    <a:pt x="341197" y="129286"/>
                  </a:lnTo>
                  <a:lnTo>
                    <a:pt x="316308" y="97239"/>
                  </a:lnTo>
                  <a:lnTo>
                    <a:pt x="299581" y="58152"/>
                  </a:lnTo>
                  <a:lnTo>
                    <a:pt x="293636" y="14922"/>
                  </a:lnTo>
                  <a:lnTo>
                    <a:pt x="293636" y="0"/>
                  </a:lnTo>
                  <a:close/>
                </a:path>
                <a:path w="473075" h="474979">
                  <a:moveTo>
                    <a:pt x="209029" y="318249"/>
                  </a:moveTo>
                  <a:lnTo>
                    <a:pt x="139357" y="318249"/>
                  </a:lnTo>
                  <a:lnTo>
                    <a:pt x="144322" y="320738"/>
                  </a:lnTo>
                  <a:lnTo>
                    <a:pt x="149301" y="325704"/>
                  </a:lnTo>
                  <a:lnTo>
                    <a:pt x="153501" y="332073"/>
                  </a:lnTo>
                  <a:lnTo>
                    <a:pt x="154901" y="339377"/>
                  </a:lnTo>
                  <a:lnTo>
                    <a:pt x="153538" y="346490"/>
                  </a:lnTo>
                  <a:lnTo>
                    <a:pt x="153501" y="346683"/>
                  </a:lnTo>
                  <a:lnTo>
                    <a:pt x="149301" y="353060"/>
                  </a:lnTo>
                  <a:lnTo>
                    <a:pt x="144322" y="358025"/>
                  </a:lnTo>
                  <a:lnTo>
                    <a:pt x="364686" y="358025"/>
                  </a:lnTo>
                  <a:lnTo>
                    <a:pt x="373265" y="350570"/>
                  </a:lnTo>
                  <a:lnTo>
                    <a:pt x="396216" y="325704"/>
                  </a:lnTo>
                  <a:lnTo>
                    <a:pt x="246354" y="325704"/>
                  </a:lnTo>
                  <a:lnTo>
                    <a:pt x="237811" y="325278"/>
                  </a:lnTo>
                  <a:lnTo>
                    <a:pt x="237284" y="325278"/>
                  </a:lnTo>
                  <a:lnTo>
                    <a:pt x="227691" y="323843"/>
                  </a:lnTo>
                  <a:lnTo>
                    <a:pt x="218361" y="321514"/>
                  </a:lnTo>
                  <a:lnTo>
                    <a:pt x="209029" y="318249"/>
                  </a:lnTo>
                  <a:close/>
                </a:path>
                <a:path w="473075" h="474979">
                  <a:moveTo>
                    <a:pt x="341197" y="129286"/>
                  </a:moveTo>
                  <a:lnTo>
                    <a:pt x="246354" y="129286"/>
                  </a:lnTo>
                  <a:lnTo>
                    <a:pt x="265697" y="131151"/>
                  </a:lnTo>
                  <a:lnTo>
                    <a:pt x="265427" y="131151"/>
                  </a:lnTo>
                  <a:lnTo>
                    <a:pt x="301293" y="145021"/>
                  </a:lnTo>
                  <a:lnTo>
                    <a:pt x="338429" y="189970"/>
                  </a:lnTo>
                  <a:lnTo>
                    <a:pt x="345897" y="227496"/>
                  </a:lnTo>
                  <a:lnTo>
                    <a:pt x="338429" y="265024"/>
                  </a:lnTo>
                  <a:lnTo>
                    <a:pt x="316026" y="298361"/>
                  </a:lnTo>
                  <a:lnTo>
                    <a:pt x="283057" y="320424"/>
                  </a:lnTo>
                  <a:lnTo>
                    <a:pt x="246354" y="325704"/>
                  </a:lnTo>
                  <a:lnTo>
                    <a:pt x="396216" y="325704"/>
                  </a:lnTo>
                  <a:lnTo>
                    <a:pt x="407366" y="313623"/>
                  </a:lnTo>
                  <a:lnTo>
                    <a:pt x="435167" y="273180"/>
                  </a:lnTo>
                  <a:lnTo>
                    <a:pt x="456902" y="228541"/>
                  </a:lnTo>
                  <a:lnTo>
                    <a:pt x="472808" y="179006"/>
                  </a:lnTo>
                  <a:lnTo>
                    <a:pt x="457873" y="179006"/>
                  </a:lnTo>
                  <a:lnTo>
                    <a:pt x="414601" y="173067"/>
                  </a:lnTo>
                  <a:lnTo>
                    <a:pt x="375477" y="156354"/>
                  </a:lnTo>
                  <a:lnTo>
                    <a:pt x="342160" y="130525"/>
                  </a:lnTo>
                  <a:lnTo>
                    <a:pt x="341197" y="12928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8497" y="4394847"/>
              <a:ext cx="151790" cy="1541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315" y="4113911"/>
              <a:ext cx="159270" cy="151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2513" y="4352582"/>
              <a:ext cx="238887" cy="2386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Our</a:t>
            </a:r>
            <a:r>
              <a:rPr spc="-545" dirty="0"/>
              <a:t> </a:t>
            </a:r>
            <a:r>
              <a:rPr spc="-225" dirty="0"/>
              <a:t>strefigths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4787" y="2667152"/>
            <a:ext cx="3020695" cy="2214245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marL="1003935">
              <a:lnSpc>
                <a:spcPct val="100000"/>
              </a:lnSpc>
              <a:spcBef>
                <a:spcPts val="3529"/>
              </a:spcBef>
            </a:pPr>
            <a:r>
              <a:rPr sz="4900" spc="-180" dirty="0">
                <a:solidFill>
                  <a:srgbClr val="1D1D1B"/>
                </a:solidFill>
                <a:latin typeface="Arial Black"/>
                <a:cs typeface="Arial Black"/>
              </a:rPr>
              <a:t>Vefius</a:t>
            </a:r>
            <a:endParaRPr sz="4900">
              <a:latin typeface="Arial Black"/>
              <a:cs typeface="Arial Black"/>
            </a:endParaRPr>
          </a:p>
          <a:p>
            <a:pPr marL="12700" marR="5080" indent="16510">
              <a:lnSpc>
                <a:spcPts val="2700"/>
              </a:lnSpc>
              <a:spcBef>
                <a:spcPts val="2510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Sun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87550" y="2667162"/>
            <a:ext cx="3629025" cy="2214245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29"/>
              </a:spcBef>
            </a:pPr>
            <a:r>
              <a:rPr sz="4900" spc="-65" dirty="0">
                <a:solidFill>
                  <a:srgbClr val="1D1D1B"/>
                </a:solidFill>
                <a:latin typeface="Arial Black"/>
                <a:cs typeface="Arial Black"/>
              </a:rPr>
              <a:t>Jupiter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2510"/>
              </a:spcBef>
            </a:pPr>
            <a:r>
              <a:rPr sz="2750" spc="-4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biggest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our</a:t>
            </a:r>
            <a:r>
              <a:rPr sz="2750" spc="-2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System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1077" y="5726595"/>
            <a:ext cx="2964180" cy="2214245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marL="1359535" algn="ctr">
              <a:lnSpc>
                <a:spcPct val="100000"/>
              </a:lnSpc>
              <a:spcBef>
                <a:spcPts val="3529"/>
              </a:spcBef>
            </a:pPr>
            <a:r>
              <a:rPr sz="4900" spc="-125" dirty="0">
                <a:solidFill>
                  <a:srgbClr val="1D1D1B"/>
                </a:solidFill>
                <a:latin typeface="Arial Black"/>
                <a:cs typeface="Arial Black"/>
              </a:rPr>
              <a:t>M6rs</a:t>
            </a:r>
            <a:endParaRPr sz="4900">
              <a:latin typeface="Arial Black"/>
              <a:cs typeface="Arial Black"/>
            </a:endParaRPr>
          </a:p>
          <a:p>
            <a:pPr marL="12700" marR="12065" indent="164465">
              <a:lnSpc>
                <a:spcPts val="2700"/>
              </a:lnSpc>
              <a:spcBef>
                <a:spcPts val="251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Despite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being</a:t>
            </a:r>
            <a:r>
              <a:rPr sz="2750" spc="-1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red, </a:t>
            </a:r>
            <a:r>
              <a:rPr sz="2750" spc="105" dirty="0">
                <a:solidFill>
                  <a:srgbClr val="1D1D1B"/>
                </a:solidFill>
                <a:latin typeface="Tahoma"/>
                <a:cs typeface="Tahoma"/>
              </a:rPr>
              <a:t>Mars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is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9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cold</a:t>
            </a:r>
            <a:r>
              <a:rPr sz="2750" spc="-29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place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7541" y="5726602"/>
            <a:ext cx="2783840" cy="2214245"/>
          </a:xfrm>
          <a:prstGeom prst="rect">
            <a:avLst/>
          </a:prstGeom>
        </p:spPr>
        <p:txBody>
          <a:bodyPr vert="horz" wrap="square" lIns="0" tIns="4483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29"/>
              </a:spcBef>
            </a:pPr>
            <a:r>
              <a:rPr sz="4900" spc="-45" dirty="0">
                <a:solidFill>
                  <a:srgbClr val="1D1D1B"/>
                </a:solidFill>
                <a:latin typeface="Arial Black"/>
                <a:cs typeface="Arial Black"/>
              </a:rPr>
              <a:t>S6turfi</a:t>
            </a:r>
            <a:endParaRPr sz="4900">
              <a:latin typeface="Arial Black"/>
              <a:cs typeface="Arial Black"/>
            </a:endParaRPr>
          </a:p>
          <a:p>
            <a:pPr marL="12700" marR="5080">
              <a:lnSpc>
                <a:spcPts val="2700"/>
              </a:lnSpc>
              <a:spcBef>
                <a:spcPts val="2510"/>
              </a:spcBef>
            </a:pPr>
            <a:r>
              <a:rPr sz="2750" spc="-40" dirty="0">
                <a:solidFill>
                  <a:srgbClr val="1D1D1B"/>
                </a:solidFill>
                <a:latin typeface="Tahoma"/>
                <a:cs typeface="Tahoma"/>
              </a:rPr>
              <a:t>It’s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80" dirty="0">
                <a:solidFill>
                  <a:srgbClr val="1D1D1B"/>
                </a:solidFill>
                <a:latin typeface="Tahoma"/>
                <a:cs typeface="Tahoma"/>
              </a:rPr>
              <a:t>gas</a:t>
            </a:r>
            <a:r>
              <a:rPr sz="2750" spc="-31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giant</a:t>
            </a:r>
            <a:r>
              <a:rPr sz="2750" spc="-30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has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several</a:t>
            </a:r>
            <a:r>
              <a:rPr sz="2750" spc="-30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rings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70001" y="3477501"/>
            <a:ext cx="4700905" cy="4574540"/>
            <a:chOff x="6770001" y="3477501"/>
            <a:chExt cx="4700905" cy="4574540"/>
          </a:xfrm>
        </p:grpSpPr>
        <p:sp>
          <p:nvSpPr>
            <p:cNvPr id="8" name="object 8"/>
            <p:cNvSpPr/>
            <p:nvPr/>
          </p:nvSpPr>
          <p:spPr>
            <a:xfrm>
              <a:off x="6770001" y="3477501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66" y="0"/>
                  </a:lnTo>
                  <a:lnTo>
                    <a:pt x="207104" y="4133"/>
                  </a:lnTo>
                  <a:lnTo>
                    <a:pt x="164281" y="16038"/>
                  </a:lnTo>
                  <a:lnTo>
                    <a:pt x="124896" y="34976"/>
                  </a:lnTo>
                  <a:lnTo>
                    <a:pt x="89650" y="60207"/>
                  </a:lnTo>
                  <a:lnTo>
                    <a:pt x="59242" y="90989"/>
                  </a:lnTo>
                  <a:lnTo>
                    <a:pt x="34374" y="126584"/>
                  </a:lnTo>
                  <a:lnTo>
                    <a:pt x="15744" y="166250"/>
                  </a:lnTo>
                  <a:lnTo>
                    <a:pt x="4052" y="209248"/>
                  </a:lnTo>
                  <a:lnTo>
                    <a:pt x="0" y="254838"/>
                  </a:lnTo>
                  <a:lnTo>
                    <a:pt x="0" y="1269161"/>
                  </a:lnTo>
                  <a:lnTo>
                    <a:pt x="3393" y="1315406"/>
                  </a:lnTo>
                  <a:lnTo>
                    <a:pt x="14735" y="1358753"/>
                  </a:lnTo>
                  <a:lnTo>
                    <a:pt x="33262" y="1398522"/>
                  </a:lnTo>
                  <a:lnTo>
                    <a:pt x="58213" y="1434034"/>
                  </a:lnTo>
                  <a:lnTo>
                    <a:pt x="88826" y="1464612"/>
                  </a:lnTo>
                  <a:lnTo>
                    <a:pt x="124340" y="1489576"/>
                  </a:lnTo>
                  <a:lnTo>
                    <a:pt x="163992" y="1508248"/>
                  </a:lnTo>
                  <a:lnTo>
                    <a:pt x="207022" y="1519948"/>
                  </a:lnTo>
                  <a:lnTo>
                    <a:pt x="252666" y="1524000"/>
                  </a:lnTo>
                  <a:lnTo>
                    <a:pt x="1278318" y="1524000"/>
                  </a:lnTo>
                  <a:lnTo>
                    <a:pt x="1324625" y="1519867"/>
                  </a:lnTo>
                  <a:lnTo>
                    <a:pt x="1368028" y="1507961"/>
                  </a:lnTo>
                  <a:lnTo>
                    <a:pt x="1407849" y="1489023"/>
                  </a:lnTo>
                  <a:lnTo>
                    <a:pt x="1443407" y="1463792"/>
                  </a:lnTo>
                  <a:lnTo>
                    <a:pt x="1474024" y="1433010"/>
                  </a:lnTo>
                  <a:lnTo>
                    <a:pt x="1499020" y="1397415"/>
                  </a:lnTo>
                  <a:lnTo>
                    <a:pt x="1517715" y="1357749"/>
                  </a:lnTo>
                  <a:lnTo>
                    <a:pt x="1529430" y="1314751"/>
                  </a:lnTo>
                  <a:lnTo>
                    <a:pt x="1533486" y="1269161"/>
                  </a:lnTo>
                  <a:lnTo>
                    <a:pt x="1533486" y="254838"/>
                  </a:lnTo>
                  <a:lnTo>
                    <a:pt x="1528444" y="204944"/>
                  </a:lnTo>
                  <a:lnTo>
                    <a:pt x="1513786" y="157395"/>
                  </a:lnTo>
                  <a:lnTo>
                    <a:pt x="1490217" y="113597"/>
                  </a:lnTo>
                  <a:lnTo>
                    <a:pt x="1458442" y="74955"/>
                  </a:lnTo>
                  <a:lnTo>
                    <a:pt x="1419743" y="43216"/>
                  </a:lnTo>
                  <a:lnTo>
                    <a:pt x="1375886" y="19675"/>
                  </a:lnTo>
                  <a:lnTo>
                    <a:pt x="1328276" y="5035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16864" y="3819994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604075" y="462457"/>
                  </a:moveTo>
                  <a:lnTo>
                    <a:pt x="598258" y="412521"/>
                  </a:lnTo>
                  <a:lnTo>
                    <a:pt x="580034" y="364223"/>
                  </a:lnTo>
                  <a:lnTo>
                    <a:pt x="552551" y="316826"/>
                  </a:lnTo>
                  <a:lnTo>
                    <a:pt x="517601" y="284391"/>
                  </a:lnTo>
                  <a:lnTo>
                    <a:pt x="432689" y="369214"/>
                  </a:lnTo>
                  <a:lnTo>
                    <a:pt x="427062" y="377444"/>
                  </a:lnTo>
                  <a:lnTo>
                    <a:pt x="425183" y="386359"/>
                  </a:lnTo>
                  <a:lnTo>
                    <a:pt x="427062" y="394817"/>
                  </a:lnTo>
                  <a:lnTo>
                    <a:pt x="432689" y="401637"/>
                  </a:lnTo>
                  <a:lnTo>
                    <a:pt x="449541" y="425729"/>
                  </a:lnTo>
                  <a:lnTo>
                    <a:pt x="455168" y="454037"/>
                  </a:lnTo>
                  <a:lnTo>
                    <a:pt x="449541" y="482333"/>
                  </a:lnTo>
                  <a:lnTo>
                    <a:pt x="432689" y="506412"/>
                  </a:lnTo>
                  <a:lnTo>
                    <a:pt x="270357" y="666076"/>
                  </a:lnTo>
                  <a:lnTo>
                    <a:pt x="231368" y="687133"/>
                  </a:lnTo>
                  <a:lnTo>
                    <a:pt x="217906" y="688530"/>
                  </a:lnTo>
                  <a:lnTo>
                    <a:pt x="203390" y="687133"/>
                  </a:lnTo>
                  <a:lnTo>
                    <a:pt x="165468" y="666076"/>
                  </a:lnTo>
                  <a:lnTo>
                    <a:pt x="143052" y="615251"/>
                  </a:lnTo>
                  <a:lnTo>
                    <a:pt x="142989" y="614934"/>
                  </a:lnTo>
                  <a:lnTo>
                    <a:pt x="148602" y="587502"/>
                  </a:lnTo>
                  <a:lnTo>
                    <a:pt x="165468" y="563791"/>
                  </a:lnTo>
                  <a:lnTo>
                    <a:pt x="212915" y="516394"/>
                  </a:lnTo>
                  <a:lnTo>
                    <a:pt x="198005" y="486625"/>
                  </a:lnTo>
                  <a:lnTo>
                    <a:pt x="187312" y="454037"/>
                  </a:lnTo>
                  <a:lnTo>
                    <a:pt x="181305" y="419569"/>
                  </a:lnTo>
                  <a:lnTo>
                    <a:pt x="180505" y="386359"/>
                  </a:lnTo>
                  <a:lnTo>
                    <a:pt x="180454" y="384175"/>
                  </a:lnTo>
                  <a:lnTo>
                    <a:pt x="180873" y="372922"/>
                  </a:lnTo>
                  <a:lnTo>
                    <a:pt x="182003" y="361416"/>
                  </a:lnTo>
                  <a:lnTo>
                    <a:pt x="183603" y="349453"/>
                  </a:lnTo>
                  <a:lnTo>
                    <a:pt x="185445" y="336778"/>
                  </a:lnTo>
                  <a:lnTo>
                    <a:pt x="65570" y="459016"/>
                  </a:lnTo>
                  <a:lnTo>
                    <a:pt x="36880" y="493306"/>
                  </a:lnTo>
                  <a:lnTo>
                    <a:pt x="16395" y="531647"/>
                  </a:lnTo>
                  <a:lnTo>
                    <a:pt x="4102" y="572731"/>
                  </a:lnTo>
                  <a:lnTo>
                    <a:pt x="38" y="614934"/>
                  </a:lnTo>
                  <a:lnTo>
                    <a:pt x="0" y="615251"/>
                  </a:lnTo>
                  <a:lnTo>
                    <a:pt x="4102" y="657885"/>
                  </a:lnTo>
                  <a:lnTo>
                    <a:pt x="16395" y="699325"/>
                  </a:lnTo>
                  <a:lnTo>
                    <a:pt x="36880" y="738251"/>
                  </a:lnTo>
                  <a:lnTo>
                    <a:pt x="65570" y="773341"/>
                  </a:lnTo>
                  <a:lnTo>
                    <a:pt x="99987" y="801370"/>
                  </a:lnTo>
                  <a:lnTo>
                    <a:pt x="138620" y="821677"/>
                  </a:lnTo>
                  <a:lnTo>
                    <a:pt x="180060" y="834034"/>
                  </a:lnTo>
                  <a:lnTo>
                    <a:pt x="222910" y="838200"/>
                  </a:lnTo>
                  <a:lnTo>
                    <a:pt x="264299" y="834390"/>
                  </a:lnTo>
                  <a:lnTo>
                    <a:pt x="305003" y="822617"/>
                  </a:lnTo>
                  <a:lnTo>
                    <a:pt x="343369" y="802424"/>
                  </a:lnTo>
                  <a:lnTo>
                    <a:pt x="377748" y="773341"/>
                  </a:lnTo>
                  <a:lnTo>
                    <a:pt x="464845" y="688530"/>
                  </a:lnTo>
                  <a:lnTo>
                    <a:pt x="486143" y="667842"/>
                  </a:lnTo>
                  <a:lnTo>
                    <a:pt x="520712" y="633336"/>
                  </a:lnTo>
                  <a:lnTo>
                    <a:pt x="563778" y="582498"/>
                  </a:lnTo>
                  <a:lnTo>
                    <a:pt x="597242" y="511911"/>
                  </a:lnTo>
                  <a:lnTo>
                    <a:pt x="604075" y="462457"/>
                  </a:lnTo>
                  <a:close/>
                </a:path>
                <a:path w="838200" h="838200">
                  <a:moveTo>
                    <a:pt x="838200" y="222021"/>
                  </a:moveTo>
                  <a:lnTo>
                    <a:pt x="833932" y="179666"/>
                  </a:lnTo>
                  <a:lnTo>
                    <a:pt x="821537" y="138531"/>
                  </a:lnTo>
                  <a:lnTo>
                    <a:pt x="801014" y="99860"/>
                  </a:lnTo>
                  <a:lnTo>
                    <a:pt x="772337" y="64858"/>
                  </a:lnTo>
                  <a:lnTo>
                    <a:pt x="738263" y="36842"/>
                  </a:lnTo>
                  <a:lnTo>
                    <a:pt x="700214" y="16535"/>
                  </a:lnTo>
                  <a:lnTo>
                    <a:pt x="658888" y="4178"/>
                  </a:lnTo>
                  <a:lnTo>
                    <a:pt x="614997" y="0"/>
                  </a:lnTo>
                  <a:lnTo>
                    <a:pt x="572147" y="4178"/>
                  </a:lnTo>
                  <a:lnTo>
                    <a:pt x="530707" y="16535"/>
                  </a:lnTo>
                  <a:lnTo>
                    <a:pt x="492086" y="36842"/>
                  </a:lnTo>
                  <a:lnTo>
                    <a:pt x="457669" y="64858"/>
                  </a:lnTo>
                  <a:lnTo>
                    <a:pt x="292836" y="232003"/>
                  </a:lnTo>
                  <a:lnTo>
                    <a:pt x="261010" y="271945"/>
                  </a:lnTo>
                  <a:lnTo>
                    <a:pt x="240106" y="315734"/>
                  </a:lnTo>
                  <a:lnTo>
                    <a:pt x="229565" y="361632"/>
                  </a:lnTo>
                  <a:lnTo>
                    <a:pt x="228828" y="407885"/>
                  </a:lnTo>
                  <a:lnTo>
                    <a:pt x="237350" y="452729"/>
                  </a:lnTo>
                  <a:lnTo>
                    <a:pt x="254546" y="494423"/>
                  </a:lnTo>
                  <a:lnTo>
                    <a:pt x="279882" y="531202"/>
                  </a:lnTo>
                  <a:lnTo>
                    <a:pt x="312813" y="561301"/>
                  </a:lnTo>
                  <a:lnTo>
                    <a:pt x="397725" y="476478"/>
                  </a:lnTo>
                  <a:lnTo>
                    <a:pt x="385470" y="428777"/>
                  </a:lnTo>
                  <a:lnTo>
                    <a:pt x="378371" y="411632"/>
                  </a:lnTo>
                  <a:lnTo>
                    <a:pt x="375945" y="396354"/>
                  </a:lnTo>
                  <a:lnTo>
                    <a:pt x="377748" y="386676"/>
                  </a:lnTo>
                  <a:lnTo>
                    <a:pt x="381901" y="364896"/>
                  </a:lnTo>
                  <a:lnTo>
                    <a:pt x="395224" y="342150"/>
                  </a:lnTo>
                  <a:lnTo>
                    <a:pt x="418947" y="314960"/>
                  </a:lnTo>
                  <a:lnTo>
                    <a:pt x="454329" y="279869"/>
                  </a:lnTo>
                  <a:lnTo>
                    <a:pt x="502602" y="233426"/>
                  </a:lnTo>
                  <a:lnTo>
                    <a:pt x="565048" y="172135"/>
                  </a:lnTo>
                  <a:lnTo>
                    <a:pt x="576707" y="162318"/>
                  </a:lnTo>
                  <a:lnTo>
                    <a:pt x="589089" y="155295"/>
                  </a:lnTo>
                  <a:lnTo>
                    <a:pt x="601916" y="151091"/>
                  </a:lnTo>
                  <a:lnTo>
                    <a:pt x="614997" y="149682"/>
                  </a:lnTo>
                  <a:lnTo>
                    <a:pt x="655916" y="162318"/>
                  </a:lnTo>
                  <a:lnTo>
                    <a:pt x="655650" y="162318"/>
                  </a:lnTo>
                  <a:lnTo>
                    <a:pt x="684606" y="193662"/>
                  </a:lnTo>
                  <a:lnTo>
                    <a:pt x="692607" y="234937"/>
                  </a:lnTo>
                  <a:lnTo>
                    <a:pt x="669950" y="276910"/>
                  </a:lnTo>
                  <a:lnTo>
                    <a:pt x="620001" y="324307"/>
                  </a:lnTo>
                  <a:lnTo>
                    <a:pt x="640168" y="369925"/>
                  </a:lnTo>
                  <a:lnTo>
                    <a:pt x="652145" y="414121"/>
                  </a:lnTo>
                  <a:lnTo>
                    <a:pt x="656170" y="458317"/>
                  </a:lnTo>
                  <a:lnTo>
                    <a:pt x="652462" y="503923"/>
                  </a:lnTo>
                  <a:lnTo>
                    <a:pt x="774839" y="379183"/>
                  </a:lnTo>
                  <a:lnTo>
                    <a:pt x="802690" y="344195"/>
                  </a:lnTo>
                  <a:lnTo>
                    <a:pt x="822553" y="305523"/>
                  </a:lnTo>
                  <a:lnTo>
                    <a:pt x="834402" y="264388"/>
                  </a:lnTo>
                  <a:lnTo>
                    <a:pt x="838200" y="222021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70001" y="6527495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78318" y="0"/>
                  </a:moveTo>
                  <a:lnTo>
                    <a:pt x="252666" y="0"/>
                  </a:lnTo>
                  <a:lnTo>
                    <a:pt x="207104" y="4133"/>
                  </a:lnTo>
                  <a:lnTo>
                    <a:pt x="164281" y="16040"/>
                  </a:lnTo>
                  <a:lnTo>
                    <a:pt x="124896" y="34979"/>
                  </a:lnTo>
                  <a:lnTo>
                    <a:pt x="89650" y="60211"/>
                  </a:lnTo>
                  <a:lnTo>
                    <a:pt x="59242" y="90994"/>
                  </a:lnTo>
                  <a:lnTo>
                    <a:pt x="34374" y="126589"/>
                  </a:lnTo>
                  <a:lnTo>
                    <a:pt x="15744" y="166255"/>
                  </a:lnTo>
                  <a:lnTo>
                    <a:pt x="4052" y="209251"/>
                  </a:lnTo>
                  <a:lnTo>
                    <a:pt x="0" y="254838"/>
                  </a:lnTo>
                  <a:lnTo>
                    <a:pt x="0" y="1269174"/>
                  </a:lnTo>
                  <a:lnTo>
                    <a:pt x="3393" y="1315419"/>
                  </a:lnTo>
                  <a:lnTo>
                    <a:pt x="14735" y="1358764"/>
                  </a:lnTo>
                  <a:lnTo>
                    <a:pt x="33262" y="1398531"/>
                  </a:lnTo>
                  <a:lnTo>
                    <a:pt x="58213" y="1434042"/>
                  </a:lnTo>
                  <a:lnTo>
                    <a:pt x="88826" y="1464617"/>
                  </a:lnTo>
                  <a:lnTo>
                    <a:pt x="124340" y="1489579"/>
                  </a:lnTo>
                  <a:lnTo>
                    <a:pt x="163992" y="1508249"/>
                  </a:lnTo>
                  <a:lnTo>
                    <a:pt x="207022" y="1519949"/>
                  </a:lnTo>
                  <a:lnTo>
                    <a:pt x="252666" y="1524000"/>
                  </a:lnTo>
                  <a:lnTo>
                    <a:pt x="1278318" y="1524000"/>
                  </a:lnTo>
                  <a:lnTo>
                    <a:pt x="1324625" y="1519867"/>
                  </a:lnTo>
                  <a:lnTo>
                    <a:pt x="1368028" y="1507961"/>
                  </a:lnTo>
                  <a:lnTo>
                    <a:pt x="1407849" y="1489023"/>
                  </a:lnTo>
                  <a:lnTo>
                    <a:pt x="1443407" y="1463794"/>
                  </a:lnTo>
                  <a:lnTo>
                    <a:pt x="1474024" y="1433012"/>
                  </a:lnTo>
                  <a:lnTo>
                    <a:pt x="1499020" y="1397419"/>
                  </a:lnTo>
                  <a:lnTo>
                    <a:pt x="1517715" y="1357755"/>
                  </a:lnTo>
                  <a:lnTo>
                    <a:pt x="1529430" y="1314760"/>
                  </a:lnTo>
                  <a:lnTo>
                    <a:pt x="1533486" y="1269174"/>
                  </a:lnTo>
                  <a:lnTo>
                    <a:pt x="1533486" y="254838"/>
                  </a:lnTo>
                  <a:lnTo>
                    <a:pt x="1528444" y="204946"/>
                  </a:lnTo>
                  <a:lnTo>
                    <a:pt x="1513786" y="157400"/>
                  </a:lnTo>
                  <a:lnTo>
                    <a:pt x="1490217" y="113602"/>
                  </a:lnTo>
                  <a:lnTo>
                    <a:pt x="1458442" y="74955"/>
                  </a:lnTo>
                  <a:lnTo>
                    <a:pt x="1419743" y="43216"/>
                  </a:lnTo>
                  <a:lnTo>
                    <a:pt x="1375886" y="19675"/>
                  </a:lnTo>
                  <a:lnTo>
                    <a:pt x="1328276" y="5035"/>
                  </a:lnTo>
                  <a:lnTo>
                    <a:pt x="12783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17181" y="7115200"/>
              <a:ext cx="838200" cy="47625"/>
            </a:xfrm>
            <a:custGeom>
              <a:avLst/>
              <a:gdLst/>
              <a:ahLst/>
              <a:cxnLst/>
              <a:rect l="l" t="t" r="r" b="b"/>
              <a:pathLst>
                <a:path w="838200" h="47625">
                  <a:moveTo>
                    <a:pt x="97764" y="23774"/>
                  </a:moveTo>
                  <a:lnTo>
                    <a:pt x="91376" y="7429"/>
                  </a:lnTo>
                  <a:lnTo>
                    <a:pt x="73012" y="0"/>
                  </a:lnTo>
                  <a:lnTo>
                    <a:pt x="25387" y="0"/>
                  </a:lnTo>
                  <a:lnTo>
                    <a:pt x="6692" y="7429"/>
                  </a:lnTo>
                  <a:lnTo>
                    <a:pt x="0" y="23774"/>
                  </a:lnTo>
                  <a:lnTo>
                    <a:pt x="5994" y="40132"/>
                  </a:lnTo>
                  <a:lnTo>
                    <a:pt x="25387" y="47548"/>
                  </a:lnTo>
                  <a:lnTo>
                    <a:pt x="75514" y="47548"/>
                  </a:lnTo>
                  <a:lnTo>
                    <a:pt x="92392" y="40132"/>
                  </a:lnTo>
                  <a:lnTo>
                    <a:pt x="97764" y="23774"/>
                  </a:lnTo>
                  <a:close/>
                </a:path>
                <a:path w="838200" h="47625">
                  <a:moveTo>
                    <a:pt x="838149" y="23774"/>
                  </a:moveTo>
                  <a:lnTo>
                    <a:pt x="831189" y="7429"/>
                  </a:lnTo>
                  <a:lnTo>
                    <a:pt x="812469" y="0"/>
                  </a:lnTo>
                  <a:lnTo>
                    <a:pt x="764844" y="0"/>
                  </a:lnTo>
                  <a:lnTo>
                    <a:pt x="746150" y="7429"/>
                  </a:lnTo>
                  <a:lnTo>
                    <a:pt x="739457" y="23774"/>
                  </a:lnTo>
                  <a:lnTo>
                    <a:pt x="745451" y="40132"/>
                  </a:lnTo>
                  <a:lnTo>
                    <a:pt x="764844" y="47548"/>
                  </a:lnTo>
                  <a:lnTo>
                    <a:pt x="814971" y="47548"/>
                  </a:lnTo>
                  <a:lnTo>
                    <a:pt x="832904" y="40132"/>
                  </a:lnTo>
                  <a:lnTo>
                    <a:pt x="838149" y="23774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1130" y="6917537"/>
              <a:ext cx="91612" cy="775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1939" y="7287844"/>
              <a:ext cx="89103" cy="750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10075" y="7287844"/>
              <a:ext cx="91253" cy="7506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8262" y="6917537"/>
              <a:ext cx="92117" cy="775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0886" y="7080174"/>
              <a:ext cx="172948" cy="22268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3281" y="7513040"/>
              <a:ext cx="245656" cy="1951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62799" y="6870001"/>
              <a:ext cx="541655" cy="590550"/>
            </a:xfrm>
            <a:custGeom>
              <a:avLst/>
              <a:gdLst/>
              <a:ahLst/>
              <a:cxnLst/>
              <a:rect l="l" t="t" r="r" b="b"/>
              <a:pathLst>
                <a:path w="541654" h="590550">
                  <a:moveTo>
                    <a:pt x="275818" y="0"/>
                  </a:moveTo>
                  <a:lnTo>
                    <a:pt x="230698" y="4221"/>
                  </a:lnTo>
                  <a:lnTo>
                    <a:pt x="172028" y="20869"/>
                  </a:lnTo>
                  <a:lnTo>
                    <a:pt x="131819" y="41192"/>
                  </a:lnTo>
                  <a:lnTo>
                    <a:pt x="95688" y="67775"/>
                  </a:lnTo>
                  <a:lnTo>
                    <a:pt x="64292" y="99915"/>
                  </a:lnTo>
                  <a:lnTo>
                    <a:pt x="38290" y="136914"/>
                  </a:lnTo>
                  <a:lnTo>
                    <a:pt x="18337" y="178069"/>
                  </a:lnTo>
                  <a:lnTo>
                    <a:pt x="5092" y="222681"/>
                  </a:lnTo>
                  <a:lnTo>
                    <a:pt x="0" y="281372"/>
                  </a:lnTo>
                  <a:lnTo>
                    <a:pt x="6459" y="331895"/>
                  </a:lnTo>
                  <a:lnTo>
                    <a:pt x="20980" y="375092"/>
                  </a:lnTo>
                  <a:lnTo>
                    <a:pt x="40073" y="411804"/>
                  </a:lnTo>
                  <a:lnTo>
                    <a:pt x="60248" y="442874"/>
                  </a:lnTo>
                  <a:lnTo>
                    <a:pt x="90912" y="501473"/>
                  </a:lnTo>
                  <a:lnTo>
                    <a:pt x="98711" y="536068"/>
                  </a:lnTo>
                  <a:lnTo>
                    <a:pt x="98662" y="561441"/>
                  </a:lnTo>
                  <a:lnTo>
                    <a:pt x="105359" y="590486"/>
                  </a:lnTo>
                  <a:lnTo>
                    <a:pt x="438746" y="590486"/>
                  </a:lnTo>
                  <a:lnTo>
                    <a:pt x="444029" y="561441"/>
                  </a:lnTo>
                  <a:lnTo>
                    <a:pt x="443666" y="545452"/>
                  </a:lnTo>
                  <a:lnTo>
                    <a:pt x="280822" y="545452"/>
                  </a:lnTo>
                  <a:lnTo>
                    <a:pt x="275818" y="542950"/>
                  </a:lnTo>
                  <a:lnTo>
                    <a:pt x="268300" y="542950"/>
                  </a:lnTo>
                  <a:lnTo>
                    <a:pt x="260660" y="539783"/>
                  </a:lnTo>
                  <a:lnTo>
                    <a:pt x="256074" y="534506"/>
                  </a:lnTo>
                  <a:lnTo>
                    <a:pt x="253839" y="527821"/>
                  </a:lnTo>
                  <a:lnTo>
                    <a:pt x="253250" y="520433"/>
                  </a:lnTo>
                  <a:lnTo>
                    <a:pt x="253250" y="387819"/>
                  </a:lnTo>
                  <a:lnTo>
                    <a:pt x="142963" y="347789"/>
                  </a:lnTo>
                  <a:lnTo>
                    <a:pt x="137947" y="342785"/>
                  </a:lnTo>
                  <a:lnTo>
                    <a:pt x="130429" y="337781"/>
                  </a:lnTo>
                  <a:lnTo>
                    <a:pt x="130429" y="332778"/>
                  </a:lnTo>
                  <a:lnTo>
                    <a:pt x="127927" y="327774"/>
                  </a:lnTo>
                  <a:lnTo>
                    <a:pt x="130429" y="320268"/>
                  </a:lnTo>
                  <a:lnTo>
                    <a:pt x="132930" y="315264"/>
                  </a:lnTo>
                  <a:lnTo>
                    <a:pt x="255765" y="115100"/>
                  </a:lnTo>
                  <a:lnTo>
                    <a:pt x="260769" y="107594"/>
                  </a:lnTo>
                  <a:lnTo>
                    <a:pt x="275818" y="102577"/>
                  </a:lnTo>
                  <a:lnTo>
                    <a:pt x="485277" y="102577"/>
                  </a:lnTo>
                  <a:lnTo>
                    <a:pt x="479514" y="94477"/>
                  </a:lnTo>
                  <a:lnTo>
                    <a:pt x="446265" y="62547"/>
                  </a:lnTo>
                  <a:lnTo>
                    <a:pt x="408353" y="36238"/>
                  </a:lnTo>
                  <a:lnTo>
                    <a:pt x="366680" y="17200"/>
                  </a:lnTo>
                  <a:lnTo>
                    <a:pt x="322189" y="5199"/>
                  </a:lnTo>
                  <a:lnTo>
                    <a:pt x="275818" y="0"/>
                  </a:lnTo>
                  <a:close/>
                </a:path>
                <a:path w="541654" h="590550">
                  <a:moveTo>
                    <a:pt x="485277" y="102577"/>
                  </a:moveTo>
                  <a:lnTo>
                    <a:pt x="275818" y="102577"/>
                  </a:lnTo>
                  <a:lnTo>
                    <a:pt x="285023" y="104376"/>
                  </a:lnTo>
                  <a:lnTo>
                    <a:pt x="293054" y="109459"/>
                  </a:lnTo>
                  <a:lnTo>
                    <a:pt x="298733" y="117360"/>
                  </a:lnTo>
                  <a:lnTo>
                    <a:pt x="300888" y="127609"/>
                  </a:lnTo>
                  <a:lnTo>
                    <a:pt x="300888" y="260210"/>
                  </a:lnTo>
                  <a:lnTo>
                    <a:pt x="411175" y="297751"/>
                  </a:lnTo>
                  <a:lnTo>
                    <a:pt x="416191" y="302755"/>
                  </a:lnTo>
                  <a:lnTo>
                    <a:pt x="423710" y="307759"/>
                  </a:lnTo>
                  <a:lnTo>
                    <a:pt x="423710" y="327774"/>
                  </a:lnTo>
                  <a:lnTo>
                    <a:pt x="416191" y="335280"/>
                  </a:lnTo>
                  <a:lnTo>
                    <a:pt x="293357" y="532942"/>
                  </a:lnTo>
                  <a:lnTo>
                    <a:pt x="288353" y="542950"/>
                  </a:lnTo>
                  <a:lnTo>
                    <a:pt x="280822" y="545452"/>
                  </a:lnTo>
                  <a:lnTo>
                    <a:pt x="443666" y="545452"/>
                  </a:lnTo>
                  <a:lnTo>
                    <a:pt x="443608" y="542950"/>
                  </a:lnTo>
                  <a:lnTo>
                    <a:pt x="443535" y="539783"/>
                  </a:lnTo>
                  <a:lnTo>
                    <a:pt x="443449" y="536068"/>
                  </a:lnTo>
                  <a:lnTo>
                    <a:pt x="451791" y="500412"/>
                  </a:lnTo>
                  <a:lnTo>
                    <a:pt x="483870" y="440359"/>
                  </a:lnTo>
                  <a:lnTo>
                    <a:pt x="506619" y="404629"/>
                  </a:lnTo>
                  <a:lnTo>
                    <a:pt x="524908" y="366552"/>
                  </a:lnTo>
                  <a:lnTo>
                    <a:pt x="537089" y="322843"/>
                  </a:lnTo>
                  <a:lnTo>
                    <a:pt x="541515" y="270217"/>
                  </a:lnTo>
                  <a:lnTo>
                    <a:pt x="538428" y="222681"/>
                  </a:lnTo>
                  <a:lnTo>
                    <a:pt x="538350" y="221480"/>
                  </a:lnTo>
                  <a:lnTo>
                    <a:pt x="526399" y="175144"/>
                  </a:lnTo>
                  <a:lnTo>
                    <a:pt x="506506" y="132410"/>
                  </a:lnTo>
                  <a:lnTo>
                    <a:pt x="485277" y="102577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37495" y="3477501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80731" y="0"/>
                  </a:moveTo>
                  <a:lnTo>
                    <a:pt x="255143" y="0"/>
                  </a:lnTo>
                  <a:lnTo>
                    <a:pt x="208843" y="4133"/>
                  </a:lnTo>
                  <a:lnTo>
                    <a:pt x="165446" y="16038"/>
                  </a:lnTo>
                  <a:lnTo>
                    <a:pt x="125630" y="34976"/>
                  </a:lnTo>
                  <a:lnTo>
                    <a:pt x="90075" y="60207"/>
                  </a:lnTo>
                  <a:lnTo>
                    <a:pt x="59460" y="90989"/>
                  </a:lnTo>
                  <a:lnTo>
                    <a:pt x="34465" y="126584"/>
                  </a:lnTo>
                  <a:lnTo>
                    <a:pt x="15771" y="166250"/>
                  </a:lnTo>
                  <a:lnTo>
                    <a:pt x="4056" y="209248"/>
                  </a:lnTo>
                  <a:lnTo>
                    <a:pt x="0" y="254838"/>
                  </a:lnTo>
                  <a:lnTo>
                    <a:pt x="0" y="1269161"/>
                  </a:lnTo>
                  <a:lnTo>
                    <a:pt x="4138" y="1315406"/>
                  </a:lnTo>
                  <a:lnTo>
                    <a:pt x="16059" y="1358753"/>
                  </a:lnTo>
                  <a:lnTo>
                    <a:pt x="35021" y="1398522"/>
                  </a:lnTo>
                  <a:lnTo>
                    <a:pt x="60284" y="1434034"/>
                  </a:lnTo>
                  <a:lnTo>
                    <a:pt x="91104" y="1464612"/>
                  </a:lnTo>
                  <a:lnTo>
                    <a:pt x="126742" y="1489576"/>
                  </a:lnTo>
                  <a:lnTo>
                    <a:pt x="166455" y="1508248"/>
                  </a:lnTo>
                  <a:lnTo>
                    <a:pt x="209502" y="1519948"/>
                  </a:lnTo>
                  <a:lnTo>
                    <a:pt x="255143" y="1524000"/>
                  </a:lnTo>
                  <a:lnTo>
                    <a:pt x="1280731" y="1524000"/>
                  </a:lnTo>
                  <a:lnTo>
                    <a:pt x="1326289" y="1519867"/>
                  </a:lnTo>
                  <a:lnTo>
                    <a:pt x="1369108" y="1507961"/>
                  </a:lnTo>
                  <a:lnTo>
                    <a:pt x="1408489" y="1489023"/>
                  </a:lnTo>
                  <a:lnTo>
                    <a:pt x="1443731" y="1463792"/>
                  </a:lnTo>
                  <a:lnTo>
                    <a:pt x="1474136" y="1433010"/>
                  </a:lnTo>
                  <a:lnTo>
                    <a:pt x="1499002" y="1397415"/>
                  </a:lnTo>
                  <a:lnTo>
                    <a:pt x="1517630" y="1357749"/>
                  </a:lnTo>
                  <a:lnTo>
                    <a:pt x="1529320" y="1314751"/>
                  </a:lnTo>
                  <a:lnTo>
                    <a:pt x="1533372" y="1269161"/>
                  </a:lnTo>
                  <a:lnTo>
                    <a:pt x="1533372" y="254838"/>
                  </a:lnTo>
                  <a:lnTo>
                    <a:pt x="1529776" y="204944"/>
                  </a:lnTo>
                  <a:lnTo>
                    <a:pt x="1515860" y="157395"/>
                  </a:lnTo>
                  <a:lnTo>
                    <a:pt x="1492565" y="113597"/>
                  </a:lnTo>
                  <a:lnTo>
                    <a:pt x="1460830" y="74955"/>
                  </a:lnTo>
                  <a:lnTo>
                    <a:pt x="1422138" y="43216"/>
                  </a:lnTo>
                  <a:lnTo>
                    <a:pt x="1378286" y="19675"/>
                  </a:lnTo>
                  <a:lnTo>
                    <a:pt x="1330681" y="5035"/>
                  </a:lnTo>
                  <a:lnTo>
                    <a:pt x="1280731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87839" y="4039933"/>
              <a:ext cx="120350" cy="1174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287498" y="3819994"/>
              <a:ext cx="838200" cy="840105"/>
            </a:xfrm>
            <a:custGeom>
              <a:avLst/>
              <a:gdLst/>
              <a:ahLst/>
              <a:cxnLst/>
              <a:rect l="l" t="t" r="r" b="b"/>
              <a:pathLst>
                <a:path w="838200" h="840104">
                  <a:moveTo>
                    <a:pt x="651011" y="57492"/>
                  </a:moveTo>
                  <a:lnTo>
                    <a:pt x="451469" y="67487"/>
                  </a:lnTo>
                  <a:lnTo>
                    <a:pt x="389737" y="81227"/>
                  </a:lnTo>
                  <a:lnTo>
                    <a:pt x="339226" y="117475"/>
                  </a:lnTo>
                  <a:lnTo>
                    <a:pt x="22450" y="434860"/>
                  </a:lnTo>
                  <a:lnTo>
                    <a:pt x="0" y="488276"/>
                  </a:lnTo>
                  <a:lnTo>
                    <a:pt x="5494" y="515460"/>
                  </a:lnTo>
                  <a:lnTo>
                    <a:pt x="5612" y="516042"/>
                  </a:lnTo>
                  <a:lnTo>
                    <a:pt x="299310" y="817232"/>
                  </a:lnTo>
                  <a:lnTo>
                    <a:pt x="338251" y="836911"/>
                  </a:lnTo>
                  <a:lnTo>
                    <a:pt x="351697" y="839724"/>
                  </a:lnTo>
                  <a:lnTo>
                    <a:pt x="366155" y="838318"/>
                  </a:lnTo>
                  <a:lnTo>
                    <a:pt x="379445" y="834102"/>
                  </a:lnTo>
                  <a:lnTo>
                    <a:pt x="391333" y="827074"/>
                  </a:lnTo>
                  <a:lnTo>
                    <a:pt x="401583" y="817232"/>
                  </a:lnTo>
                  <a:lnTo>
                    <a:pt x="532219" y="687273"/>
                  </a:lnTo>
                  <a:lnTo>
                    <a:pt x="316772" y="687273"/>
                  </a:lnTo>
                  <a:lnTo>
                    <a:pt x="304229" y="683094"/>
                  </a:lnTo>
                  <a:lnTo>
                    <a:pt x="294955" y="672590"/>
                  </a:lnTo>
                  <a:lnTo>
                    <a:pt x="292228" y="658807"/>
                  </a:lnTo>
                  <a:lnTo>
                    <a:pt x="299323" y="644791"/>
                  </a:lnTo>
                  <a:lnTo>
                    <a:pt x="331746" y="612305"/>
                  </a:lnTo>
                  <a:lnTo>
                    <a:pt x="338381" y="599808"/>
                  </a:lnTo>
                  <a:lnTo>
                    <a:pt x="246935" y="599808"/>
                  </a:lnTo>
                  <a:lnTo>
                    <a:pt x="206833" y="587624"/>
                  </a:lnTo>
                  <a:lnTo>
                    <a:pt x="178657" y="556696"/>
                  </a:lnTo>
                  <a:lnTo>
                    <a:pt x="171626" y="516042"/>
                  </a:lnTo>
                  <a:lnTo>
                    <a:pt x="171526" y="515460"/>
                  </a:lnTo>
                  <a:lnTo>
                    <a:pt x="194560" y="472351"/>
                  </a:lnTo>
                  <a:lnTo>
                    <a:pt x="231975" y="434860"/>
                  </a:lnTo>
                  <a:lnTo>
                    <a:pt x="236966" y="432358"/>
                  </a:lnTo>
                  <a:lnTo>
                    <a:pt x="334991" y="432358"/>
                  </a:lnTo>
                  <a:lnTo>
                    <a:pt x="319899" y="410732"/>
                  </a:lnTo>
                  <a:lnTo>
                    <a:pt x="314286" y="382382"/>
                  </a:lnTo>
                  <a:lnTo>
                    <a:pt x="319899" y="354030"/>
                  </a:lnTo>
                  <a:lnTo>
                    <a:pt x="336737" y="329895"/>
                  </a:lnTo>
                  <a:lnTo>
                    <a:pt x="371649" y="297408"/>
                  </a:lnTo>
                  <a:lnTo>
                    <a:pt x="376640" y="292417"/>
                  </a:lnTo>
                  <a:lnTo>
                    <a:pt x="381631" y="289915"/>
                  </a:lnTo>
                  <a:lnTo>
                    <a:pt x="469027" y="289915"/>
                  </a:lnTo>
                  <a:lnTo>
                    <a:pt x="451232" y="252813"/>
                  </a:lnTo>
                  <a:lnTo>
                    <a:pt x="459573" y="211186"/>
                  </a:lnTo>
                  <a:lnTo>
                    <a:pt x="487556" y="178929"/>
                  </a:lnTo>
                  <a:lnTo>
                    <a:pt x="526297" y="164947"/>
                  </a:lnTo>
                  <a:lnTo>
                    <a:pt x="781978" y="164947"/>
                  </a:lnTo>
                  <a:lnTo>
                    <a:pt x="781842" y="163001"/>
                  </a:lnTo>
                  <a:lnTo>
                    <a:pt x="777906" y="143086"/>
                  </a:lnTo>
                  <a:lnTo>
                    <a:pt x="771632" y="124106"/>
                  </a:lnTo>
                  <a:lnTo>
                    <a:pt x="763254" y="107467"/>
                  </a:lnTo>
                  <a:lnTo>
                    <a:pt x="798172" y="74980"/>
                  </a:lnTo>
                  <a:lnTo>
                    <a:pt x="725839" y="74980"/>
                  </a:lnTo>
                  <a:lnTo>
                    <a:pt x="708540" y="66976"/>
                  </a:lnTo>
                  <a:lnTo>
                    <a:pt x="690302" y="61550"/>
                  </a:lnTo>
                  <a:lnTo>
                    <a:pt x="671125" y="58468"/>
                  </a:lnTo>
                  <a:lnTo>
                    <a:pt x="651011" y="57492"/>
                  </a:lnTo>
                  <a:close/>
                </a:path>
                <a:path w="838200" h="840104">
                  <a:moveTo>
                    <a:pt x="421315" y="517334"/>
                  </a:moveTo>
                  <a:lnTo>
                    <a:pt x="314283" y="517334"/>
                  </a:lnTo>
                  <a:lnTo>
                    <a:pt x="354385" y="529870"/>
                  </a:lnTo>
                  <a:lnTo>
                    <a:pt x="382563" y="561384"/>
                  </a:lnTo>
                  <a:lnTo>
                    <a:pt x="389698" y="602738"/>
                  </a:lnTo>
                  <a:lnTo>
                    <a:pt x="366671" y="644791"/>
                  </a:lnTo>
                  <a:lnTo>
                    <a:pt x="326755" y="684771"/>
                  </a:lnTo>
                  <a:lnTo>
                    <a:pt x="321764" y="687273"/>
                  </a:lnTo>
                  <a:lnTo>
                    <a:pt x="532219" y="687273"/>
                  </a:lnTo>
                  <a:lnTo>
                    <a:pt x="632614" y="586687"/>
                  </a:lnTo>
                  <a:lnTo>
                    <a:pt x="690961" y="527329"/>
                  </a:lnTo>
                  <a:lnTo>
                    <a:pt x="456460" y="527329"/>
                  </a:lnTo>
                  <a:lnTo>
                    <a:pt x="442002" y="525924"/>
                  </a:lnTo>
                  <a:lnTo>
                    <a:pt x="428712" y="521708"/>
                  </a:lnTo>
                  <a:lnTo>
                    <a:pt x="421315" y="517334"/>
                  </a:lnTo>
                  <a:close/>
                </a:path>
                <a:path w="838200" h="840104">
                  <a:moveTo>
                    <a:pt x="314283" y="569823"/>
                  </a:moveTo>
                  <a:lnTo>
                    <a:pt x="309292" y="569823"/>
                  </a:lnTo>
                  <a:lnTo>
                    <a:pt x="301812" y="572312"/>
                  </a:lnTo>
                  <a:lnTo>
                    <a:pt x="299310" y="577316"/>
                  </a:lnTo>
                  <a:lnTo>
                    <a:pt x="287621" y="587158"/>
                  </a:lnTo>
                  <a:lnTo>
                    <a:pt x="274994" y="594186"/>
                  </a:lnTo>
                  <a:lnTo>
                    <a:pt x="261432" y="598403"/>
                  </a:lnTo>
                  <a:lnTo>
                    <a:pt x="246935" y="599808"/>
                  </a:lnTo>
                  <a:lnTo>
                    <a:pt x="338381" y="599808"/>
                  </a:lnTo>
                  <a:lnTo>
                    <a:pt x="339127" y="598403"/>
                  </a:lnTo>
                  <a:lnTo>
                    <a:pt x="338552" y="594186"/>
                  </a:lnTo>
                  <a:lnTo>
                    <a:pt x="337045" y="584501"/>
                  </a:lnTo>
                  <a:lnTo>
                    <a:pt x="327885" y="574000"/>
                  </a:lnTo>
                  <a:lnTo>
                    <a:pt x="314283" y="569823"/>
                  </a:lnTo>
                  <a:close/>
                </a:path>
                <a:path w="838200" h="840104">
                  <a:moveTo>
                    <a:pt x="334991" y="432358"/>
                  </a:moveTo>
                  <a:lnTo>
                    <a:pt x="244446" y="432358"/>
                  </a:lnTo>
                  <a:lnTo>
                    <a:pt x="256995" y="436498"/>
                  </a:lnTo>
                  <a:lnTo>
                    <a:pt x="266269" y="446730"/>
                  </a:lnTo>
                  <a:lnTo>
                    <a:pt x="268997" y="459774"/>
                  </a:lnTo>
                  <a:lnTo>
                    <a:pt x="261908" y="472351"/>
                  </a:lnTo>
                  <a:lnTo>
                    <a:pt x="226983" y="507339"/>
                  </a:lnTo>
                  <a:lnTo>
                    <a:pt x="219539" y="521355"/>
                  </a:lnTo>
                  <a:lnTo>
                    <a:pt x="221684" y="535138"/>
                  </a:lnTo>
                  <a:lnTo>
                    <a:pt x="230845" y="545642"/>
                  </a:lnTo>
                  <a:lnTo>
                    <a:pt x="244446" y="549821"/>
                  </a:lnTo>
                  <a:lnTo>
                    <a:pt x="249437" y="549821"/>
                  </a:lnTo>
                  <a:lnTo>
                    <a:pt x="256917" y="547319"/>
                  </a:lnTo>
                  <a:lnTo>
                    <a:pt x="261908" y="542328"/>
                  </a:lnTo>
                  <a:lnTo>
                    <a:pt x="274998" y="531391"/>
                  </a:lnTo>
                  <a:lnTo>
                    <a:pt x="288091" y="524206"/>
                  </a:lnTo>
                  <a:lnTo>
                    <a:pt x="301187" y="519834"/>
                  </a:lnTo>
                  <a:lnTo>
                    <a:pt x="314283" y="517334"/>
                  </a:lnTo>
                  <a:lnTo>
                    <a:pt x="421315" y="517334"/>
                  </a:lnTo>
                  <a:lnTo>
                    <a:pt x="416824" y="514679"/>
                  </a:lnTo>
                  <a:lnTo>
                    <a:pt x="406574" y="504837"/>
                  </a:lnTo>
                  <a:lnTo>
                    <a:pt x="336737" y="434860"/>
                  </a:lnTo>
                  <a:lnTo>
                    <a:pt x="334991" y="432358"/>
                  </a:lnTo>
                  <a:close/>
                </a:path>
                <a:path w="838200" h="840104">
                  <a:moveTo>
                    <a:pt x="763381" y="427367"/>
                  </a:moveTo>
                  <a:lnTo>
                    <a:pt x="521319" y="427367"/>
                  </a:lnTo>
                  <a:lnTo>
                    <a:pt x="535698" y="431585"/>
                  </a:lnTo>
                  <a:lnTo>
                    <a:pt x="546569" y="442363"/>
                  </a:lnTo>
                  <a:lnTo>
                    <a:pt x="549387" y="452975"/>
                  </a:lnTo>
                  <a:lnTo>
                    <a:pt x="550410" y="456925"/>
                  </a:lnTo>
                  <a:lnTo>
                    <a:pt x="543760" y="472351"/>
                  </a:lnTo>
                  <a:lnTo>
                    <a:pt x="508835" y="504837"/>
                  </a:lnTo>
                  <a:lnTo>
                    <a:pt x="470957" y="525924"/>
                  </a:lnTo>
                  <a:lnTo>
                    <a:pt x="456460" y="527329"/>
                  </a:lnTo>
                  <a:lnTo>
                    <a:pt x="690961" y="527329"/>
                  </a:lnTo>
                  <a:lnTo>
                    <a:pt x="708377" y="509828"/>
                  </a:lnTo>
                  <a:lnTo>
                    <a:pt x="733904" y="483276"/>
                  </a:lnTo>
                  <a:lnTo>
                    <a:pt x="753586" y="452975"/>
                  </a:lnTo>
                  <a:lnTo>
                    <a:pt x="763381" y="427367"/>
                  </a:lnTo>
                  <a:close/>
                </a:path>
                <a:path w="838200" h="840104">
                  <a:moveTo>
                    <a:pt x="536014" y="357390"/>
                  </a:moveTo>
                  <a:lnTo>
                    <a:pt x="456460" y="357390"/>
                  </a:lnTo>
                  <a:lnTo>
                    <a:pt x="468970" y="361569"/>
                  </a:lnTo>
                  <a:lnTo>
                    <a:pt x="477970" y="372073"/>
                  </a:lnTo>
                  <a:lnTo>
                    <a:pt x="479814" y="384873"/>
                  </a:lnTo>
                  <a:lnTo>
                    <a:pt x="479921" y="385618"/>
                  </a:lnTo>
                  <a:lnTo>
                    <a:pt x="479956" y="385856"/>
                  </a:lnTo>
                  <a:lnTo>
                    <a:pt x="471420" y="399872"/>
                  </a:lnTo>
                  <a:lnTo>
                    <a:pt x="421535" y="447357"/>
                  </a:lnTo>
                  <a:lnTo>
                    <a:pt x="430849" y="456925"/>
                  </a:lnTo>
                  <a:lnTo>
                    <a:pt x="439931" y="465791"/>
                  </a:lnTo>
                  <a:lnTo>
                    <a:pt x="448660" y="472351"/>
                  </a:lnTo>
                  <a:lnTo>
                    <a:pt x="456460" y="474853"/>
                  </a:lnTo>
                  <a:lnTo>
                    <a:pt x="461451" y="474853"/>
                  </a:lnTo>
                  <a:lnTo>
                    <a:pt x="466429" y="472351"/>
                  </a:lnTo>
                  <a:lnTo>
                    <a:pt x="511336" y="427367"/>
                  </a:lnTo>
                  <a:lnTo>
                    <a:pt x="763381" y="427367"/>
                  </a:lnTo>
                  <a:lnTo>
                    <a:pt x="766252" y="419862"/>
                  </a:lnTo>
                  <a:lnTo>
                    <a:pt x="770413" y="387375"/>
                  </a:lnTo>
                  <a:lnTo>
                    <a:pt x="593645" y="387375"/>
                  </a:lnTo>
                  <a:lnTo>
                    <a:pt x="579187" y="385618"/>
                  </a:lnTo>
                  <a:lnTo>
                    <a:pt x="565897" y="380815"/>
                  </a:lnTo>
                  <a:lnTo>
                    <a:pt x="554010" y="373670"/>
                  </a:lnTo>
                  <a:lnTo>
                    <a:pt x="543760" y="364883"/>
                  </a:lnTo>
                  <a:lnTo>
                    <a:pt x="536014" y="357390"/>
                  </a:lnTo>
                  <a:close/>
                </a:path>
                <a:path w="838200" h="840104">
                  <a:moveTo>
                    <a:pt x="469027" y="289915"/>
                  </a:moveTo>
                  <a:lnTo>
                    <a:pt x="386622" y="289915"/>
                  </a:lnTo>
                  <a:lnTo>
                    <a:pt x="399166" y="294053"/>
                  </a:lnTo>
                  <a:lnTo>
                    <a:pt x="408439" y="304280"/>
                  </a:lnTo>
                  <a:lnTo>
                    <a:pt x="411167" y="317320"/>
                  </a:lnTo>
                  <a:lnTo>
                    <a:pt x="404072" y="329895"/>
                  </a:lnTo>
                  <a:lnTo>
                    <a:pt x="371649" y="364883"/>
                  </a:lnTo>
                  <a:lnTo>
                    <a:pt x="363466" y="379018"/>
                  </a:lnTo>
                  <a:lnTo>
                    <a:pt x="366039" y="391748"/>
                  </a:lnTo>
                  <a:lnTo>
                    <a:pt x="375160" y="403543"/>
                  </a:lnTo>
                  <a:lnTo>
                    <a:pt x="386622" y="414870"/>
                  </a:lnTo>
                  <a:lnTo>
                    <a:pt x="438997" y="364883"/>
                  </a:lnTo>
                  <a:lnTo>
                    <a:pt x="443988" y="359879"/>
                  </a:lnTo>
                  <a:lnTo>
                    <a:pt x="448979" y="357390"/>
                  </a:lnTo>
                  <a:lnTo>
                    <a:pt x="536014" y="357390"/>
                  </a:lnTo>
                  <a:lnTo>
                    <a:pt x="471420" y="294906"/>
                  </a:lnTo>
                  <a:lnTo>
                    <a:pt x="469027" y="289915"/>
                  </a:lnTo>
                  <a:close/>
                </a:path>
                <a:path w="838200" h="840104">
                  <a:moveTo>
                    <a:pt x="781978" y="164947"/>
                  </a:moveTo>
                  <a:lnTo>
                    <a:pt x="526297" y="164947"/>
                  </a:lnTo>
                  <a:lnTo>
                    <a:pt x="539355" y="166354"/>
                  </a:lnTo>
                  <a:lnTo>
                    <a:pt x="552178" y="170573"/>
                  </a:lnTo>
                  <a:lnTo>
                    <a:pt x="564532" y="177602"/>
                  </a:lnTo>
                  <a:lnTo>
                    <a:pt x="576183" y="187439"/>
                  </a:lnTo>
                  <a:lnTo>
                    <a:pt x="646020" y="259918"/>
                  </a:lnTo>
                  <a:lnTo>
                    <a:pt x="665901" y="299866"/>
                  </a:lnTo>
                  <a:lnTo>
                    <a:pt x="660990" y="341453"/>
                  </a:lnTo>
                  <a:lnTo>
                    <a:pt x="635501" y="374137"/>
                  </a:lnTo>
                  <a:lnTo>
                    <a:pt x="593645" y="387375"/>
                  </a:lnTo>
                  <a:lnTo>
                    <a:pt x="770413" y="387375"/>
                  </a:lnTo>
                  <a:lnTo>
                    <a:pt x="770608" y="385856"/>
                  </a:lnTo>
                  <a:lnTo>
                    <a:pt x="770734" y="384873"/>
                  </a:lnTo>
                  <a:lnTo>
                    <a:pt x="783205" y="182448"/>
                  </a:lnTo>
                  <a:lnTo>
                    <a:pt x="782077" y="166354"/>
                  </a:lnTo>
                  <a:lnTo>
                    <a:pt x="781978" y="164947"/>
                  </a:lnTo>
                  <a:close/>
                </a:path>
                <a:path w="838200" h="840104">
                  <a:moveTo>
                    <a:pt x="818130" y="0"/>
                  </a:moveTo>
                  <a:lnTo>
                    <a:pt x="810650" y="2501"/>
                  </a:lnTo>
                  <a:lnTo>
                    <a:pt x="803157" y="2501"/>
                  </a:lnTo>
                  <a:lnTo>
                    <a:pt x="793188" y="7505"/>
                  </a:lnTo>
                  <a:lnTo>
                    <a:pt x="725839" y="74980"/>
                  </a:lnTo>
                  <a:lnTo>
                    <a:pt x="798172" y="74980"/>
                  </a:lnTo>
                  <a:lnTo>
                    <a:pt x="833091" y="42494"/>
                  </a:lnTo>
                  <a:lnTo>
                    <a:pt x="837228" y="33864"/>
                  </a:lnTo>
                  <a:lnTo>
                    <a:pt x="838088" y="24061"/>
                  </a:lnTo>
                  <a:lnTo>
                    <a:pt x="835205" y="14728"/>
                  </a:lnTo>
                  <a:lnTo>
                    <a:pt x="828113" y="7505"/>
                  </a:lnTo>
                  <a:lnTo>
                    <a:pt x="823121" y="2501"/>
                  </a:lnTo>
                  <a:lnTo>
                    <a:pt x="81813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937495" y="6527495"/>
              <a:ext cx="1533525" cy="1524000"/>
            </a:xfrm>
            <a:custGeom>
              <a:avLst/>
              <a:gdLst/>
              <a:ahLst/>
              <a:cxnLst/>
              <a:rect l="l" t="t" r="r" b="b"/>
              <a:pathLst>
                <a:path w="1533525" h="1524000">
                  <a:moveTo>
                    <a:pt x="1280731" y="0"/>
                  </a:moveTo>
                  <a:lnTo>
                    <a:pt x="255143" y="0"/>
                  </a:lnTo>
                  <a:lnTo>
                    <a:pt x="208843" y="4133"/>
                  </a:lnTo>
                  <a:lnTo>
                    <a:pt x="165446" y="16040"/>
                  </a:lnTo>
                  <a:lnTo>
                    <a:pt x="125630" y="34979"/>
                  </a:lnTo>
                  <a:lnTo>
                    <a:pt x="90075" y="60211"/>
                  </a:lnTo>
                  <a:lnTo>
                    <a:pt x="59460" y="90994"/>
                  </a:lnTo>
                  <a:lnTo>
                    <a:pt x="34465" y="126589"/>
                  </a:lnTo>
                  <a:lnTo>
                    <a:pt x="15771" y="166255"/>
                  </a:lnTo>
                  <a:lnTo>
                    <a:pt x="4056" y="209251"/>
                  </a:lnTo>
                  <a:lnTo>
                    <a:pt x="0" y="254838"/>
                  </a:lnTo>
                  <a:lnTo>
                    <a:pt x="0" y="1269174"/>
                  </a:lnTo>
                  <a:lnTo>
                    <a:pt x="4138" y="1315419"/>
                  </a:lnTo>
                  <a:lnTo>
                    <a:pt x="16059" y="1358764"/>
                  </a:lnTo>
                  <a:lnTo>
                    <a:pt x="35021" y="1398531"/>
                  </a:lnTo>
                  <a:lnTo>
                    <a:pt x="60284" y="1434042"/>
                  </a:lnTo>
                  <a:lnTo>
                    <a:pt x="91104" y="1464617"/>
                  </a:lnTo>
                  <a:lnTo>
                    <a:pt x="126742" y="1489579"/>
                  </a:lnTo>
                  <a:lnTo>
                    <a:pt x="166455" y="1508249"/>
                  </a:lnTo>
                  <a:lnTo>
                    <a:pt x="209502" y="1519949"/>
                  </a:lnTo>
                  <a:lnTo>
                    <a:pt x="255143" y="1524000"/>
                  </a:lnTo>
                  <a:lnTo>
                    <a:pt x="1280731" y="1524000"/>
                  </a:lnTo>
                  <a:lnTo>
                    <a:pt x="1326289" y="1519867"/>
                  </a:lnTo>
                  <a:lnTo>
                    <a:pt x="1369108" y="1507961"/>
                  </a:lnTo>
                  <a:lnTo>
                    <a:pt x="1408489" y="1489023"/>
                  </a:lnTo>
                  <a:lnTo>
                    <a:pt x="1443731" y="1463794"/>
                  </a:lnTo>
                  <a:lnTo>
                    <a:pt x="1474136" y="1433012"/>
                  </a:lnTo>
                  <a:lnTo>
                    <a:pt x="1499002" y="1397419"/>
                  </a:lnTo>
                  <a:lnTo>
                    <a:pt x="1517630" y="1357755"/>
                  </a:lnTo>
                  <a:lnTo>
                    <a:pt x="1529320" y="1314760"/>
                  </a:lnTo>
                  <a:lnTo>
                    <a:pt x="1533372" y="1269174"/>
                  </a:lnTo>
                  <a:lnTo>
                    <a:pt x="1533372" y="254838"/>
                  </a:lnTo>
                  <a:lnTo>
                    <a:pt x="1529776" y="204946"/>
                  </a:lnTo>
                  <a:lnTo>
                    <a:pt x="1515860" y="157400"/>
                  </a:lnTo>
                  <a:lnTo>
                    <a:pt x="1492565" y="113602"/>
                  </a:lnTo>
                  <a:lnTo>
                    <a:pt x="1460830" y="74955"/>
                  </a:lnTo>
                  <a:lnTo>
                    <a:pt x="1422138" y="43216"/>
                  </a:lnTo>
                  <a:lnTo>
                    <a:pt x="1378286" y="19675"/>
                  </a:lnTo>
                  <a:lnTo>
                    <a:pt x="1330681" y="5035"/>
                  </a:lnTo>
                  <a:lnTo>
                    <a:pt x="1280731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0731" y="4212132"/>
              <a:ext cx="3647440" cy="3493770"/>
            </a:xfrm>
            <a:custGeom>
              <a:avLst/>
              <a:gdLst/>
              <a:ahLst/>
              <a:cxnLst/>
              <a:rect l="l" t="t" r="r" b="b"/>
              <a:pathLst>
                <a:path w="3647440" h="3493770">
                  <a:moveTo>
                    <a:pt x="47625" y="786358"/>
                  </a:moveTo>
                  <a:lnTo>
                    <a:pt x="0" y="786358"/>
                  </a:lnTo>
                  <a:lnTo>
                    <a:pt x="0" y="2338933"/>
                  </a:lnTo>
                  <a:lnTo>
                    <a:pt x="47625" y="2338933"/>
                  </a:lnTo>
                  <a:lnTo>
                    <a:pt x="47625" y="786358"/>
                  </a:lnTo>
                  <a:close/>
                </a:path>
                <a:path w="3647440" h="3493770">
                  <a:moveTo>
                    <a:pt x="2457805" y="3051670"/>
                  </a:moveTo>
                  <a:lnTo>
                    <a:pt x="809980" y="3051670"/>
                  </a:lnTo>
                  <a:lnTo>
                    <a:pt x="809980" y="3099295"/>
                  </a:lnTo>
                  <a:lnTo>
                    <a:pt x="2457805" y="3099295"/>
                  </a:lnTo>
                  <a:lnTo>
                    <a:pt x="2457805" y="3051670"/>
                  </a:lnTo>
                  <a:close/>
                </a:path>
                <a:path w="3647440" h="3493770">
                  <a:moveTo>
                    <a:pt x="2458199" y="0"/>
                  </a:moveTo>
                  <a:lnTo>
                    <a:pt x="810374" y="0"/>
                  </a:lnTo>
                  <a:lnTo>
                    <a:pt x="810374" y="47625"/>
                  </a:lnTo>
                  <a:lnTo>
                    <a:pt x="2458199" y="47625"/>
                  </a:lnTo>
                  <a:lnTo>
                    <a:pt x="2458199" y="0"/>
                  </a:lnTo>
                  <a:close/>
                </a:path>
                <a:path w="3647440" h="3493770">
                  <a:moveTo>
                    <a:pt x="3156864" y="3020987"/>
                  </a:moveTo>
                  <a:lnTo>
                    <a:pt x="3106851" y="2901607"/>
                  </a:lnTo>
                  <a:lnTo>
                    <a:pt x="3034334" y="2901607"/>
                  </a:lnTo>
                  <a:lnTo>
                    <a:pt x="3156864" y="3020987"/>
                  </a:lnTo>
                  <a:close/>
                </a:path>
                <a:path w="3647440" h="3493770">
                  <a:moveTo>
                    <a:pt x="3161868" y="2802115"/>
                  </a:moveTo>
                  <a:lnTo>
                    <a:pt x="3084334" y="2802115"/>
                  </a:lnTo>
                  <a:lnTo>
                    <a:pt x="3034334" y="2854350"/>
                  </a:lnTo>
                  <a:lnTo>
                    <a:pt x="3114357" y="2854350"/>
                  </a:lnTo>
                  <a:lnTo>
                    <a:pt x="3161868" y="2802115"/>
                  </a:lnTo>
                  <a:close/>
                </a:path>
                <a:path w="3647440" h="3493770">
                  <a:moveTo>
                    <a:pt x="3250107" y="772629"/>
                  </a:moveTo>
                  <a:lnTo>
                    <a:pt x="3202482" y="772629"/>
                  </a:lnTo>
                  <a:lnTo>
                    <a:pt x="3202482" y="2325205"/>
                  </a:lnTo>
                  <a:lnTo>
                    <a:pt x="3250107" y="2325205"/>
                  </a:lnTo>
                  <a:lnTo>
                    <a:pt x="3250107" y="772629"/>
                  </a:lnTo>
                  <a:close/>
                </a:path>
                <a:path w="3647440" h="3493770">
                  <a:moveTo>
                    <a:pt x="3261893" y="2854350"/>
                  </a:moveTo>
                  <a:lnTo>
                    <a:pt x="3221875" y="2814548"/>
                  </a:lnTo>
                  <a:lnTo>
                    <a:pt x="3181870" y="2854350"/>
                  </a:lnTo>
                  <a:lnTo>
                    <a:pt x="3261893" y="2854350"/>
                  </a:lnTo>
                  <a:close/>
                </a:path>
                <a:path w="3647440" h="3493770">
                  <a:moveTo>
                    <a:pt x="3284397" y="2901607"/>
                  </a:moveTo>
                  <a:lnTo>
                    <a:pt x="3159366" y="2901607"/>
                  </a:lnTo>
                  <a:lnTo>
                    <a:pt x="3221875" y="3058299"/>
                  </a:lnTo>
                  <a:lnTo>
                    <a:pt x="3284397" y="2901607"/>
                  </a:lnTo>
                  <a:close/>
                </a:path>
                <a:path w="3647440" h="3493770">
                  <a:moveTo>
                    <a:pt x="3409429" y="2901607"/>
                  </a:moveTo>
                  <a:lnTo>
                    <a:pt x="3339401" y="2901607"/>
                  </a:lnTo>
                  <a:lnTo>
                    <a:pt x="3289401" y="3020987"/>
                  </a:lnTo>
                  <a:lnTo>
                    <a:pt x="3409429" y="2901607"/>
                  </a:lnTo>
                  <a:close/>
                </a:path>
                <a:path w="3647440" h="3493770">
                  <a:moveTo>
                    <a:pt x="3409429" y="2854350"/>
                  </a:moveTo>
                  <a:lnTo>
                    <a:pt x="3361918" y="2802115"/>
                  </a:lnTo>
                  <a:lnTo>
                    <a:pt x="3281896" y="2802115"/>
                  </a:lnTo>
                  <a:lnTo>
                    <a:pt x="3331908" y="2854350"/>
                  </a:lnTo>
                  <a:lnTo>
                    <a:pt x="3409429" y="2854350"/>
                  </a:lnTo>
                  <a:close/>
                </a:path>
                <a:path w="3647440" h="3493770">
                  <a:moveTo>
                    <a:pt x="3446005" y="3469944"/>
                  </a:moveTo>
                  <a:lnTo>
                    <a:pt x="3440176" y="3453701"/>
                  </a:lnTo>
                  <a:lnTo>
                    <a:pt x="3421938" y="3446310"/>
                  </a:lnTo>
                  <a:lnTo>
                    <a:pt x="3354413" y="3446310"/>
                  </a:lnTo>
                  <a:lnTo>
                    <a:pt x="3344418" y="3399053"/>
                  </a:lnTo>
                  <a:lnTo>
                    <a:pt x="3101848" y="3399053"/>
                  </a:lnTo>
                  <a:lnTo>
                    <a:pt x="3089351" y="3446310"/>
                  </a:lnTo>
                  <a:lnTo>
                    <a:pt x="3024327" y="3446310"/>
                  </a:lnTo>
                  <a:lnTo>
                    <a:pt x="3005683" y="3453701"/>
                  </a:lnTo>
                  <a:lnTo>
                    <a:pt x="2999003" y="3469944"/>
                  </a:lnTo>
                  <a:lnTo>
                    <a:pt x="3004985" y="3486188"/>
                  </a:lnTo>
                  <a:lnTo>
                    <a:pt x="3024327" y="3493566"/>
                  </a:lnTo>
                  <a:lnTo>
                    <a:pt x="3419437" y="3493566"/>
                  </a:lnTo>
                  <a:lnTo>
                    <a:pt x="3439160" y="3486188"/>
                  </a:lnTo>
                  <a:lnTo>
                    <a:pt x="3446005" y="3469944"/>
                  </a:lnTo>
                  <a:close/>
                </a:path>
                <a:path w="3647440" h="3493770">
                  <a:moveTo>
                    <a:pt x="3641979" y="3249815"/>
                  </a:moveTo>
                  <a:lnTo>
                    <a:pt x="2799270" y="3249815"/>
                  </a:lnTo>
                  <a:lnTo>
                    <a:pt x="2799270" y="3274695"/>
                  </a:lnTo>
                  <a:lnTo>
                    <a:pt x="2801772" y="3274695"/>
                  </a:lnTo>
                  <a:lnTo>
                    <a:pt x="2807855" y="3301708"/>
                  </a:lnTo>
                  <a:lnTo>
                    <a:pt x="2824264" y="3324745"/>
                  </a:lnTo>
                  <a:lnTo>
                    <a:pt x="2848178" y="3340798"/>
                  </a:lnTo>
                  <a:lnTo>
                    <a:pt x="2876791" y="3346818"/>
                  </a:lnTo>
                  <a:lnTo>
                    <a:pt x="3569474" y="3346818"/>
                  </a:lnTo>
                  <a:lnTo>
                    <a:pt x="3596614" y="3340798"/>
                  </a:lnTo>
                  <a:lnTo>
                    <a:pt x="3619792" y="3324745"/>
                  </a:lnTo>
                  <a:lnTo>
                    <a:pt x="3635933" y="3301708"/>
                  </a:lnTo>
                  <a:lnTo>
                    <a:pt x="3641979" y="3274695"/>
                  </a:lnTo>
                  <a:lnTo>
                    <a:pt x="3641979" y="3249815"/>
                  </a:lnTo>
                  <a:close/>
                </a:path>
                <a:path w="3647440" h="3493770">
                  <a:moveTo>
                    <a:pt x="3646995" y="2729992"/>
                  </a:moveTo>
                  <a:lnTo>
                    <a:pt x="3639489" y="2701544"/>
                  </a:lnTo>
                  <a:lnTo>
                    <a:pt x="3622611" y="2677757"/>
                  </a:lnTo>
                  <a:lnTo>
                    <a:pt x="3599167" y="2661437"/>
                  </a:lnTo>
                  <a:lnTo>
                    <a:pt x="3571976" y="2655366"/>
                  </a:lnTo>
                  <a:lnTo>
                    <a:pt x="3495078" y="2655366"/>
                  </a:lnTo>
                  <a:lnTo>
                    <a:pt x="3495078" y="2883268"/>
                  </a:lnTo>
                  <a:lnTo>
                    <a:pt x="3492652" y="2889605"/>
                  </a:lnTo>
                  <a:lnTo>
                    <a:pt x="3486950" y="2896628"/>
                  </a:lnTo>
                  <a:lnTo>
                    <a:pt x="3234385" y="3147847"/>
                  </a:lnTo>
                  <a:lnTo>
                    <a:pt x="3229381" y="3150324"/>
                  </a:lnTo>
                  <a:lnTo>
                    <a:pt x="3214382" y="3150324"/>
                  </a:lnTo>
                  <a:lnTo>
                    <a:pt x="3209379" y="3147847"/>
                  </a:lnTo>
                  <a:lnTo>
                    <a:pt x="3206877" y="3142869"/>
                  </a:lnTo>
                  <a:lnTo>
                    <a:pt x="2959316" y="2896628"/>
                  </a:lnTo>
                  <a:lnTo>
                    <a:pt x="2954642" y="2889605"/>
                  </a:lnTo>
                  <a:lnTo>
                    <a:pt x="2951810" y="2881096"/>
                  </a:lnTo>
                  <a:lnTo>
                    <a:pt x="2950870" y="2873552"/>
                  </a:lnTo>
                  <a:lnTo>
                    <a:pt x="2951810" y="2869273"/>
                  </a:lnTo>
                  <a:lnTo>
                    <a:pt x="2954312" y="2871762"/>
                  </a:lnTo>
                  <a:lnTo>
                    <a:pt x="2954312" y="2869273"/>
                  </a:lnTo>
                  <a:lnTo>
                    <a:pt x="2956814" y="2866783"/>
                  </a:lnTo>
                  <a:lnTo>
                    <a:pt x="2959316" y="2861805"/>
                  </a:lnTo>
                  <a:lnTo>
                    <a:pt x="3059341" y="2764802"/>
                  </a:lnTo>
                  <a:lnTo>
                    <a:pt x="3064345" y="2757347"/>
                  </a:lnTo>
                  <a:lnTo>
                    <a:pt x="3071838" y="2754858"/>
                  </a:lnTo>
                  <a:lnTo>
                    <a:pt x="3376930" y="2754858"/>
                  </a:lnTo>
                  <a:lnTo>
                    <a:pt x="3384423" y="2757347"/>
                  </a:lnTo>
                  <a:lnTo>
                    <a:pt x="3386925" y="2764802"/>
                  </a:lnTo>
                  <a:lnTo>
                    <a:pt x="3405086" y="2782227"/>
                  </a:lnTo>
                  <a:lnTo>
                    <a:pt x="3440366" y="2816415"/>
                  </a:lnTo>
                  <a:lnTo>
                    <a:pt x="3475190" y="2851556"/>
                  </a:lnTo>
                  <a:lnTo>
                    <a:pt x="3495078" y="2883268"/>
                  </a:lnTo>
                  <a:lnTo>
                    <a:pt x="3495078" y="2655366"/>
                  </a:lnTo>
                  <a:lnTo>
                    <a:pt x="2879293" y="2655366"/>
                  </a:lnTo>
                  <a:lnTo>
                    <a:pt x="2852128" y="2661437"/>
                  </a:lnTo>
                  <a:lnTo>
                    <a:pt x="2828963" y="2677757"/>
                  </a:lnTo>
                  <a:lnTo>
                    <a:pt x="2812821" y="2701544"/>
                  </a:lnTo>
                  <a:lnTo>
                    <a:pt x="2806776" y="2729992"/>
                  </a:lnTo>
                  <a:lnTo>
                    <a:pt x="2806776" y="3197580"/>
                  </a:lnTo>
                  <a:lnTo>
                    <a:pt x="3646995" y="3197580"/>
                  </a:lnTo>
                  <a:lnTo>
                    <a:pt x="3646995" y="3150324"/>
                  </a:lnTo>
                  <a:lnTo>
                    <a:pt x="3646995" y="2754858"/>
                  </a:lnTo>
                  <a:lnTo>
                    <a:pt x="3646995" y="2729992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4869" y="790702"/>
            <a:ext cx="16555719" cy="8707120"/>
            <a:chOff x="864869" y="790702"/>
            <a:chExt cx="16555719" cy="8707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869" y="790702"/>
              <a:ext cx="16555720" cy="87068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202" y="791098"/>
              <a:ext cx="16554450" cy="87058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84813" y="5191658"/>
            <a:ext cx="8316595" cy="3653154"/>
          </a:xfrm>
          <a:prstGeom prst="rect">
            <a:avLst/>
          </a:prstGeom>
        </p:spPr>
        <p:txBody>
          <a:bodyPr vert="horz" wrap="square" lIns="0" tIns="344805" rIns="0" bIns="0" rtlCol="0">
            <a:spAutoFit/>
          </a:bodyPr>
          <a:lstStyle/>
          <a:p>
            <a:pPr marL="1593215" marR="5080" indent="-1581150">
              <a:lnSpc>
                <a:spcPts val="12969"/>
              </a:lnSpc>
              <a:spcBef>
                <a:spcPts val="2715"/>
              </a:spcBef>
            </a:pPr>
            <a:r>
              <a:rPr sz="13000" spc="-645" dirty="0">
                <a:solidFill>
                  <a:srgbClr val="FFFFFF"/>
                </a:solidFill>
              </a:rPr>
              <a:t>Awesome </a:t>
            </a:r>
            <a:r>
              <a:rPr sz="13000" spc="-640" dirty="0">
                <a:solidFill>
                  <a:srgbClr val="FFFFFF"/>
                </a:solidFill>
              </a:rPr>
              <a:t>words</a:t>
            </a:r>
            <a:endParaRPr sz="1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Customer</a:t>
            </a:r>
            <a:r>
              <a:rPr spc="-500" dirty="0"/>
              <a:t> </a:t>
            </a:r>
            <a:r>
              <a:rPr spc="-185" dirty="0"/>
              <a:t>profile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8877" y="2725390"/>
            <a:ext cx="2739390" cy="3319145"/>
          </a:xfrm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310"/>
              </a:spcBef>
            </a:pPr>
            <a:r>
              <a:rPr sz="4900" spc="-25" dirty="0">
                <a:solidFill>
                  <a:srgbClr val="1D1D1B"/>
                </a:solidFill>
                <a:latin typeface="Arial Black"/>
                <a:cs typeface="Arial Black"/>
              </a:rPr>
              <a:t>Age</a:t>
            </a:r>
            <a:endParaRPr sz="4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240"/>
              </a:spcBef>
            </a:pP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25-</a:t>
            </a:r>
            <a:r>
              <a:rPr sz="2750" spc="85" dirty="0">
                <a:solidFill>
                  <a:srgbClr val="1D1D1B"/>
                </a:solidFill>
                <a:latin typeface="Tahoma"/>
                <a:cs typeface="Tahoma"/>
              </a:rPr>
              <a:t>30</a:t>
            </a:r>
            <a:r>
              <a:rPr sz="2750" spc="-25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years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old</a:t>
            </a:r>
            <a:endParaRPr sz="2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680"/>
              </a:spcBef>
            </a:pPr>
            <a:r>
              <a:rPr sz="4900" spc="-275" dirty="0">
                <a:solidFill>
                  <a:srgbClr val="1D1D1B"/>
                </a:solidFill>
                <a:latin typeface="Arial Black"/>
                <a:cs typeface="Arial Black"/>
              </a:rPr>
              <a:t>Locatiofi</a:t>
            </a:r>
            <a:endParaRPr sz="4900">
              <a:latin typeface="Arial Black"/>
              <a:cs typeface="Arial Black"/>
            </a:endParaRPr>
          </a:p>
          <a:p>
            <a:pPr marL="3175" algn="ctr">
              <a:lnSpc>
                <a:spcPct val="100000"/>
              </a:lnSpc>
              <a:spcBef>
                <a:spcPts val="1440"/>
              </a:spcBef>
            </a:pPr>
            <a:r>
              <a:rPr sz="2750" spc="50" dirty="0">
                <a:solidFill>
                  <a:srgbClr val="1D1D1B"/>
                </a:solidFill>
                <a:latin typeface="Tahoma"/>
                <a:cs typeface="Tahoma"/>
              </a:rPr>
              <a:t>Capital</a:t>
            </a:r>
            <a:r>
              <a:rPr sz="2750" spc="-33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city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4990" y="2725249"/>
            <a:ext cx="2546985" cy="3319145"/>
          </a:xfrm>
          <a:prstGeom prst="rect">
            <a:avLst/>
          </a:prstGeom>
        </p:spPr>
        <p:txBody>
          <a:bodyPr vert="horz" wrap="square" lIns="0" tIns="293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10"/>
              </a:spcBef>
            </a:pPr>
            <a:r>
              <a:rPr sz="4900" spc="-40" dirty="0">
                <a:solidFill>
                  <a:srgbClr val="1D1D1B"/>
                </a:solidFill>
                <a:latin typeface="Arial Black"/>
                <a:cs typeface="Arial Black"/>
              </a:rPr>
              <a:t>Gefider</a:t>
            </a:r>
            <a:endParaRPr sz="4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240"/>
              </a:spcBef>
            </a:pPr>
            <a:r>
              <a:rPr sz="2750" spc="80" dirty="0">
                <a:solidFill>
                  <a:srgbClr val="1D1D1B"/>
                </a:solidFill>
                <a:latin typeface="Tahoma"/>
                <a:cs typeface="Tahoma"/>
              </a:rPr>
              <a:t>Male</a:t>
            </a:r>
            <a:endParaRPr sz="2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680"/>
              </a:spcBef>
            </a:pPr>
            <a:r>
              <a:rPr sz="4900" spc="-275" dirty="0">
                <a:solidFill>
                  <a:srgbClr val="1D1D1B"/>
                </a:solidFill>
                <a:latin typeface="Arial Black"/>
                <a:cs typeface="Arial Black"/>
              </a:rPr>
              <a:t>Positiofi</a:t>
            </a:r>
            <a:endParaRPr sz="4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750" spc="50" dirty="0">
                <a:solidFill>
                  <a:srgbClr val="1D1D1B"/>
                </a:solidFill>
                <a:latin typeface="Tahoma"/>
                <a:cs typeface="Tahoma"/>
              </a:rPr>
              <a:t>Office</a:t>
            </a:r>
            <a:r>
              <a:rPr sz="2750" spc="-32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45" dirty="0">
                <a:solidFill>
                  <a:srgbClr val="1D1D1B"/>
                </a:solidFill>
                <a:latin typeface="Tahoma"/>
                <a:cs typeface="Tahoma"/>
              </a:rPr>
              <a:t>work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8485" y="6356140"/>
            <a:ext cx="2607945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345" dirty="0">
                <a:solidFill>
                  <a:srgbClr val="1D1D1B"/>
                </a:solidFill>
                <a:latin typeface="Arial Black"/>
                <a:cs typeface="Arial Black"/>
              </a:rPr>
              <a:t>Lifestyle</a:t>
            </a:r>
            <a:endParaRPr sz="49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40003" y="7544993"/>
            <a:ext cx="1152525" cy="1143000"/>
            <a:chOff x="7140003" y="7544993"/>
            <a:chExt cx="1152525" cy="1143000"/>
          </a:xfrm>
        </p:grpSpPr>
        <p:sp>
          <p:nvSpPr>
            <p:cNvPr id="7" name="object 7"/>
            <p:cNvSpPr/>
            <p:nvPr/>
          </p:nvSpPr>
          <p:spPr>
            <a:xfrm>
              <a:off x="7140003" y="7544993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520" y="0"/>
                  </a:moveTo>
                  <a:lnTo>
                    <a:pt x="192506" y="0"/>
                  </a:lnTo>
                  <a:lnTo>
                    <a:pt x="147992" y="5006"/>
                  </a:lnTo>
                  <a:lnTo>
                    <a:pt x="107327" y="19268"/>
                  </a:lnTo>
                  <a:lnTo>
                    <a:pt x="71605" y="41650"/>
                  </a:lnTo>
                  <a:lnTo>
                    <a:pt x="41917" y="71018"/>
                  </a:lnTo>
                  <a:lnTo>
                    <a:pt x="19358" y="106234"/>
                  </a:lnTo>
                  <a:lnTo>
                    <a:pt x="5021" y="146165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7836" y="1003780"/>
                  </a:lnTo>
                  <a:lnTo>
                    <a:pt x="27686" y="1049093"/>
                  </a:lnTo>
                  <a:lnTo>
                    <a:pt x="57815" y="1087474"/>
                  </a:lnTo>
                  <a:lnTo>
                    <a:pt x="96485" y="1117120"/>
                  </a:lnTo>
                  <a:lnTo>
                    <a:pt x="141961" y="1136229"/>
                  </a:lnTo>
                  <a:lnTo>
                    <a:pt x="192506" y="1143000"/>
                  </a:lnTo>
                  <a:lnTo>
                    <a:pt x="962520" y="1143000"/>
                  </a:lnTo>
                  <a:lnTo>
                    <a:pt x="1013054" y="1136229"/>
                  </a:lnTo>
                  <a:lnTo>
                    <a:pt x="1058449" y="1117120"/>
                  </a:lnTo>
                  <a:lnTo>
                    <a:pt x="1096899" y="1087474"/>
                  </a:lnTo>
                  <a:lnTo>
                    <a:pt x="1126598" y="1049093"/>
                  </a:lnTo>
                  <a:lnTo>
                    <a:pt x="1145742" y="1003780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8148" y="116679"/>
                  </a:lnTo>
                  <a:lnTo>
                    <a:pt x="1097521" y="54914"/>
                  </a:lnTo>
                  <a:lnTo>
                    <a:pt x="1035645" y="14355"/>
                  </a:lnTo>
                  <a:lnTo>
                    <a:pt x="96252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501" y="8334438"/>
              <a:ext cx="105841" cy="770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437501" y="7777492"/>
              <a:ext cx="561975" cy="676275"/>
            </a:xfrm>
            <a:custGeom>
              <a:avLst/>
              <a:gdLst/>
              <a:ahLst/>
              <a:cxnLst/>
              <a:rect l="l" t="t" r="r" b="b"/>
              <a:pathLst>
                <a:path w="561975" h="676275">
                  <a:moveTo>
                    <a:pt x="400685" y="119354"/>
                  </a:moveTo>
                  <a:lnTo>
                    <a:pt x="0" y="119354"/>
                  </a:lnTo>
                  <a:lnTo>
                    <a:pt x="0" y="517156"/>
                  </a:lnTo>
                  <a:lnTo>
                    <a:pt x="83159" y="517156"/>
                  </a:lnTo>
                  <a:lnTo>
                    <a:pt x="83159" y="504723"/>
                  </a:lnTo>
                  <a:lnTo>
                    <a:pt x="80645" y="497268"/>
                  </a:lnTo>
                  <a:lnTo>
                    <a:pt x="80645" y="457492"/>
                  </a:lnTo>
                  <a:lnTo>
                    <a:pt x="95123" y="396265"/>
                  </a:lnTo>
                  <a:lnTo>
                    <a:pt x="136080" y="348094"/>
                  </a:lnTo>
                  <a:lnTo>
                    <a:pt x="161277" y="328206"/>
                  </a:lnTo>
                  <a:lnTo>
                    <a:pt x="161277" y="228752"/>
                  </a:lnTo>
                  <a:lnTo>
                    <a:pt x="166560" y="202539"/>
                  </a:lnTo>
                  <a:lnTo>
                    <a:pt x="166624" y="202184"/>
                  </a:lnTo>
                  <a:lnTo>
                    <a:pt x="181432" y="180276"/>
                  </a:lnTo>
                  <a:lnTo>
                    <a:pt x="203809" y="165823"/>
                  </a:lnTo>
                  <a:lnTo>
                    <a:pt x="231851" y="161620"/>
                  </a:lnTo>
                  <a:lnTo>
                    <a:pt x="258813" y="166865"/>
                  </a:lnTo>
                  <a:lnTo>
                    <a:pt x="281292" y="181203"/>
                  </a:lnTo>
                  <a:lnTo>
                    <a:pt x="296684" y="202539"/>
                  </a:lnTo>
                  <a:lnTo>
                    <a:pt x="302399" y="228752"/>
                  </a:lnTo>
                  <a:lnTo>
                    <a:pt x="302399" y="246151"/>
                  </a:lnTo>
                  <a:lnTo>
                    <a:pt x="309956" y="242900"/>
                  </a:lnTo>
                  <a:lnTo>
                    <a:pt x="317525" y="240563"/>
                  </a:lnTo>
                  <a:lnTo>
                    <a:pt x="325081" y="239166"/>
                  </a:lnTo>
                  <a:lnTo>
                    <a:pt x="332651" y="238696"/>
                  </a:lnTo>
                  <a:lnTo>
                    <a:pt x="354571" y="241922"/>
                  </a:lnTo>
                  <a:lnTo>
                    <a:pt x="373913" y="251447"/>
                  </a:lnTo>
                  <a:lnTo>
                    <a:pt x="388988" y="267017"/>
                  </a:lnTo>
                  <a:lnTo>
                    <a:pt x="398170" y="288417"/>
                  </a:lnTo>
                  <a:lnTo>
                    <a:pt x="400685" y="288417"/>
                  </a:lnTo>
                  <a:lnTo>
                    <a:pt x="400685" y="238696"/>
                  </a:lnTo>
                  <a:lnTo>
                    <a:pt x="400685" y="161620"/>
                  </a:lnTo>
                  <a:lnTo>
                    <a:pt x="400685" y="119354"/>
                  </a:lnTo>
                  <a:close/>
                </a:path>
                <a:path w="561975" h="676275">
                  <a:moveTo>
                    <a:pt x="400685" y="59677"/>
                  </a:moveTo>
                  <a:lnTo>
                    <a:pt x="395871" y="36728"/>
                  </a:lnTo>
                  <a:lnTo>
                    <a:pt x="383044" y="17729"/>
                  </a:lnTo>
                  <a:lnTo>
                    <a:pt x="364540" y="4787"/>
                  </a:lnTo>
                  <a:lnTo>
                    <a:pt x="342722" y="0"/>
                  </a:lnTo>
                  <a:lnTo>
                    <a:pt x="60477" y="0"/>
                  </a:lnTo>
                  <a:lnTo>
                    <a:pt x="37198" y="4787"/>
                  </a:lnTo>
                  <a:lnTo>
                    <a:pt x="17945" y="17729"/>
                  </a:lnTo>
                  <a:lnTo>
                    <a:pt x="4838" y="36728"/>
                  </a:lnTo>
                  <a:lnTo>
                    <a:pt x="0" y="59677"/>
                  </a:lnTo>
                  <a:lnTo>
                    <a:pt x="0" y="79565"/>
                  </a:lnTo>
                  <a:lnTo>
                    <a:pt x="400685" y="79565"/>
                  </a:lnTo>
                  <a:lnTo>
                    <a:pt x="400685" y="59677"/>
                  </a:lnTo>
                  <a:close/>
                </a:path>
                <a:path w="561975" h="676275">
                  <a:moveTo>
                    <a:pt x="561975" y="387870"/>
                  </a:moveTo>
                  <a:lnTo>
                    <a:pt x="559727" y="375869"/>
                  </a:lnTo>
                  <a:lnTo>
                    <a:pt x="553466" y="366433"/>
                  </a:lnTo>
                  <a:lnTo>
                    <a:pt x="543902" y="360260"/>
                  </a:lnTo>
                  <a:lnTo>
                    <a:pt x="531736" y="358038"/>
                  </a:lnTo>
                  <a:lnTo>
                    <a:pt x="519557" y="360260"/>
                  </a:lnTo>
                  <a:lnTo>
                    <a:pt x="509993" y="366433"/>
                  </a:lnTo>
                  <a:lnTo>
                    <a:pt x="503732" y="375869"/>
                  </a:lnTo>
                  <a:lnTo>
                    <a:pt x="501497" y="387870"/>
                  </a:lnTo>
                  <a:lnTo>
                    <a:pt x="501497" y="457492"/>
                  </a:lnTo>
                  <a:lnTo>
                    <a:pt x="499757" y="464807"/>
                  </a:lnTo>
                  <a:lnTo>
                    <a:pt x="495185" y="471170"/>
                  </a:lnTo>
                  <a:lnTo>
                    <a:pt x="488734" y="475678"/>
                  </a:lnTo>
                  <a:lnTo>
                    <a:pt x="481330" y="477380"/>
                  </a:lnTo>
                  <a:lnTo>
                    <a:pt x="473925" y="475678"/>
                  </a:lnTo>
                  <a:lnTo>
                    <a:pt x="467461" y="471170"/>
                  </a:lnTo>
                  <a:lnTo>
                    <a:pt x="462902" y="464807"/>
                  </a:lnTo>
                  <a:lnTo>
                    <a:pt x="461175" y="457492"/>
                  </a:lnTo>
                  <a:lnTo>
                    <a:pt x="461175" y="437591"/>
                  </a:lnTo>
                  <a:lnTo>
                    <a:pt x="461175" y="348094"/>
                  </a:lnTo>
                  <a:lnTo>
                    <a:pt x="458927" y="336092"/>
                  </a:lnTo>
                  <a:lnTo>
                    <a:pt x="452666" y="326644"/>
                  </a:lnTo>
                  <a:lnTo>
                    <a:pt x="443103" y="320471"/>
                  </a:lnTo>
                  <a:lnTo>
                    <a:pt x="430936" y="318249"/>
                  </a:lnTo>
                  <a:lnTo>
                    <a:pt x="418757" y="320471"/>
                  </a:lnTo>
                  <a:lnTo>
                    <a:pt x="409194" y="326644"/>
                  </a:lnTo>
                  <a:lnTo>
                    <a:pt x="402920" y="336092"/>
                  </a:lnTo>
                  <a:lnTo>
                    <a:pt x="400685" y="348094"/>
                  </a:lnTo>
                  <a:lnTo>
                    <a:pt x="400685" y="417703"/>
                  </a:lnTo>
                  <a:lnTo>
                    <a:pt x="398983" y="425018"/>
                  </a:lnTo>
                  <a:lnTo>
                    <a:pt x="394703" y="431380"/>
                  </a:lnTo>
                  <a:lnTo>
                    <a:pt x="388988" y="435889"/>
                  </a:lnTo>
                  <a:lnTo>
                    <a:pt x="383044" y="437591"/>
                  </a:lnTo>
                  <a:lnTo>
                    <a:pt x="375640" y="435889"/>
                  </a:lnTo>
                  <a:lnTo>
                    <a:pt x="369189" y="431380"/>
                  </a:lnTo>
                  <a:lnTo>
                    <a:pt x="364617" y="425018"/>
                  </a:lnTo>
                  <a:lnTo>
                    <a:pt x="362889" y="417703"/>
                  </a:lnTo>
                  <a:lnTo>
                    <a:pt x="362889" y="308305"/>
                  </a:lnTo>
                  <a:lnTo>
                    <a:pt x="360641" y="296303"/>
                  </a:lnTo>
                  <a:lnTo>
                    <a:pt x="354380" y="286867"/>
                  </a:lnTo>
                  <a:lnTo>
                    <a:pt x="344817" y="280695"/>
                  </a:lnTo>
                  <a:lnTo>
                    <a:pt x="332651" y="278472"/>
                  </a:lnTo>
                  <a:lnTo>
                    <a:pt x="320471" y="280695"/>
                  </a:lnTo>
                  <a:lnTo>
                    <a:pt x="310908" y="286867"/>
                  </a:lnTo>
                  <a:lnTo>
                    <a:pt x="304634" y="296303"/>
                  </a:lnTo>
                  <a:lnTo>
                    <a:pt x="302399" y="308305"/>
                  </a:lnTo>
                  <a:lnTo>
                    <a:pt x="302399" y="417703"/>
                  </a:lnTo>
                  <a:lnTo>
                    <a:pt x="300659" y="425018"/>
                  </a:lnTo>
                  <a:lnTo>
                    <a:pt x="296100" y="431380"/>
                  </a:lnTo>
                  <a:lnTo>
                    <a:pt x="289636" y="435889"/>
                  </a:lnTo>
                  <a:lnTo>
                    <a:pt x="282244" y="437591"/>
                  </a:lnTo>
                  <a:lnTo>
                    <a:pt x="274840" y="435889"/>
                  </a:lnTo>
                  <a:lnTo>
                    <a:pt x="268389" y="431380"/>
                  </a:lnTo>
                  <a:lnTo>
                    <a:pt x="263817" y="425018"/>
                  </a:lnTo>
                  <a:lnTo>
                    <a:pt x="262089" y="417703"/>
                  </a:lnTo>
                  <a:lnTo>
                    <a:pt x="262089" y="228752"/>
                  </a:lnTo>
                  <a:lnTo>
                    <a:pt x="259842" y="216750"/>
                  </a:lnTo>
                  <a:lnTo>
                    <a:pt x="253580" y="207314"/>
                  </a:lnTo>
                  <a:lnTo>
                    <a:pt x="244017" y="201142"/>
                  </a:lnTo>
                  <a:lnTo>
                    <a:pt x="231851" y="198920"/>
                  </a:lnTo>
                  <a:lnTo>
                    <a:pt x="219671" y="201142"/>
                  </a:lnTo>
                  <a:lnTo>
                    <a:pt x="210096" y="207314"/>
                  </a:lnTo>
                  <a:lnTo>
                    <a:pt x="203835" y="216750"/>
                  </a:lnTo>
                  <a:lnTo>
                    <a:pt x="201599" y="228752"/>
                  </a:lnTo>
                  <a:lnTo>
                    <a:pt x="201599" y="497268"/>
                  </a:lnTo>
                  <a:lnTo>
                    <a:pt x="199859" y="504583"/>
                  </a:lnTo>
                  <a:lnTo>
                    <a:pt x="195300" y="510946"/>
                  </a:lnTo>
                  <a:lnTo>
                    <a:pt x="188836" y="515454"/>
                  </a:lnTo>
                  <a:lnTo>
                    <a:pt x="181444" y="517156"/>
                  </a:lnTo>
                  <a:lnTo>
                    <a:pt x="174040" y="515454"/>
                  </a:lnTo>
                  <a:lnTo>
                    <a:pt x="167576" y="510946"/>
                  </a:lnTo>
                  <a:lnTo>
                    <a:pt x="163017" y="504583"/>
                  </a:lnTo>
                  <a:lnTo>
                    <a:pt x="161290" y="497268"/>
                  </a:lnTo>
                  <a:lnTo>
                    <a:pt x="161290" y="377926"/>
                  </a:lnTo>
                  <a:lnTo>
                    <a:pt x="144348" y="393166"/>
                  </a:lnTo>
                  <a:lnTo>
                    <a:pt x="131673" y="412127"/>
                  </a:lnTo>
                  <a:lnTo>
                    <a:pt x="123710" y="433882"/>
                  </a:lnTo>
                  <a:lnTo>
                    <a:pt x="120967" y="457492"/>
                  </a:lnTo>
                  <a:lnTo>
                    <a:pt x="120967" y="497268"/>
                  </a:lnTo>
                  <a:lnTo>
                    <a:pt x="123329" y="538226"/>
                  </a:lnTo>
                  <a:lnTo>
                    <a:pt x="130416" y="578700"/>
                  </a:lnTo>
                  <a:lnTo>
                    <a:pt x="142227" y="618248"/>
                  </a:lnTo>
                  <a:lnTo>
                    <a:pt x="158762" y="656386"/>
                  </a:lnTo>
                  <a:lnTo>
                    <a:pt x="181444" y="676275"/>
                  </a:lnTo>
                  <a:lnTo>
                    <a:pt x="501497" y="676275"/>
                  </a:lnTo>
                  <a:lnTo>
                    <a:pt x="540715" y="618248"/>
                  </a:lnTo>
                  <a:lnTo>
                    <a:pt x="552526" y="578700"/>
                  </a:lnTo>
                  <a:lnTo>
                    <a:pt x="559612" y="538226"/>
                  </a:lnTo>
                  <a:lnTo>
                    <a:pt x="560819" y="517156"/>
                  </a:lnTo>
                  <a:lnTo>
                    <a:pt x="561975" y="497268"/>
                  </a:lnTo>
                  <a:lnTo>
                    <a:pt x="561975" y="477380"/>
                  </a:lnTo>
                  <a:lnTo>
                    <a:pt x="561975" y="38787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40006" y="7544993"/>
            <a:ext cx="1152525" cy="1143000"/>
            <a:chOff x="5540006" y="7544993"/>
            <a:chExt cx="1152525" cy="1143000"/>
          </a:xfrm>
        </p:grpSpPr>
        <p:sp>
          <p:nvSpPr>
            <p:cNvPr id="11" name="object 11"/>
            <p:cNvSpPr/>
            <p:nvPr/>
          </p:nvSpPr>
          <p:spPr>
            <a:xfrm>
              <a:off x="5540006" y="7544993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520" y="0"/>
                  </a:moveTo>
                  <a:lnTo>
                    <a:pt x="192506" y="0"/>
                  </a:lnTo>
                  <a:lnTo>
                    <a:pt x="147992" y="5006"/>
                  </a:lnTo>
                  <a:lnTo>
                    <a:pt x="107327" y="19268"/>
                  </a:lnTo>
                  <a:lnTo>
                    <a:pt x="71605" y="41650"/>
                  </a:lnTo>
                  <a:lnTo>
                    <a:pt x="41917" y="71018"/>
                  </a:lnTo>
                  <a:lnTo>
                    <a:pt x="19358" y="106234"/>
                  </a:lnTo>
                  <a:lnTo>
                    <a:pt x="5021" y="146165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7836" y="1003780"/>
                  </a:lnTo>
                  <a:lnTo>
                    <a:pt x="27686" y="1049093"/>
                  </a:lnTo>
                  <a:lnTo>
                    <a:pt x="57815" y="1087474"/>
                  </a:lnTo>
                  <a:lnTo>
                    <a:pt x="96485" y="1117120"/>
                  </a:lnTo>
                  <a:lnTo>
                    <a:pt x="141961" y="1136229"/>
                  </a:lnTo>
                  <a:lnTo>
                    <a:pt x="192506" y="1143000"/>
                  </a:lnTo>
                  <a:lnTo>
                    <a:pt x="962520" y="1143000"/>
                  </a:lnTo>
                  <a:lnTo>
                    <a:pt x="1013049" y="1136229"/>
                  </a:lnTo>
                  <a:lnTo>
                    <a:pt x="1058443" y="1117120"/>
                  </a:lnTo>
                  <a:lnTo>
                    <a:pt x="1096894" y="1087474"/>
                  </a:lnTo>
                  <a:lnTo>
                    <a:pt x="1126595" y="1049093"/>
                  </a:lnTo>
                  <a:lnTo>
                    <a:pt x="1145741" y="1003780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8148" y="116679"/>
                  </a:lnTo>
                  <a:lnTo>
                    <a:pt x="1097521" y="54914"/>
                  </a:lnTo>
                  <a:lnTo>
                    <a:pt x="1035645" y="14355"/>
                  </a:lnTo>
                  <a:lnTo>
                    <a:pt x="96252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6563" y="8135467"/>
              <a:ext cx="145738" cy="12767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91225" y="7807540"/>
              <a:ext cx="633730" cy="636270"/>
            </a:xfrm>
            <a:custGeom>
              <a:avLst/>
              <a:gdLst/>
              <a:ahLst/>
              <a:cxnLst/>
              <a:rect l="l" t="t" r="r" b="b"/>
              <a:pathLst>
                <a:path w="633729" h="636270">
                  <a:moveTo>
                    <a:pt x="318325" y="87604"/>
                  </a:moveTo>
                  <a:lnTo>
                    <a:pt x="253403" y="72593"/>
                  </a:lnTo>
                  <a:lnTo>
                    <a:pt x="260896" y="65087"/>
                  </a:lnTo>
                  <a:lnTo>
                    <a:pt x="265099" y="58674"/>
                  </a:lnTo>
                  <a:lnTo>
                    <a:pt x="266509" y="51320"/>
                  </a:lnTo>
                  <a:lnTo>
                    <a:pt x="265099" y="43967"/>
                  </a:lnTo>
                  <a:lnTo>
                    <a:pt x="260896" y="37541"/>
                  </a:lnTo>
                  <a:lnTo>
                    <a:pt x="255905" y="32537"/>
                  </a:lnTo>
                  <a:lnTo>
                    <a:pt x="240919" y="32537"/>
                  </a:lnTo>
                  <a:lnTo>
                    <a:pt x="230924" y="37541"/>
                  </a:lnTo>
                  <a:lnTo>
                    <a:pt x="205981" y="62572"/>
                  </a:lnTo>
                  <a:lnTo>
                    <a:pt x="116090" y="40055"/>
                  </a:lnTo>
                  <a:lnTo>
                    <a:pt x="123583" y="32537"/>
                  </a:lnTo>
                  <a:lnTo>
                    <a:pt x="127787" y="26136"/>
                  </a:lnTo>
                  <a:lnTo>
                    <a:pt x="129197" y="18770"/>
                  </a:lnTo>
                  <a:lnTo>
                    <a:pt x="127787" y="11417"/>
                  </a:lnTo>
                  <a:lnTo>
                    <a:pt x="123583" y="5003"/>
                  </a:lnTo>
                  <a:lnTo>
                    <a:pt x="118579" y="0"/>
                  </a:lnTo>
                  <a:lnTo>
                    <a:pt x="108610" y="0"/>
                  </a:lnTo>
                  <a:lnTo>
                    <a:pt x="103606" y="0"/>
                  </a:lnTo>
                  <a:lnTo>
                    <a:pt x="98628" y="2501"/>
                  </a:lnTo>
                  <a:lnTo>
                    <a:pt x="6235" y="95123"/>
                  </a:lnTo>
                  <a:lnTo>
                    <a:pt x="1016" y="103339"/>
                  </a:lnTo>
                  <a:lnTo>
                    <a:pt x="0" y="112026"/>
                  </a:lnTo>
                  <a:lnTo>
                    <a:pt x="2730" y="119773"/>
                  </a:lnTo>
                  <a:lnTo>
                    <a:pt x="8750" y="125158"/>
                  </a:lnTo>
                  <a:lnTo>
                    <a:pt x="198488" y="245313"/>
                  </a:lnTo>
                  <a:lnTo>
                    <a:pt x="270891" y="142684"/>
                  </a:lnTo>
                  <a:lnTo>
                    <a:pt x="282155" y="128104"/>
                  </a:lnTo>
                  <a:lnTo>
                    <a:pt x="293662" y="114211"/>
                  </a:lnTo>
                  <a:lnTo>
                    <a:pt x="305638" y="100799"/>
                  </a:lnTo>
                  <a:lnTo>
                    <a:pt x="318325" y="87604"/>
                  </a:lnTo>
                  <a:close/>
                </a:path>
                <a:path w="633729" h="636270">
                  <a:moveTo>
                    <a:pt x="633514" y="526948"/>
                  </a:moveTo>
                  <a:lnTo>
                    <a:pt x="632320" y="520687"/>
                  </a:lnTo>
                  <a:lnTo>
                    <a:pt x="632104" y="519595"/>
                  </a:lnTo>
                  <a:lnTo>
                    <a:pt x="627900" y="513168"/>
                  </a:lnTo>
                  <a:lnTo>
                    <a:pt x="622909" y="508165"/>
                  </a:lnTo>
                  <a:lnTo>
                    <a:pt x="617918" y="508165"/>
                  </a:lnTo>
                  <a:lnTo>
                    <a:pt x="612927" y="505663"/>
                  </a:lnTo>
                  <a:lnTo>
                    <a:pt x="607936" y="505663"/>
                  </a:lnTo>
                  <a:lnTo>
                    <a:pt x="602932" y="508165"/>
                  </a:lnTo>
                  <a:lnTo>
                    <a:pt x="600443" y="510667"/>
                  </a:lnTo>
                  <a:lnTo>
                    <a:pt x="592950" y="520687"/>
                  </a:lnTo>
                  <a:lnTo>
                    <a:pt x="570484" y="428053"/>
                  </a:lnTo>
                  <a:lnTo>
                    <a:pt x="597941" y="403021"/>
                  </a:lnTo>
                  <a:lnTo>
                    <a:pt x="602107" y="396621"/>
                  </a:lnTo>
                  <a:lnTo>
                    <a:pt x="603250" y="389255"/>
                  </a:lnTo>
                  <a:lnTo>
                    <a:pt x="601421" y="382993"/>
                  </a:lnTo>
                  <a:lnTo>
                    <a:pt x="601103" y="381901"/>
                  </a:lnTo>
                  <a:lnTo>
                    <a:pt x="595452" y="375488"/>
                  </a:lnTo>
                  <a:lnTo>
                    <a:pt x="590461" y="370484"/>
                  </a:lnTo>
                  <a:lnTo>
                    <a:pt x="585457" y="370484"/>
                  </a:lnTo>
                  <a:lnTo>
                    <a:pt x="582968" y="367982"/>
                  </a:lnTo>
                  <a:lnTo>
                    <a:pt x="577977" y="367982"/>
                  </a:lnTo>
                  <a:lnTo>
                    <a:pt x="572973" y="370484"/>
                  </a:lnTo>
                  <a:lnTo>
                    <a:pt x="560501" y="382993"/>
                  </a:lnTo>
                  <a:lnTo>
                    <a:pt x="545515" y="315417"/>
                  </a:lnTo>
                  <a:lnTo>
                    <a:pt x="505129" y="351675"/>
                  </a:lnTo>
                  <a:lnTo>
                    <a:pt x="388226" y="438073"/>
                  </a:lnTo>
                  <a:lnTo>
                    <a:pt x="508063" y="625817"/>
                  </a:lnTo>
                  <a:lnTo>
                    <a:pt x="518045" y="635838"/>
                  </a:lnTo>
                  <a:lnTo>
                    <a:pt x="530542" y="635838"/>
                  </a:lnTo>
                  <a:lnTo>
                    <a:pt x="535533" y="633336"/>
                  </a:lnTo>
                  <a:lnTo>
                    <a:pt x="538022" y="628319"/>
                  </a:lnTo>
                  <a:lnTo>
                    <a:pt x="571017" y="595274"/>
                  </a:lnTo>
                  <a:lnTo>
                    <a:pt x="592315" y="574192"/>
                  </a:lnTo>
                  <a:lnTo>
                    <a:pt x="608939" y="558279"/>
                  </a:lnTo>
                  <a:lnTo>
                    <a:pt x="627900" y="540702"/>
                  </a:lnTo>
                  <a:lnTo>
                    <a:pt x="632104" y="534301"/>
                  </a:lnTo>
                  <a:lnTo>
                    <a:pt x="633514" y="52694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2238" y="8310702"/>
              <a:ext cx="127317" cy="1451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1514" y="7780007"/>
              <a:ext cx="150772" cy="1501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75806" y="7825054"/>
              <a:ext cx="533400" cy="530860"/>
            </a:xfrm>
            <a:custGeom>
              <a:avLst/>
              <a:gdLst/>
              <a:ahLst/>
              <a:cxnLst/>
              <a:rect l="l" t="t" r="r" b="b"/>
              <a:pathLst>
                <a:path w="533400" h="530859">
                  <a:moveTo>
                    <a:pt x="386043" y="0"/>
                  </a:moveTo>
                  <a:lnTo>
                    <a:pt x="338836" y="30823"/>
                  </a:lnTo>
                  <a:lnTo>
                    <a:pt x="294911" y="66340"/>
                  </a:lnTo>
                  <a:lnTo>
                    <a:pt x="254734" y="105611"/>
                  </a:lnTo>
                  <a:lnTo>
                    <a:pt x="218771" y="147701"/>
                  </a:lnTo>
                  <a:lnTo>
                    <a:pt x="16536" y="428078"/>
                  </a:lnTo>
                  <a:lnTo>
                    <a:pt x="0" y="471568"/>
                  </a:lnTo>
                  <a:lnTo>
                    <a:pt x="4955" y="493899"/>
                  </a:lnTo>
                  <a:lnTo>
                    <a:pt x="19038" y="513181"/>
                  </a:lnTo>
                  <a:lnTo>
                    <a:pt x="28868" y="521202"/>
                  </a:lnTo>
                  <a:lnTo>
                    <a:pt x="39633" y="526640"/>
                  </a:lnTo>
                  <a:lnTo>
                    <a:pt x="51630" y="529808"/>
                  </a:lnTo>
                  <a:lnTo>
                    <a:pt x="52344" y="529808"/>
                  </a:lnTo>
                  <a:lnTo>
                    <a:pt x="63971" y="530707"/>
                  </a:lnTo>
                  <a:lnTo>
                    <a:pt x="75091" y="529808"/>
                  </a:lnTo>
                  <a:lnTo>
                    <a:pt x="85507" y="527265"/>
                  </a:lnTo>
                  <a:lnTo>
                    <a:pt x="94518" y="523313"/>
                  </a:lnTo>
                  <a:lnTo>
                    <a:pt x="101423" y="518185"/>
                  </a:lnTo>
                  <a:lnTo>
                    <a:pt x="383541" y="312915"/>
                  </a:lnTo>
                  <a:lnTo>
                    <a:pt x="426958" y="276853"/>
                  </a:lnTo>
                  <a:lnTo>
                    <a:pt x="450741" y="252844"/>
                  </a:lnTo>
                  <a:lnTo>
                    <a:pt x="296165" y="252844"/>
                  </a:lnTo>
                  <a:lnTo>
                    <a:pt x="291161" y="250342"/>
                  </a:lnTo>
                  <a:lnTo>
                    <a:pt x="286170" y="245338"/>
                  </a:lnTo>
                  <a:lnTo>
                    <a:pt x="281955" y="238919"/>
                  </a:lnTo>
                  <a:lnTo>
                    <a:pt x="280550" y="231565"/>
                  </a:lnTo>
                  <a:lnTo>
                    <a:pt x="281955" y="224210"/>
                  </a:lnTo>
                  <a:lnTo>
                    <a:pt x="286170" y="217792"/>
                  </a:lnTo>
                  <a:lnTo>
                    <a:pt x="371057" y="132676"/>
                  </a:lnTo>
                  <a:lnTo>
                    <a:pt x="381039" y="127673"/>
                  </a:lnTo>
                  <a:lnTo>
                    <a:pt x="456513" y="127673"/>
                  </a:lnTo>
                  <a:lnTo>
                    <a:pt x="446114" y="121962"/>
                  </a:lnTo>
                  <a:lnTo>
                    <a:pt x="425985" y="105143"/>
                  </a:lnTo>
                  <a:lnTo>
                    <a:pt x="406753" y="81324"/>
                  </a:lnTo>
                  <a:lnTo>
                    <a:pt x="393841" y="55391"/>
                  </a:lnTo>
                  <a:lnTo>
                    <a:pt x="387015" y="28047"/>
                  </a:lnTo>
                  <a:lnTo>
                    <a:pt x="386043" y="0"/>
                  </a:lnTo>
                  <a:close/>
                </a:path>
                <a:path w="533400" h="530859">
                  <a:moveTo>
                    <a:pt x="456513" y="127673"/>
                  </a:moveTo>
                  <a:lnTo>
                    <a:pt x="388532" y="127673"/>
                  </a:lnTo>
                  <a:lnTo>
                    <a:pt x="398514" y="132676"/>
                  </a:lnTo>
                  <a:lnTo>
                    <a:pt x="402729" y="139134"/>
                  </a:lnTo>
                  <a:lnTo>
                    <a:pt x="404134" y="146762"/>
                  </a:lnTo>
                  <a:lnTo>
                    <a:pt x="402729" y="154860"/>
                  </a:lnTo>
                  <a:lnTo>
                    <a:pt x="398514" y="162725"/>
                  </a:lnTo>
                  <a:lnTo>
                    <a:pt x="313628" y="245338"/>
                  </a:lnTo>
                  <a:lnTo>
                    <a:pt x="308636" y="250342"/>
                  </a:lnTo>
                  <a:lnTo>
                    <a:pt x="303645" y="250342"/>
                  </a:lnTo>
                  <a:lnTo>
                    <a:pt x="301156" y="252844"/>
                  </a:lnTo>
                  <a:lnTo>
                    <a:pt x="450741" y="252844"/>
                  </a:lnTo>
                  <a:lnTo>
                    <a:pt x="466864" y="236567"/>
                  </a:lnTo>
                  <a:lnTo>
                    <a:pt x="502558" y="192527"/>
                  </a:lnTo>
                  <a:lnTo>
                    <a:pt x="533338" y="145199"/>
                  </a:lnTo>
                  <a:lnTo>
                    <a:pt x="523355" y="145199"/>
                  </a:lnTo>
                  <a:lnTo>
                    <a:pt x="494797" y="142460"/>
                  </a:lnTo>
                  <a:lnTo>
                    <a:pt x="469050" y="134558"/>
                  </a:lnTo>
                  <a:lnTo>
                    <a:pt x="456513" y="127673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200008" y="7544993"/>
            <a:ext cx="1152525" cy="1143000"/>
            <a:chOff x="2200008" y="7544993"/>
            <a:chExt cx="1152525" cy="1143000"/>
          </a:xfrm>
        </p:grpSpPr>
        <p:sp>
          <p:nvSpPr>
            <p:cNvPr id="18" name="object 18"/>
            <p:cNvSpPr/>
            <p:nvPr/>
          </p:nvSpPr>
          <p:spPr>
            <a:xfrm>
              <a:off x="2200008" y="7544993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0018" y="0"/>
                  </a:moveTo>
                  <a:lnTo>
                    <a:pt x="189992" y="0"/>
                  </a:lnTo>
                  <a:lnTo>
                    <a:pt x="139458" y="6771"/>
                  </a:lnTo>
                  <a:lnTo>
                    <a:pt x="94066" y="25883"/>
                  </a:lnTo>
                  <a:lnTo>
                    <a:pt x="55619" y="55532"/>
                  </a:lnTo>
                  <a:lnTo>
                    <a:pt x="25923" y="93916"/>
                  </a:lnTo>
                  <a:lnTo>
                    <a:pt x="6781" y="139231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6781" y="1003780"/>
                  </a:lnTo>
                  <a:lnTo>
                    <a:pt x="25923" y="1049093"/>
                  </a:lnTo>
                  <a:lnTo>
                    <a:pt x="55619" y="1087474"/>
                  </a:lnTo>
                  <a:lnTo>
                    <a:pt x="94066" y="1117120"/>
                  </a:lnTo>
                  <a:lnTo>
                    <a:pt x="139458" y="1136229"/>
                  </a:lnTo>
                  <a:lnTo>
                    <a:pt x="189992" y="1143000"/>
                  </a:lnTo>
                  <a:lnTo>
                    <a:pt x="960018" y="1143000"/>
                  </a:lnTo>
                  <a:lnTo>
                    <a:pt x="1004528" y="1137994"/>
                  </a:lnTo>
                  <a:lnTo>
                    <a:pt x="1045191" y="1123734"/>
                  </a:lnTo>
                  <a:lnTo>
                    <a:pt x="1080914" y="1101354"/>
                  </a:lnTo>
                  <a:lnTo>
                    <a:pt x="1110603" y="1071989"/>
                  </a:lnTo>
                  <a:lnTo>
                    <a:pt x="1133163" y="1036775"/>
                  </a:lnTo>
                  <a:lnTo>
                    <a:pt x="1147502" y="996846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5959" y="116679"/>
                  </a:lnTo>
                  <a:lnTo>
                    <a:pt x="1095019" y="54914"/>
                  </a:lnTo>
                  <a:lnTo>
                    <a:pt x="1033143" y="14355"/>
                  </a:lnTo>
                  <a:lnTo>
                    <a:pt x="96001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3875" y="8389150"/>
              <a:ext cx="168414" cy="8521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62504" y="7762493"/>
              <a:ext cx="208915" cy="714375"/>
            </a:xfrm>
            <a:custGeom>
              <a:avLst/>
              <a:gdLst/>
              <a:ahLst/>
              <a:cxnLst/>
              <a:rect l="l" t="t" r="r" b="b"/>
              <a:pathLst>
                <a:path w="208914" h="714375">
                  <a:moveTo>
                    <a:pt x="188518" y="0"/>
                  </a:moveTo>
                  <a:lnTo>
                    <a:pt x="20104" y="12"/>
                  </a:lnTo>
                  <a:lnTo>
                    <a:pt x="0" y="20053"/>
                  </a:lnTo>
                  <a:lnTo>
                    <a:pt x="0" y="82715"/>
                  </a:lnTo>
                  <a:lnTo>
                    <a:pt x="105575" y="82715"/>
                  </a:lnTo>
                  <a:lnTo>
                    <a:pt x="112954" y="84439"/>
                  </a:lnTo>
                  <a:lnTo>
                    <a:pt x="119394" y="88985"/>
                  </a:lnTo>
                  <a:lnTo>
                    <a:pt x="123950" y="95413"/>
                  </a:lnTo>
                  <a:lnTo>
                    <a:pt x="125679" y="102781"/>
                  </a:lnTo>
                  <a:lnTo>
                    <a:pt x="123950" y="110180"/>
                  </a:lnTo>
                  <a:lnTo>
                    <a:pt x="119394" y="116878"/>
                  </a:lnTo>
                  <a:lnTo>
                    <a:pt x="112954" y="122165"/>
                  </a:lnTo>
                  <a:lnTo>
                    <a:pt x="105575" y="125336"/>
                  </a:lnTo>
                  <a:lnTo>
                    <a:pt x="0" y="125336"/>
                  </a:lnTo>
                  <a:lnTo>
                    <a:pt x="0" y="167944"/>
                  </a:lnTo>
                  <a:lnTo>
                    <a:pt x="62839" y="167944"/>
                  </a:lnTo>
                  <a:lnTo>
                    <a:pt x="70263" y="169667"/>
                  </a:lnTo>
                  <a:lnTo>
                    <a:pt x="76977" y="174209"/>
                  </a:lnTo>
                  <a:lnTo>
                    <a:pt x="82277" y="180632"/>
                  </a:lnTo>
                  <a:lnTo>
                    <a:pt x="85458" y="187998"/>
                  </a:lnTo>
                  <a:lnTo>
                    <a:pt x="83692" y="195358"/>
                  </a:lnTo>
                  <a:lnTo>
                    <a:pt x="78863" y="201782"/>
                  </a:lnTo>
                  <a:lnTo>
                    <a:pt x="71678" y="206327"/>
                  </a:lnTo>
                  <a:lnTo>
                    <a:pt x="62839" y="208051"/>
                  </a:lnTo>
                  <a:lnTo>
                    <a:pt x="0" y="208051"/>
                  </a:lnTo>
                  <a:lnTo>
                    <a:pt x="0" y="250659"/>
                  </a:lnTo>
                  <a:lnTo>
                    <a:pt x="105575" y="250659"/>
                  </a:lnTo>
                  <a:lnTo>
                    <a:pt x="112954" y="252423"/>
                  </a:lnTo>
                  <a:lnTo>
                    <a:pt x="119394" y="257241"/>
                  </a:lnTo>
                  <a:lnTo>
                    <a:pt x="123950" y="264408"/>
                  </a:lnTo>
                  <a:lnTo>
                    <a:pt x="125679" y="273215"/>
                  </a:lnTo>
                  <a:lnTo>
                    <a:pt x="123950" y="280581"/>
                  </a:lnTo>
                  <a:lnTo>
                    <a:pt x="119394" y="287004"/>
                  </a:lnTo>
                  <a:lnTo>
                    <a:pt x="112954" y="291545"/>
                  </a:lnTo>
                  <a:lnTo>
                    <a:pt x="105575" y="293268"/>
                  </a:lnTo>
                  <a:lnTo>
                    <a:pt x="0" y="293268"/>
                  </a:lnTo>
                  <a:lnTo>
                    <a:pt x="0" y="335889"/>
                  </a:lnTo>
                  <a:lnTo>
                    <a:pt x="62839" y="335889"/>
                  </a:lnTo>
                  <a:lnTo>
                    <a:pt x="70263" y="337612"/>
                  </a:lnTo>
                  <a:lnTo>
                    <a:pt x="76977" y="342153"/>
                  </a:lnTo>
                  <a:lnTo>
                    <a:pt x="82277" y="348576"/>
                  </a:lnTo>
                  <a:lnTo>
                    <a:pt x="85458" y="355942"/>
                  </a:lnTo>
                  <a:lnTo>
                    <a:pt x="83692" y="363303"/>
                  </a:lnTo>
                  <a:lnTo>
                    <a:pt x="78863" y="369727"/>
                  </a:lnTo>
                  <a:lnTo>
                    <a:pt x="71678" y="374271"/>
                  </a:lnTo>
                  <a:lnTo>
                    <a:pt x="62839" y="375996"/>
                  </a:lnTo>
                  <a:lnTo>
                    <a:pt x="0" y="375996"/>
                  </a:lnTo>
                  <a:lnTo>
                    <a:pt x="0" y="418604"/>
                  </a:lnTo>
                  <a:lnTo>
                    <a:pt x="105575" y="418604"/>
                  </a:lnTo>
                  <a:lnTo>
                    <a:pt x="112954" y="420368"/>
                  </a:lnTo>
                  <a:lnTo>
                    <a:pt x="119394" y="425186"/>
                  </a:lnTo>
                  <a:lnTo>
                    <a:pt x="123950" y="432352"/>
                  </a:lnTo>
                  <a:lnTo>
                    <a:pt x="125679" y="441159"/>
                  </a:lnTo>
                  <a:lnTo>
                    <a:pt x="123950" y="448525"/>
                  </a:lnTo>
                  <a:lnTo>
                    <a:pt x="119394" y="454948"/>
                  </a:lnTo>
                  <a:lnTo>
                    <a:pt x="112954" y="459490"/>
                  </a:lnTo>
                  <a:lnTo>
                    <a:pt x="105575" y="461213"/>
                  </a:lnTo>
                  <a:lnTo>
                    <a:pt x="0" y="461213"/>
                  </a:lnTo>
                  <a:lnTo>
                    <a:pt x="0" y="503821"/>
                  </a:lnTo>
                  <a:lnTo>
                    <a:pt x="62839" y="503821"/>
                  </a:lnTo>
                  <a:lnTo>
                    <a:pt x="70263" y="505546"/>
                  </a:lnTo>
                  <a:lnTo>
                    <a:pt x="76977" y="510092"/>
                  </a:lnTo>
                  <a:lnTo>
                    <a:pt x="82277" y="516519"/>
                  </a:lnTo>
                  <a:lnTo>
                    <a:pt x="85458" y="523887"/>
                  </a:lnTo>
                  <a:lnTo>
                    <a:pt x="83692" y="531246"/>
                  </a:lnTo>
                  <a:lnTo>
                    <a:pt x="78863" y="537665"/>
                  </a:lnTo>
                  <a:lnTo>
                    <a:pt x="71678" y="542206"/>
                  </a:lnTo>
                  <a:lnTo>
                    <a:pt x="62839" y="543928"/>
                  </a:lnTo>
                  <a:lnTo>
                    <a:pt x="0" y="543928"/>
                  </a:lnTo>
                  <a:lnTo>
                    <a:pt x="0" y="589051"/>
                  </a:lnTo>
                  <a:lnTo>
                    <a:pt x="105575" y="589051"/>
                  </a:lnTo>
                  <a:lnTo>
                    <a:pt x="112954" y="590773"/>
                  </a:lnTo>
                  <a:lnTo>
                    <a:pt x="119394" y="595315"/>
                  </a:lnTo>
                  <a:lnTo>
                    <a:pt x="123950" y="601738"/>
                  </a:lnTo>
                  <a:lnTo>
                    <a:pt x="125679" y="609104"/>
                  </a:lnTo>
                  <a:lnTo>
                    <a:pt x="123950" y="616465"/>
                  </a:lnTo>
                  <a:lnTo>
                    <a:pt x="119394" y="622888"/>
                  </a:lnTo>
                  <a:lnTo>
                    <a:pt x="112954" y="627433"/>
                  </a:lnTo>
                  <a:lnTo>
                    <a:pt x="105575" y="629158"/>
                  </a:lnTo>
                  <a:lnTo>
                    <a:pt x="0" y="629158"/>
                  </a:lnTo>
                  <a:lnTo>
                    <a:pt x="0" y="691819"/>
                  </a:lnTo>
                  <a:lnTo>
                    <a:pt x="1726" y="699219"/>
                  </a:lnTo>
                  <a:lnTo>
                    <a:pt x="6280" y="705916"/>
                  </a:lnTo>
                  <a:lnTo>
                    <a:pt x="12719" y="711204"/>
                  </a:lnTo>
                  <a:lnTo>
                    <a:pt x="20104" y="714375"/>
                  </a:lnTo>
                  <a:lnTo>
                    <a:pt x="188518" y="714375"/>
                  </a:lnTo>
                  <a:lnTo>
                    <a:pt x="195905" y="712613"/>
                  </a:lnTo>
                  <a:lnTo>
                    <a:pt x="202349" y="707797"/>
                  </a:lnTo>
                  <a:lnTo>
                    <a:pt x="206906" y="700632"/>
                  </a:lnTo>
                  <a:lnTo>
                    <a:pt x="208635" y="691819"/>
                  </a:lnTo>
                  <a:lnTo>
                    <a:pt x="208635" y="22567"/>
                  </a:lnTo>
                  <a:lnTo>
                    <a:pt x="206906" y="13753"/>
                  </a:lnTo>
                  <a:lnTo>
                    <a:pt x="202349" y="6583"/>
                  </a:lnTo>
                  <a:lnTo>
                    <a:pt x="195905" y="1763"/>
                  </a:lnTo>
                  <a:lnTo>
                    <a:pt x="188518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2511" y="7762506"/>
              <a:ext cx="168414" cy="2055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0055" y="7998116"/>
              <a:ext cx="153327" cy="10026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920625" y="8138490"/>
              <a:ext cx="170815" cy="335915"/>
            </a:xfrm>
            <a:custGeom>
              <a:avLst/>
              <a:gdLst/>
              <a:ahLst/>
              <a:cxnLst/>
              <a:rect l="l" t="t" r="r" b="b"/>
              <a:pathLst>
                <a:path w="170814" h="335915">
                  <a:moveTo>
                    <a:pt x="165271" y="0"/>
                  </a:moveTo>
                  <a:lnTo>
                    <a:pt x="1885" y="0"/>
                  </a:lnTo>
                  <a:lnTo>
                    <a:pt x="471" y="16838"/>
                  </a:lnTo>
                  <a:lnTo>
                    <a:pt x="0" y="33207"/>
                  </a:lnTo>
                  <a:lnTo>
                    <a:pt x="471" y="48638"/>
                  </a:lnTo>
                  <a:lnTo>
                    <a:pt x="1885" y="62661"/>
                  </a:lnTo>
                  <a:lnTo>
                    <a:pt x="3050" y="109366"/>
                  </a:lnTo>
                  <a:lnTo>
                    <a:pt x="6897" y="160675"/>
                  </a:lnTo>
                  <a:lnTo>
                    <a:pt x="13953" y="212289"/>
                  </a:lnTo>
                  <a:lnTo>
                    <a:pt x="24746" y="259914"/>
                  </a:lnTo>
                  <a:lnTo>
                    <a:pt x="39805" y="299251"/>
                  </a:lnTo>
                  <a:lnTo>
                    <a:pt x="84829" y="335876"/>
                  </a:lnTo>
                  <a:lnTo>
                    <a:pt x="110142" y="326135"/>
                  </a:lnTo>
                  <a:lnTo>
                    <a:pt x="145907" y="260701"/>
                  </a:lnTo>
                  <a:lnTo>
                    <a:pt x="157238" y="213340"/>
                  </a:lnTo>
                  <a:lnTo>
                    <a:pt x="164788" y="161769"/>
                  </a:lnTo>
                  <a:lnTo>
                    <a:pt x="168995" y="110154"/>
                  </a:lnTo>
                  <a:lnTo>
                    <a:pt x="170300" y="62661"/>
                  </a:lnTo>
                  <a:lnTo>
                    <a:pt x="168807" y="48638"/>
                  </a:lnTo>
                  <a:lnTo>
                    <a:pt x="167786" y="33207"/>
                  </a:lnTo>
                  <a:lnTo>
                    <a:pt x="166764" y="16838"/>
                  </a:lnTo>
                  <a:lnTo>
                    <a:pt x="16527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16377" y="7762506"/>
              <a:ext cx="155854" cy="1654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13875" y="7968043"/>
              <a:ext cx="166370" cy="381000"/>
            </a:xfrm>
            <a:custGeom>
              <a:avLst/>
              <a:gdLst/>
              <a:ahLst/>
              <a:cxnLst/>
              <a:rect l="l" t="t" r="r" b="b"/>
              <a:pathLst>
                <a:path w="166369" h="381000">
                  <a:moveTo>
                    <a:pt x="1659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5900" y="381000"/>
                  </a:lnTo>
                  <a:lnTo>
                    <a:pt x="16590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852494" y="7544993"/>
            <a:ext cx="1152525" cy="1143000"/>
            <a:chOff x="3852494" y="7544993"/>
            <a:chExt cx="1152525" cy="1143000"/>
          </a:xfrm>
        </p:grpSpPr>
        <p:sp>
          <p:nvSpPr>
            <p:cNvPr id="27" name="object 27"/>
            <p:cNvSpPr/>
            <p:nvPr/>
          </p:nvSpPr>
          <p:spPr>
            <a:xfrm>
              <a:off x="3852494" y="7544993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113" y="0"/>
                  </a:moveTo>
                  <a:lnTo>
                    <a:pt x="190423" y="0"/>
                  </a:lnTo>
                  <a:lnTo>
                    <a:pt x="146741" y="5006"/>
                  </a:lnTo>
                  <a:lnTo>
                    <a:pt x="106652" y="19268"/>
                  </a:lnTo>
                  <a:lnTo>
                    <a:pt x="71296" y="41650"/>
                  </a:lnTo>
                  <a:lnTo>
                    <a:pt x="41813" y="71018"/>
                  </a:lnTo>
                  <a:lnTo>
                    <a:pt x="19343" y="106234"/>
                  </a:lnTo>
                  <a:lnTo>
                    <a:pt x="5025" y="146165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5025" y="996846"/>
                  </a:lnTo>
                  <a:lnTo>
                    <a:pt x="19343" y="1036775"/>
                  </a:lnTo>
                  <a:lnTo>
                    <a:pt x="41813" y="1071989"/>
                  </a:lnTo>
                  <a:lnTo>
                    <a:pt x="71296" y="1101354"/>
                  </a:lnTo>
                  <a:lnTo>
                    <a:pt x="106652" y="1123734"/>
                  </a:lnTo>
                  <a:lnTo>
                    <a:pt x="146741" y="1137994"/>
                  </a:lnTo>
                  <a:lnTo>
                    <a:pt x="190423" y="1143000"/>
                  </a:lnTo>
                  <a:lnTo>
                    <a:pt x="962113" y="1143000"/>
                  </a:lnTo>
                  <a:lnTo>
                    <a:pt x="1005795" y="1137994"/>
                  </a:lnTo>
                  <a:lnTo>
                    <a:pt x="1045882" y="1123734"/>
                  </a:lnTo>
                  <a:lnTo>
                    <a:pt x="1081236" y="1101354"/>
                  </a:lnTo>
                  <a:lnTo>
                    <a:pt x="1110716" y="1071989"/>
                  </a:lnTo>
                  <a:lnTo>
                    <a:pt x="1133183" y="1036775"/>
                  </a:lnTo>
                  <a:lnTo>
                    <a:pt x="1147499" y="996846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8120" y="116679"/>
                  </a:lnTo>
                  <a:lnTo>
                    <a:pt x="1097407" y="54914"/>
                  </a:lnTo>
                  <a:lnTo>
                    <a:pt x="1035399" y="14355"/>
                  </a:lnTo>
                  <a:lnTo>
                    <a:pt x="962113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72496" y="8003933"/>
              <a:ext cx="83185" cy="306070"/>
            </a:xfrm>
            <a:custGeom>
              <a:avLst/>
              <a:gdLst/>
              <a:ahLst/>
              <a:cxnLst/>
              <a:rect l="l" t="t" r="r" b="b"/>
              <a:pathLst>
                <a:path w="83185" h="306070">
                  <a:moveTo>
                    <a:pt x="0" y="0"/>
                  </a:moveTo>
                  <a:lnTo>
                    <a:pt x="0" y="305828"/>
                  </a:lnTo>
                  <a:lnTo>
                    <a:pt x="83007" y="266052"/>
                  </a:lnTo>
                  <a:lnTo>
                    <a:pt x="83007" y="44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66806" y="8095932"/>
              <a:ext cx="128282" cy="12432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72509" y="7807502"/>
              <a:ext cx="714375" cy="619125"/>
            </a:xfrm>
            <a:custGeom>
              <a:avLst/>
              <a:gdLst/>
              <a:ahLst/>
              <a:cxnLst/>
              <a:rect l="l" t="t" r="r" b="b"/>
              <a:pathLst>
                <a:path w="714375" h="619125">
                  <a:moveTo>
                    <a:pt x="475399" y="39776"/>
                  </a:moveTo>
                  <a:lnTo>
                    <a:pt x="460311" y="9944"/>
                  </a:lnTo>
                  <a:lnTo>
                    <a:pt x="457796" y="2489"/>
                  </a:lnTo>
                  <a:lnTo>
                    <a:pt x="450253" y="0"/>
                  </a:lnTo>
                  <a:lnTo>
                    <a:pt x="274167" y="0"/>
                  </a:lnTo>
                  <a:lnTo>
                    <a:pt x="266623" y="0"/>
                  </a:lnTo>
                  <a:lnTo>
                    <a:pt x="261594" y="2489"/>
                  </a:lnTo>
                  <a:lnTo>
                    <a:pt x="254050" y="9944"/>
                  </a:lnTo>
                  <a:lnTo>
                    <a:pt x="241477" y="39776"/>
                  </a:lnTo>
                  <a:lnTo>
                    <a:pt x="475399" y="39776"/>
                  </a:lnTo>
                  <a:close/>
                </a:path>
                <a:path w="714375" h="619125">
                  <a:moveTo>
                    <a:pt x="505587" y="350583"/>
                  </a:moveTo>
                  <a:lnTo>
                    <a:pt x="498119" y="305015"/>
                  </a:lnTo>
                  <a:lnTo>
                    <a:pt x="477240" y="265303"/>
                  </a:lnTo>
                  <a:lnTo>
                    <a:pt x="462826" y="251053"/>
                  </a:lnTo>
                  <a:lnTo>
                    <a:pt x="462826" y="350583"/>
                  </a:lnTo>
                  <a:lnTo>
                    <a:pt x="453390" y="390994"/>
                  </a:lnTo>
                  <a:lnTo>
                    <a:pt x="430745" y="423938"/>
                  </a:lnTo>
                  <a:lnTo>
                    <a:pt x="397738" y="445693"/>
                  </a:lnTo>
                  <a:lnTo>
                    <a:pt x="357174" y="452526"/>
                  </a:lnTo>
                  <a:lnTo>
                    <a:pt x="316293" y="444296"/>
                  </a:lnTo>
                  <a:lnTo>
                    <a:pt x="282968" y="422071"/>
                  </a:lnTo>
                  <a:lnTo>
                    <a:pt x="260959" y="389597"/>
                  </a:lnTo>
                  <a:lnTo>
                    <a:pt x="254050" y="350583"/>
                  </a:lnTo>
                  <a:lnTo>
                    <a:pt x="262382" y="309067"/>
                  </a:lnTo>
                  <a:lnTo>
                    <a:pt x="284861" y="275691"/>
                  </a:lnTo>
                  <a:lnTo>
                    <a:pt x="317715" y="253034"/>
                  </a:lnTo>
                  <a:lnTo>
                    <a:pt x="357174" y="243674"/>
                  </a:lnTo>
                  <a:lnTo>
                    <a:pt x="398081" y="251993"/>
                  </a:lnTo>
                  <a:lnTo>
                    <a:pt x="431698" y="274764"/>
                  </a:lnTo>
                  <a:lnTo>
                    <a:pt x="454444" y="308711"/>
                  </a:lnTo>
                  <a:lnTo>
                    <a:pt x="462826" y="350583"/>
                  </a:lnTo>
                  <a:lnTo>
                    <a:pt x="462826" y="251053"/>
                  </a:lnTo>
                  <a:lnTo>
                    <a:pt x="455371" y="243674"/>
                  </a:lnTo>
                  <a:lnTo>
                    <a:pt x="445274" y="233692"/>
                  </a:lnTo>
                  <a:lnTo>
                    <a:pt x="404482" y="212471"/>
                  </a:lnTo>
                  <a:lnTo>
                    <a:pt x="357174" y="203885"/>
                  </a:lnTo>
                  <a:lnTo>
                    <a:pt x="312318" y="211277"/>
                  </a:lnTo>
                  <a:lnTo>
                    <a:pt x="273011" y="231902"/>
                  </a:lnTo>
                  <a:lnTo>
                    <a:pt x="241808" y="263499"/>
                  </a:lnTo>
                  <a:lnTo>
                    <a:pt x="221221" y="303822"/>
                  </a:lnTo>
                  <a:lnTo>
                    <a:pt x="213804" y="350583"/>
                  </a:lnTo>
                  <a:lnTo>
                    <a:pt x="221221" y="394931"/>
                  </a:lnTo>
                  <a:lnTo>
                    <a:pt x="241808" y="433781"/>
                  </a:lnTo>
                  <a:lnTo>
                    <a:pt x="273011" y="464629"/>
                  </a:lnTo>
                  <a:lnTo>
                    <a:pt x="312318" y="484987"/>
                  </a:lnTo>
                  <a:lnTo>
                    <a:pt x="357174" y="492315"/>
                  </a:lnTo>
                  <a:lnTo>
                    <a:pt x="403275" y="484987"/>
                  </a:lnTo>
                  <a:lnTo>
                    <a:pt x="443458" y="464629"/>
                  </a:lnTo>
                  <a:lnTo>
                    <a:pt x="456006" y="452526"/>
                  </a:lnTo>
                  <a:lnTo>
                    <a:pt x="475437" y="433781"/>
                  </a:lnTo>
                  <a:lnTo>
                    <a:pt x="496912" y="394931"/>
                  </a:lnTo>
                  <a:lnTo>
                    <a:pt x="505587" y="350583"/>
                  </a:lnTo>
                  <a:close/>
                </a:path>
                <a:path w="714375" h="619125">
                  <a:moveTo>
                    <a:pt x="714362" y="196430"/>
                  </a:moveTo>
                  <a:lnTo>
                    <a:pt x="631355" y="241185"/>
                  </a:lnTo>
                  <a:lnTo>
                    <a:pt x="631355" y="462483"/>
                  </a:lnTo>
                  <a:lnTo>
                    <a:pt x="714362" y="502259"/>
                  </a:lnTo>
                  <a:lnTo>
                    <a:pt x="714362" y="196430"/>
                  </a:lnTo>
                  <a:close/>
                </a:path>
                <a:path w="714375" h="619125">
                  <a:moveTo>
                    <a:pt x="714362" y="146697"/>
                  </a:moveTo>
                  <a:lnTo>
                    <a:pt x="709485" y="122262"/>
                  </a:lnTo>
                  <a:lnTo>
                    <a:pt x="696125" y="102260"/>
                  </a:lnTo>
                  <a:lnTo>
                    <a:pt x="676160" y="88315"/>
                  </a:lnTo>
                  <a:lnTo>
                    <a:pt x="651484" y="82054"/>
                  </a:lnTo>
                  <a:lnTo>
                    <a:pt x="545833" y="82054"/>
                  </a:lnTo>
                  <a:lnTo>
                    <a:pt x="545833" y="350583"/>
                  </a:lnTo>
                  <a:lnTo>
                    <a:pt x="539013" y="399796"/>
                  </a:lnTo>
                  <a:lnTo>
                    <a:pt x="519836" y="444246"/>
                  </a:lnTo>
                  <a:lnTo>
                    <a:pt x="490169" y="482066"/>
                  </a:lnTo>
                  <a:lnTo>
                    <a:pt x="451916" y="511378"/>
                  </a:lnTo>
                  <a:lnTo>
                    <a:pt x="406958" y="530339"/>
                  </a:lnTo>
                  <a:lnTo>
                    <a:pt x="357174" y="537070"/>
                  </a:lnTo>
                  <a:lnTo>
                    <a:pt x="307403" y="530339"/>
                  </a:lnTo>
                  <a:lnTo>
                    <a:pt x="262521" y="511378"/>
                  </a:lnTo>
                  <a:lnTo>
                    <a:pt x="224485" y="482066"/>
                  </a:lnTo>
                  <a:lnTo>
                    <a:pt x="195249" y="444246"/>
                  </a:lnTo>
                  <a:lnTo>
                    <a:pt x="176784" y="399796"/>
                  </a:lnTo>
                  <a:lnTo>
                    <a:pt x="171043" y="350583"/>
                  </a:lnTo>
                  <a:lnTo>
                    <a:pt x="177838" y="301396"/>
                  </a:lnTo>
                  <a:lnTo>
                    <a:pt x="196938" y="257022"/>
                  </a:lnTo>
                  <a:lnTo>
                    <a:pt x="226377" y="219430"/>
                  </a:lnTo>
                  <a:lnTo>
                    <a:pt x="264198" y="190538"/>
                  </a:lnTo>
                  <a:lnTo>
                    <a:pt x="308444" y="172275"/>
                  </a:lnTo>
                  <a:lnTo>
                    <a:pt x="357174" y="166585"/>
                  </a:lnTo>
                  <a:lnTo>
                    <a:pt x="406958" y="173316"/>
                  </a:lnTo>
                  <a:lnTo>
                    <a:pt x="451916" y="192189"/>
                  </a:lnTo>
                  <a:lnTo>
                    <a:pt x="490181" y="221297"/>
                  </a:lnTo>
                  <a:lnTo>
                    <a:pt x="519836" y="258686"/>
                  </a:lnTo>
                  <a:lnTo>
                    <a:pt x="539013" y="302425"/>
                  </a:lnTo>
                  <a:lnTo>
                    <a:pt x="545833" y="350583"/>
                  </a:lnTo>
                  <a:lnTo>
                    <a:pt x="545833" y="82054"/>
                  </a:lnTo>
                  <a:lnTo>
                    <a:pt x="128282" y="82054"/>
                  </a:lnTo>
                  <a:lnTo>
                    <a:pt x="128282" y="62153"/>
                  </a:lnTo>
                  <a:lnTo>
                    <a:pt x="126504" y="53428"/>
                  </a:lnTo>
                  <a:lnTo>
                    <a:pt x="121666" y="46316"/>
                  </a:lnTo>
                  <a:lnTo>
                    <a:pt x="114477" y="41529"/>
                  </a:lnTo>
                  <a:lnTo>
                    <a:pt x="105638" y="39776"/>
                  </a:lnTo>
                  <a:lnTo>
                    <a:pt x="98209" y="41529"/>
                  </a:lnTo>
                  <a:lnTo>
                    <a:pt x="91490" y="46316"/>
                  </a:lnTo>
                  <a:lnTo>
                    <a:pt x="86182" y="53428"/>
                  </a:lnTo>
                  <a:lnTo>
                    <a:pt x="82994" y="62153"/>
                  </a:lnTo>
                  <a:lnTo>
                    <a:pt x="82994" y="82054"/>
                  </a:lnTo>
                  <a:lnTo>
                    <a:pt x="62877" y="82054"/>
                  </a:lnTo>
                  <a:lnTo>
                    <a:pt x="38188" y="86918"/>
                  </a:lnTo>
                  <a:lnTo>
                    <a:pt x="18224" y="100393"/>
                  </a:lnTo>
                  <a:lnTo>
                    <a:pt x="4864" y="120865"/>
                  </a:lnTo>
                  <a:lnTo>
                    <a:pt x="0" y="146697"/>
                  </a:lnTo>
                  <a:lnTo>
                    <a:pt x="0" y="151663"/>
                  </a:lnTo>
                  <a:lnTo>
                    <a:pt x="113182" y="206375"/>
                  </a:lnTo>
                  <a:lnTo>
                    <a:pt x="120738" y="211340"/>
                  </a:lnTo>
                  <a:lnTo>
                    <a:pt x="125768" y="218808"/>
                  </a:lnTo>
                  <a:lnTo>
                    <a:pt x="128282" y="226263"/>
                  </a:lnTo>
                  <a:lnTo>
                    <a:pt x="128282" y="482371"/>
                  </a:lnTo>
                  <a:lnTo>
                    <a:pt x="123253" y="489826"/>
                  </a:lnTo>
                  <a:lnTo>
                    <a:pt x="113182" y="492315"/>
                  </a:lnTo>
                  <a:lnTo>
                    <a:pt x="0" y="547014"/>
                  </a:lnTo>
                  <a:lnTo>
                    <a:pt x="0" y="554482"/>
                  </a:lnTo>
                  <a:lnTo>
                    <a:pt x="4864" y="578916"/>
                  </a:lnTo>
                  <a:lnTo>
                    <a:pt x="18224" y="598919"/>
                  </a:lnTo>
                  <a:lnTo>
                    <a:pt x="38188" y="612876"/>
                  </a:lnTo>
                  <a:lnTo>
                    <a:pt x="62877" y="619125"/>
                  </a:lnTo>
                  <a:lnTo>
                    <a:pt x="651484" y="619125"/>
                  </a:lnTo>
                  <a:lnTo>
                    <a:pt x="675093" y="614273"/>
                  </a:lnTo>
                  <a:lnTo>
                    <a:pt x="695185" y="600786"/>
                  </a:lnTo>
                  <a:lnTo>
                    <a:pt x="709129" y="580313"/>
                  </a:lnTo>
                  <a:lnTo>
                    <a:pt x="714362" y="554482"/>
                  </a:lnTo>
                  <a:lnTo>
                    <a:pt x="714362" y="547014"/>
                  </a:lnTo>
                  <a:lnTo>
                    <a:pt x="693775" y="537070"/>
                  </a:lnTo>
                  <a:lnTo>
                    <a:pt x="601179" y="492315"/>
                  </a:lnTo>
                  <a:lnTo>
                    <a:pt x="593623" y="489826"/>
                  </a:lnTo>
                  <a:lnTo>
                    <a:pt x="588594" y="474903"/>
                  </a:lnTo>
                  <a:lnTo>
                    <a:pt x="588594" y="221297"/>
                  </a:lnTo>
                  <a:lnTo>
                    <a:pt x="591108" y="213829"/>
                  </a:lnTo>
                  <a:lnTo>
                    <a:pt x="601179" y="206375"/>
                  </a:lnTo>
                  <a:lnTo>
                    <a:pt x="683488" y="166585"/>
                  </a:lnTo>
                  <a:lnTo>
                    <a:pt x="714362" y="151663"/>
                  </a:lnTo>
                  <a:lnTo>
                    <a:pt x="714362" y="146697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864481" y="3003594"/>
            <a:ext cx="4163060" cy="775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00" spc="-254" dirty="0">
                <a:solidFill>
                  <a:srgbClr val="1D1D1B"/>
                </a:solidFill>
                <a:latin typeface="Arial Black"/>
                <a:cs typeface="Arial Black"/>
              </a:rPr>
              <a:t>Social</a:t>
            </a:r>
            <a:r>
              <a:rPr sz="4900" spc="-430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10" dirty="0">
                <a:solidFill>
                  <a:srgbClr val="1D1D1B"/>
                </a:solidFill>
                <a:latin typeface="Arial Black"/>
                <a:cs typeface="Arial Black"/>
              </a:rPr>
              <a:t>media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317494" y="5640356"/>
            <a:ext cx="5353050" cy="2851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80010" algn="ctr">
              <a:lnSpc>
                <a:spcPct val="100000"/>
              </a:lnSpc>
              <a:spcBef>
                <a:spcPts val="120"/>
              </a:spcBef>
            </a:pPr>
            <a:r>
              <a:rPr sz="4900" spc="-270" dirty="0">
                <a:solidFill>
                  <a:srgbClr val="1D1D1B"/>
                </a:solidFill>
                <a:latin typeface="Arial Black"/>
                <a:cs typeface="Arial Black"/>
              </a:rPr>
              <a:t>Lookifig</a:t>
            </a:r>
            <a:r>
              <a:rPr sz="4900" spc="-455" dirty="0">
                <a:solidFill>
                  <a:srgbClr val="1D1D1B"/>
                </a:solidFill>
                <a:latin typeface="Arial Black"/>
                <a:cs typeface="Arial Black"/>
              </a:rPr>
              <a:t> </a:t>
            </a:r>
            <a:r>
              <a:rPr sz="4900" spc="-25" dirty="0">
                <a:solidFill>
                  <a:srgbClr val="1D1D1B"/>
                </a:solidFill>
                <a:latin typeface="Arial Black"/>
                <a:cs typeface="Arial Black"/>
              </a:rPr>
              <a:t>for</a:t>
            </a:r>
            <a:endParaRPr sz="4900">
              <a:latin typeface="Arial Black"/>
              <a:cs typeface="Arial Black"/>
            </a:endParaRPr>
          </a:p>
          <a:p>
            <a:pPr marL="12700" marR="5080" algn="ctr">
              <a:lnSpc>
                <a:spcPct val="83500"/>
              </a:lnSpc>
              <a:spcBef>
                <a:spcPts val="2570"/>
              </a:spcBef>
            </a:pP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Venus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has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50" dirty="0">
                <a:solidFill>
                  <a:srgbClr val="1D1D1B"/>
                </a:solidFill>
                <a:latin typeface="Tahoma"/>
                <a:cs typeface="Tahoma"/>
              </a:rPr>
              <a:t>a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beautiful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name</a:t>
            </a:r>
            <a:r>
              <a:rPr sz="2750" spc="-28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8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is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second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planet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from</a:t>
            </a:r>
            <a:r>
              <a:rPr sz="2750" spc="-27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the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5" dirty="0">
                <a:solidFill>
                  <a:srgbClr val="1D1D1B"/>
                </a:solidFill>
                <a:latin typeface="Tahoma"/>
                <a:cs typeface="Tahoma"/>
              </a:rPr>
              <a:t>Sun.</a:t>
            </a:r>
            <a:r>
              <a:rPr sz="2750" spc="-27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It’s </a:t>
            </a:r>
            <a:r>
              <a:rPr sz="2750" spc="60" dirty="0">
                <a:solidFill>
                  <a:srgbClr val="1D1D1B"/>
                </a:solidFill>
                <a:latin typeface="Tahoma"/>
                <a:cs typeface="Tahoma"/>
              </a:rPr>
              <a:t>terribly</a:t>
            </a:r>
            <a:r>
              <a:rPr sz="2750" spc="-24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45" dirty="0">
                <a:solidFill>
                  <a:srgbClr val="1D1D1B"/>
                </a:solidFill>
                <a:latin typeface="Tahoma"/>
                <a:cs typeface="Tahoma"/>
              </a:rPr>
              <a:t>hot,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35" dirty="0">
                <a:solidFill>
                  <a:srgbClr val="1D1D1B"/>
                </a:solidFill>
                <a:latin typeface="Tahoma"/>
                <a:cs typeface="Tahoma"/>
              </a:rPr>
              <a:t>even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hotter</a:t>
            </a:r>
            <a:r>
              <a:rPr sz="2750" spc="-240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0" dirty="0">
                <a:solidFill>
                  <a:srgbClr val="1D1D1B"/>
                </a:solidFill>
                <a:latin typeface="Tahoma"/>
                <a:cs typeface="Tahoma"/>
              </a:rPr>
              <a:t>than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Mercury,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and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its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atmosphere</a:t>
            </a:r>
            <a:r>
              <a:rPr sz="2750" spc="-225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1D1D1B"/>
                </a:solidFill>
                <a:latin typeface="Tahoma"/>
                <a:cs typeface="Tahoma"/>
              </a:rPr>
              <a:t>is </a:t>
            </a:r>
            <a:r>
              <a:rPr sz="2750" dirty="0">
                <a:solidFill>
                  <a:srgbClr val="1D1D1B"/>
                </a:solidFill>
                <a:latin typeface="Tahoma"/>
                <a:cs typeface="Tahoma"/>
              </a:rPr>
              <a:t>extremely</a:t>
            </a:r>
            <a:r>
              <a:rPr sz="2750" spc="-229" dirty="0">
                <a:solidFill>
                  <a:srgbClr val="1D1D1B"/>
                </a:solidFill>
                <a:latin typeface="Tahoma"/>
                <a:cs typeface="Tahoma"/>
              </a:rPr>
              <a:t> </a:t>
            </a:r>
            <a:r>
              <a:rPr sz="2750" spc="-10" dirty="0">
                <a:solidFill>
                  <a:srgbClr val="1D1D1B"/>
                </a:solidFill>
                <a:latin typeface="Tahoma"/>
                <a:cs typeface="Tahoma"/>
              </a:rPr>
              <a:t>poisonous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907499" y="4192498"/>
            <a:ext cx="1152525" cy="1143000"/>
            <a:chOff x="9907499" y="4192498"/>
            <a:chExt cx="1152525" cy="1143000"/>
          </a:xfrm>
        </p:grpSpPr>
        <p:sp>
          <p:nvSpPr>
            <p:cNvPr id="34" name="object 34"/>
            <p:cNvSpPr/>
            <p:nvPr/>
          </p:nvSpPr>
          <p:spPr>
            <a:xfrm>
              <a:off x="9907499" y="4192498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2113" y="0"/>
                  </a:moveTo>
                  <a:lnTo>
                    <a:pt x="190423" y="0"/>
                  </a:lnTo>
                  <a:lnTo>
                    <a:pt x="146741" y="5005"/>
                  </a:lnTo>
                  <a:lnTo>
                    <a:pt x="106652" y="19266"/>
                  </a:lnTo>
                  <a:lnTo>
                    <a:pt x="71296" y="41646"/>
                  </a:lnTo>
                  <a:lnTo>
                    <a:pt x="41813" y="71012"/>
                  </a:lnTo>
                  <a:lnTo>
                    <a:pt x="19343" y="106229"/>
                  </a:lnTo>
                  <a:lnTo>
                    <a:pt x="5025" y="146161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5025" y="996846"/>
                  </a:lnTo>
                  <a:lnTo>
                    <a:pt x="19343" y="1036775"/>
                  </a:lnTo>
                  <a:lnTo>
                    <a:pt x="41813" y="1071989"/>
                  </a:lnTo>
                  <a:lnTo>
                    <a:pt x="71296" y="1101354"/>
                  </a:lnTo>
                  <a:lnTo>
                    <a:pt x="106652" y="1123734"/>
                  </a:lnTo>
                  <a:lnTo>
                    <a:pt x="146741" y="1137994"/>
                  </a:lnTo>
                  <a:lnTo>
                    <a:pt x="190423" y="1143000"/>
                  </a:lnTo>
                  <a:lnTo>
                    <a:pt x="962113" y="1143000"/>
                  </a:lnTo>
                  <a:lnTo>
                    <a:pt x="1005795" y="1137994"/>
                  </a:lnTo>
                  <a:lnTo>
                    <a:pt x="1045882" y="1123734"/>
                  </a:lnTo>
                  <a:lnTo>
                    <a:pt x="1081236" y="1101354"/>
                  </a:lnTo>
                  <a:lnTo>
                    <a:pt x="1110716" y="1071989"/>
                  </a:lnTo>
                  <a:lnTo>
                    <a:pt x="1133183" y="1036775"/>
                  </a:lnTo>
                  <a:lnTo>
                    <a:pt x="1147499" y="996846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8120" y="116668"/>
                  </a:lnTo>
                  <a:lnTo>
                    <a:pt x="1097407" y="54902"/>
                  </a:lnTo>
                  <a:lnTo>
                    <a:pt x="1035394" y="14349"/>
                  </a:lnTo>
                  <a:lnTo>
                    <a:pt x="962113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24999" y="4409998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583958" y="130327"/>
                  </a:moveTo>
                  <a:lnTo>
                    <a:pt x="568909" y="127076"/>
                  </a:lnTo>
                  <a:lnTo>
                    <a:pt x="553872" y="125006"/>
                  </a:lnTo>
                  <a:lnTo>
                    <a:pt x="538835" y="124345"/>
                  </a:lnTo>
                  <a:lnTo>
                    <a:pt x="523811" y="125310"/>
                  </a:lnTo>
                  <a:lnTo>
                    <a:pt x="514794" y="125361"/>
                  </a:lnTo>
                  <a:lnTo>
                    <a:pt x="451751" y="136474"/>
                  </a:lnTo>
                  <a:lnTo>
                    <a:pt x="406946" y="175412"/>
                  </a:lnTo>
                  <a:lnTo>
                    <a:pt x="401002" y="208038"/>
                  </a:lnTo>
                  <a:lnTo>
                    <a:pt x="401002" y="313296"/>
                  </a:lnTo>
                  <a:lnTo>
                    <a:pt x="399275" y="321716"/>
                  </a:lnTo>
                  <a:lnTo>
                    <a:pt x="394728" y="328015"/>
                  </a:lnTo>
                  <a:lnTo>
                    <a:pt x="388302" y="331978"/>
                  </a:lnTo>
                  <a:lnTo>
                    <a:pt x="380949" y="333349"/>
                  </a:lnTo>
                  <a:lnTo>
                    <a:pt x="338340" y="333349"/>
                  </a:lnTo>
                  <a:lnTo>
                    <a:pt x="338340" y="375945"/>
                  </a:lnTo>
                  <a:lnTo>
                    <a:pt x="380949" y="375945"/>
                  </a:lnTo>
                  <a:lnTo>
                    <a:pt x="389369" y="377672"/>
                  </a:lnTo>
                  <a:lnTo>
                    <a:pt x="395668" y="382219"/>
                  </a:lnTo>
                  <a:lnTo>
                    <a:pt x="399630" y="388632"/>
                  </a:lnTo>
                  <a:lnTo>
                    <a:pt x="401002" y="395998"/>
                  </a:lnTo>
                  <a:lnTo>
                    <a:pt x="401002" y="714286"/>
                  </a:lnTo>
                  <a:lnTo>
                    <a:pt x="463651" y="714286"/>
                  </a:lnTo>
                  <a:lnTo>
                    <a:pt x="463651" y="395998"/>
                  </a:lnTo>
                  <a:lnTo>
                    <a:pt x="465404" y="387578"/>
                  </a:lnTo>
                  <a:lnTo>
                    <a:pt x="470230" y="381266"/>
                  </a:lnTo>
                  <a:lnTo>
                    <a:pt x="477393" y="377317"/>
                  </a:lnTo>
                  <a:lnTo>
                    <a:pt x="486219" y="375945"/>
                  </a:lnTo>
                  <a:lnTo>
                    <a:pt x="551370" y="375945"/>
                  </a:lnTo>
                  <a:lnTo>
                    <a:pt x="563892" y="333349"/>
                  </a:lnTo>
                  <a:lnTo>
                    <a:pt x="486219" y="333349"/>
                  </a:lnTo>
                  <a:lnTo>
                    <a:pt x="477748" y="331622"/>
                  </a:lnTo>
                  <a:lnTo>
                    <a:pt x="471170" y="327075"/>
                  </a:lnTo>
                  <a:lnTo>
                    <a:pt x="466471" y="320649"/>
                  </a:lnTo>
                  <a:lnTo>
                    <a:pt x="463651" y="313296"/>
                  </a:lnTo>
                  <a:lnTo>
                    <a:pt x="463651" y="245618"/>
                  </a:lnTo>
                  <a:lnTo>
                    <a:pt x="467753" y="221348"/>
                  </a:lnTo>
                  <a:lnTo>
                    <a:pt x="479628" y="201764"/>
                  </a:lnTo>
                  <a:lnTo>
                    <a:pt x="498551" y="187820"/>
                  </a:lnTo>
                  <a:lnTo>
                    <a:pt x="523811" y="180454"/>
                  </a:lnTo>
                  <a:lnTo>
                    <a:pt x="531304" y="180454"/>
                  </a:lnTo>
                  <a:lnTo>
                    <a:pt x="538848" y="177939"/>
                  </a:lnTo>
                  <a:lnTo>
                    <a:pt x="543852" y="177939"/>
                  </a:lnTo>
                  <a:lnTo>
                    <a:pt x="551764" y="178384"/>
                  </a:lnTo>
                  <a:lnTo>
                    <a:pt x="560146" y="179514"/>
                  </a:lnTo>
                  <a:lnTo>
                    <a:pt x="568515" y="181127"/>
                  </a:lnTo>
                  <a:lnTo>
                    <a:pt x="576440" y="182956"/>
                  </a:lnTo>
                  <a:lnTo>
                    <a:pt x="583958" y="130327"/>
                  </a:lnTo>
                  <a:close/>
                </a:path>
                <a:path w="714375" h="714375">
                  <a:moveTo>
                    <a:pt x="714286" y="102755"/>
                  </a:moveTo>
                  <a:lnTo>
                    <a:pt x="705980" y="62039"/>
                  </a:lnTo>
                  <a:lnTo>
                    <a:pt x="683577" y="28829"/>
                  </a:lnTo>
                  <a:lnTo>
                    <a:pt x="650836" y="6896"/>
                  </a:lnTo>
                  <a:lnTo>
                    <a:pt x="611517" y="0"/>
                  </a:lnTo>
                  <a:lnTo>
                    <a:pt x="105257" y="0"/>
                  </a:lnTo>
                  <a:lnTo>
                    <a:pt x="64490" y="8305"/>
                  </a:lnTo>
                  <a:lnTo>
                    <a:pt x="31013" y="30708"/>
                  </a:lnTo>
                  <a:lnTo>
                    <a:pt x="8331" y="63449"/>
                  </a:lnTo>
                  <a:lnTo>
                    <a:pt x="0" y="102755"/>
                  </a:lnTo>
                  <a:lnTo>
                    <a:pt x="0" y="609015"/>
                  </a:lnTo>
                  <a:lnTo>
                    <a:pt x="8331" y="649795"/>
                  </a:lnTo>
                  <a:lnTo>
                    <a:pt x="31013" y="683272"/>
                  </a:lnTo>
                  <a:lnTo>
                    <a:pt x="64490" y="705954"/>
                  </a:lnTo>
                  <a:lnTo>
                    <a:pt x="105257" y="714286"/>
                  </a:lnTo>
                  <a:lnTo>
                    <a:pt x="358394" y="714286"/>
                  </a:lnTo>
                  <a:lnTo>
                    <a:pt x="358394" y="418541"/>
                  </a:lnTo>
                  <a:lnTo>
                    <a:pt x="318300" y="418541"/>
                  </a:lnTo>
                  <a:lnTo>
                    <a:pt x="309829" y="416788"/>
                  </a:lnTo>
                  <a:lnTo>
                    <a:pt x="303250" y="411975"/>
                  </a:lnTo>
                  <a:lnTo>
                    <a:pt x="298551" y="404799"/>
                  </a:lnTo>
                  <a:lnTo>
                    <a:pt x="295719" y="395998"/>
                  </a:lnTo>
                  <a:lnTo>
                    <a:pt x="295719" y="313296"/>
                  </a:lnTo>
                  <a:lnTo>
                    <a:pt x="297484" y="304863"/>
                  </a:lnTo>
                  <a:lnTo>
                    <a:pt x="302310" y="298564"/>
                  </a:lnTo>
                  <a:lnTo>
                    <a:pt x="309473" y="294601"/>
                  </a:lnTo>
                  <a:lnTo>
                    <a:pt x="318300" y="293230"/>
                  </a:lnTo>
                  <a:lnTo>
                    <a:pt x="358394" y="293230"/>
                  </a:lnTo>
                  <a:lnTo>
                    <a:pt x="358394" y="218046"/>
                  </a:lnTo>
                  <a:lnTo>
                    <a:pt x="366331" y="165227"/>
                  </a:lnTo>
                  <a:lnTo>
                    <a:pt x="390029" y="126263"/>
                  </a:lnTo>
                  <a:lnTo>
                    <a:pt x="429234" y="99987"/>
                  </a:lnTo>
                  <a:lnTo>
                    <a:pt x="483704" y="85217"/>
                  </a:lnTo>
                  <a:lnTo>
                    <a:pt x="523811" y="82702"/>
                  </a:lnTo>
                  <a:lnTo>
                    <a:pt x="544906" y="83604"/>
                  </a:lnTo>
                  <a:lnTo>
                    <a:pt x="589000" y="90119"/>
                  </a:lnTo>
                  <a:lnTo>
                    <a:pt x="626681" y="110401"/>
                  </a:lnTo>
                  <a:lnTo>
                    <a:pt x="626554" y="117792"/>
                  </a:lnTo>
                  <a:lnTo>
                    <a:pt x="614032" y="210527"/>
                  </a:lnTo>
                  <a:lnTo>
                    <a:pt x="614032" y="215531"/>
                  </a:lnTo>
                  <a:lnTo>
                    <a:pt x="604012" y="225564"/>
                  </a:lnTo>
                  <a:lnTo>
                    <a:pt x="598995" y="228066"/>
                  </a:lnTo>
                  <a:lnTo>
                    <a:pt x="586447" y="228066"/>
                  </a:lnTo>
                  <a:lnTo>
                    <a:pt x="581444" y="225564"/>
                  </a:lnTo>
                  <a:lnTo>
                    <a:pt x="573493" y="223735"/>
                  </a:lnTo>
                  <a:lnTo>
                    <a:pt x="564845" y="222123"/>
                  </a:lnTo>
                  <a:lnTo>
                    <a:pt x="555726" y="220992"/>
                  </a:lnTo>
                  <a:lnTo>
                    <a:pt x="546366" y="220548"/>
                  </a:lnTo>
                  <a:lnTo>
                    <a:pt x="536333" y="220548"/>
                  </a:lnTo>
                  <a:lnTo>
                    <a:pt x="531304" y="223062"/>
                  </a:lnTo>
                  <a:lnTo>
                    <a:pt x="517880" y="227647"/>
                  </a:lnTo>
                  <a:lnTo>
                    <a:pt x="510324" y="233400"/>
                  </a:lnTo>
                  <a:lnTo>
                    <a:pt x="506996" y="239636"/>
                  </a:lnTo>
                  <a:lnTo>
                    <a:pt x="506260" y="245618"/>
                  </a:lnTo>
                  <a:lnTo>
                    <a:pt x="506260" y="293230"/>
                  </a:lnTo>
                  <a:lnTo>
                    <a:pt x="596480" y="293230"/>
                  </a:lnTo>
                  <a:lnTo>
                    <a:pt x="601497" y="295732"/>
                  </a:lnTo>
                  <a:lnTo>
                    <a:pt x="611517" y="305777"/>
                  </a:lnTo>
                  <a:lnTo>
                    <a:pt x="611517" y="313296"/>
                  </a:lnTo>
                  <a:lnTo>
                    <a:pt x="609015" y="318287"/>
                  </a:lnTo>
                  <a:lnTo>
                    <a:pt x="588975" y="401002"/>
                  </a:lnTo>
                  <a:lnTo>
                    <a:pt x="586181" y="407619"/>
                  </a:lnTo>
                  <a:lnTo>
                    <a:pt x="581761" y="412597"/>
                  </a:lnTo>
                  <a:lnTo>
                    <a:pt x="575919" y="416166"/>
                  </a:lnTo>
                  <a:lnTo>
                    <a:pt x="568921" y="418541"/>
                  </a:lnTo>
                  <a:lnTo>
                    <a:pt x="506260" y="418541"/>
                  </a:lnTo>
                  <a:lnTo>
                    <a:pt x="506260" y="714286"/>
                  </a:lnTo>
                  <a:lnTo>
                    <a:pt x="611517" y="714286"/>
                  </a:lnTo>
                  <a:lnTo>
                    <a:pt x="652246" y="705954"/>
                  </a:lnTo>
                  <a:lnTo>
                    <a:pt x="685457" y="683272"/>
                  </a:lnTo>
                  <a:lnTo>
                    <a:pt x="707390" y="649795"/>
                  </a:lnTo>
                  <a:lnTo>
                    <a:pt x="714286" y="609015"/>
                  </a:lnTo>
                  <a:lnTo>
                    <a:pt x="714286" y="102755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3247496" y="4192498"/>
            <a:ext cx="1152525" cy="1143000"/>
            <a:chOff x="13247496" y="4192498"/>
            <a:chExt cx="1152525" cy="1143000"/>
          </a:xfrm>
        </p:grpSpPr>
        <p:sp>
          <p:nvSpPr>
            <p:cNvPr id="37" name="object 37"/>
            <p:cNvSpPr/>
            <p:nvPr/>
          </p:nvSpPr>
          <p:spPr>
            <a:xfrm>
              <a:off x="13247496" y="4192498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59993" y="0"/>
                  </a:moveTo>
                  <a:lnTo>
                    <a:pt x="189992" y="0"/>
                  </a:lnTo>
                  <a:lnTo>
                    <a:pt x="139450" y="6770"/>
                  </a:lnTo>
                  <a:lnTo>
                    <a:pt x="94055" y="25880"/>
                  </a:lnTo>
                  <a:lnTo>
                    <a:pt x="55610" y="55527"/>
                  </a:lnTo>
                  <a:lnTo>
                    <a:pt x="25917" y="93910"/>
                  </a:lnTo>
                  <a:lnTo>
                    <a:pt x="6779" y="139226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6779" y="1003780"/>
                  </a:lnTo>
                  <a:lnTo>
                    <a:pt x="25917" y="1049093"/>
                  </a:lnTo>
                  <a:lnTo>
                    <a:pt x="55610" y="1087474"/>
                  </a:lnTo>
                  <a:lnTo>
                    <a:pt x="94055" y="1117120"/>
                  </a:lnTo>
                  <a:lnTo>
                    <a:pt x="139450" y="1136229"/>
                  </a:lnTo>
                  <a:lnTo>
                    <a:pt x="189992" y="1143000"/>
                  </a:lnTo>
                  <a:lnTo>
                    <a:pt x="959993" y="1143000"/>
                  </a:lnTo>
                  <a:lnTo>
                    <a:pt x="1004528" y="1137994"/>
                  </a:lnTo>
                  <a:lnTo>
                    <a:pt x="1045204" y="1123734"/>
                  </a:lnTo>
                  <a:lnTo>
                    <a:pt x="1080931" y="1101354"/>
                  </a:lnTo>
                  <a:lnTo>
                    <a:pt x="1110617" y="1071989"/>
                  </a:lnTo>
                  <a:lnTo>
                    <a:pt x="1133172" y="1036775"/>
                  </a:lnTo>
                  <a:lnTo>
                    <a:pt x="1147504" y="996846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5951" y="116668"/>
                  </a:lnTo>
                  <a:lnTo>
                    <a:pt x="1094994" y="54902"/>
                  </a:lnTo>
                  <a:lnTo>
                    <a:pt x="1033160" y="14349"/>
                  </a:lnTo>
                  <a:lnTo>
                    <a:pt x="959993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467461" y="4409998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190500" y="293268"/>
                  </a:moveTo>
                  <a:lnTo>
                    <a:pt x="147955" y="293268"/>
                  </a:lnTo>
                  <a:lnTo>
                    <a:pt x="147955" y="586536"/>
                  </a:lnTo>
                  <a:lnTo>
                    <a:pt x="190500" y="586536"/>
                  </a:lnTo>
                  <a:lnTo>
                    <a:pt x="190500" y="293268"/>
                  </a:lnTo>
                  <a:close/>
                </a:path>
                <a:path w="714375" h="714375">
                  <a:moveTo>
                    <a:pt x="190500" y="147891"/>
                  </a:moveTo>
                  <a:lnTo>
                    <a:pt x="188734" y="139433"/>
                  </a:lnTo>
                  <a:lnTo>
                    <a:pt x="183921" y="132854"/>
                  </a:lnTo>
                  <a:lnTo>
                    <a:pt x="176784" y="128155"/>
                  </a:lnTo>
                  <a:lnTo>
                    <a:pt x="168021" y="125336"/>
                  </a:lnTo>
                  <a:lnTo>
                    <a:pt x="159575" y="127088"/>
                  </a:lnTo>
                  <a:lnTo>
                    <a:pt x="153263" y="131914"/>
                  </a:lnTo>
                  <a:lnTo>
                    <a:pt x="149313" y="139077"/>
                  </a:lnTo>
                  <a:lnTo>
                    <a:pt x="147955" y="147891"/>
                  </a:lnTo>
                  <a:lnTo>
                    <a:pt x="149669" y="156324"/>
                  </a:lnTo>
                  <a:lnTo>
                    <a:pt x="154216" y="162623"/>
                  </a:lnTo>
                  <a:lnTo>
                    <a:pt x="160642" y="166585"/>
                  </a:lnTo>
                  <a:lnTo>
                    <a:pt x="168021" y="167944"/>
                  </a:lnTo>
                  <a:lnTo>
                    <a:pt x="176441" y="166230"/>
                  </a:lnTo>
                  <a:lnTo>
                    <a:pt x="183019" y="161683"/>
                  </a:lnTo>
                  <a:lnTo>
                    <a:pt x="187718" y="155257"/>
                  </a:lnTo>
                  <a:lnTo>
                    <a:pt x="190500" y="147891"/>
                  </a:lnTo>
                  <a:close/>
                </a:path>
                <a:path w="714375" h="714375">
                  <a:moveTo>
                    <a:pt x="566547" y="381000"/>
                  </a:moveTo>
                  <a:lnTo>
                    <a:pt x="561098" y="350380"/>
                  </a:lnTo>
                  <a:lnTo>
                    <a:pt x="545541" y="323977"/>
                  </a:lnTo>
                  <a:lnTo>
                    <a:pt x="521055" y="304165"/>
                  </a:lnTo>
                  <a:lnTo>
                    <a:pt x="488823" y="293268"/>
                  </a:lnTo>
                  <a:lnTo>
                    <a:pt x="483870" y="293268"/>
                  </a:lnTo>
                  <a:lnTo>
                    <a:pt x="476250" y="290766"/>
                  </a:lnTo>
                  <a:lnTo>
                    <a:pt x="471284" y="293268"/>
                  </a:lnTo>
                  <a:lnTo>
                    <a:pt x="451154" y="295071"/>
                  </a:lnTo>
                  <a:lnTo>
                    <a:pt x="432409" y="300177"/>
                  </a:lnTo>
                  <a:lnTo>
                    <a:pt x="415556" y="308089"/>
                  </a:lnTo>
                  <a:lnTo>
                    <a:pt x="401066" y="318338"/>
                  </a:lnTo>
                  <a:lnTo>
                    <a:pt x="395439" y="323900"/>
                  </a:lnTo>
                  <a:lnTo>
                    <a:pt x="389826" y="328993"/>
                  </a:lnTo>
                  <a:lnTo>
                    <a:pt x="384200" y="333146"/>
                  </a:lnTo>
                  <a:lnTo>
                    <a:pt x="378574" y="335889"/>
                  </a:lnTo>
                  <a:lnTo>
                    <a:pt x="373507" y="335889"/>
                  </a:lnTo>
                  <a:lnTo>
                    <a:pt x="368554" y="333375"/>
                  </a:lnTo>
                  <a:lnTo>
                    <a:pt x="360934" y="330873"/>
                  </a:lnTo>
                  <a:lnTo>
                    <a:pt x="355981" y="323354"/>
                  </a:lnTo>
                  <a:lnTo>
                    <a:pt x="355981" y="293268"/>
                  </a:lnTo>
                  <a:lnTo>
                    <a:pt x="315849" y="293268"/>
                  </a:lnTo>
                  <a:lnTo>
                    <a:pt x="315849" y="586536"/>
                  </a:lnTo>
                  <a:lnTo>
                    <a:pt x="355981" y="586536"/>
                  </a:lnTo>
                  <a:lnTo>
                    <a:pt x="355981" y="418604"/>
                  </a:lnTo>
                  <a:lnTo>
                    <a:pt x="362597" y="386651"/>
                  </a:lnTo>
                  <a:lnTo>
                    <a:pt x="380720" y="360337"/>
                  </a:lnTo>
                  <a:lnTo>
                    <a:pt x="407784" y="342480"/>
                  </a:lnTo>
                  <a:lnTo>
                    <a:pt x="441198" y="335889"/>
                  </a:lnTo>
                  <a:lnTo>
                    <a:pt x="473125" y="342480"/>
                  </a:lnTo>
                  <a:lnTo>
                    <a:pt x="499440" y="360337"/>
                  </a:lnTo>
                  <a:lnTo>
                    <a:pt x="517296" y="386651"/>
                  </a:lnTo>
                  <a:lnTo>
                    <a:pt x="523875" y="418604"/>
                  </a:lnTo>
                  <a:lnTo>
                    <a:pt x="523875" y="586536"/>
                  </a:lnTo>
                  <a:lnTo>
                    <a:pt x="566547" y="586536"/>
                  </a:lnTo>
                  <a:lnTo>
                    <a:pt x="566547" y="381000"/>
                  </a:lnTo>
                  <a:close/>
                </a:path>
                <a:path w="714375" h="714375">
                  <a:moveTo>
                    <a:pt x="714375" y="105270"/>
                  </a:moveTo>
                  <a:lnTo>
                    <a:pt x="710272" y="85229"/>
                  </a:lnTo>
                  <a:lnTo>
                    <a:pt x="706031" y="64503"/>
                  </a:lnTo>
                  <a:lnTo>
                    <a:pt x="683348" y="31026"/>
                  </a:lnTo>
                  <a:lnTo>
                    <a:pt x="649859" y="8343"/>
                  </a:lnTo>
                  <a:lnTo>
                    <a:pt x="609092" y="0"/>
                  </a:lnTo>
                  <a:lnTo>
                    <a:pt x="609092" y="606590"/>
                  </a:lnTo>
                  <a:lnTo>
                    <a:pt x="607326" y="615061"/>
                  </a:lnTo>
                  <a:lnTo>
                    <a:pt x="602513" y="621639"/>
                  </a:lnTo>
                  <a:lnTo>
                    <a:pt x="595376" y="626338"/>
                  </a:lnTo>
                  <a:lnTo>
                    <a:pt x="586613" y="629145"/>
                  </a:lnTo>
                  <a:lnTo>
                    <a:pt x="503809" y="629145"/>
                  </a:lnTo>
                  <a:lnTo>
                    <a:pt x="495401" y="627392"/>
                  </a:lnTo>
                  <a:lnTo>
                    <a:pt x="488848" y="622579"/>
                  </a:lnTo>
                  <a:lnTo>
                    <a:pt x="484162" y="615403"/>
                  </a:lnTo>
                  <a:lnTo>
                    <a:pt x="481330" y="606590"/>
                  </a:lnTo>
                  <a:lnTo>
                    <a:pt x="481330" y="418604"/>
                  </a:lnTo>
                  <a:lnTo>
                    <a:pt x="477875" y="402475"/>
                  </a:lnTo>
                  <a:lnTo>
                    <a:pt x="468782" y="389153"/>
                  </a:lnTo>
                  <a:lnTo>
                    <a:pt x="455930" y="380542"/>
                  </a:lnTo>
                  <a:lnTo>
                    <a:pt x="441198" y="378498"/>
                  </a:lnTo>
                  <a:lnTo>
                    <a:pt x="424992" y="381952"/>
                  </a:lnTo>
                  <a:lnTo>
                    <a:pt x="411378" y="391033"/>
                  </a:lnTo>
                  <a:lnTo>
                    <a:pt x="402005" y="403885"/>
                  </a:lnTo>
                  <a:lnTo>
                    <a:pt x="398526" y="418604"/>
                  </a:lnTo>
                  <a:lnTo>
                    <a:pt x="398526" y="606590"/>
                  </a:lnTo>
                  <a:lnTo>
                    <a:pt x="396811" y="615061"/>
                  </a:lnTo>
                  <a:lnTo>
                    <a:pt x="392315" y="621639"/>
                  </a:lnTo>
                  <a:lnTo>
                    <a:pt x="385927" y="626338"/>
                  </a:lnTo>
                  <a:lnTo>
                    <a:pt x="378587" y="629145"/>
                  </a:lnTo>
                  <a:lnTo>
                    <a:pt x="293370" y="629145"/>
                  </a:lnTo>
                  <a:lnTo>
                    <a:pt x="284924" y="627392"/>
                  </a:lnTo>
                  <a:lnTo>
                    <a:pt x="278612" y="622579"/>
                  </a:lnTo>
                  <a:lnTo>
                    <a:pt x="274662" y="615403"/>
                  </a:lnTo>
                  <a:lnTo>
                    <a:pt x="273304" y="606590"/>
                  </a:lnTo>
                  <a:lnTo>
                    <a:pt x="273304" y="273215"/>
                  </a:lnTo>
                  <a:lnTo>
                    <a:pt x="275018" y="264769"/>
                  </a:lnTo>
                  <a:lnTo>
                    <a:pt x="279565" y="258191"/>
                  </a:lnTo>
                  <a:lnTo>
                    <a:pt x="285991" y="253479"/>
                  </a:lnTo>
                  <a:lnTo>
                    <a:pt x="293370" y="250659"/>
                  </a:lnTo>
                  <a:lnTo>
                    <a:pt x="378587" y="250659"/>
                  </a:lnTo>
                  <a:lnTo>
                    <a:pt x="385927" y="252031"/>
                  </a:lnTo>
                  <a:lnTo>
                    <a:pt x="392315" y="255993"/>
                  </a:lnTo>
                  <a:lnTo>
                    <a:pt x="396811" y="262293"/>
                  </a:lnTo>
                  <a:lnTo>
                    <a:pt x="398526" y="270713"/>
                  </a:lnTo>
                  <a:lnTo>
                    <a:pt x="415886" y="262293"/>
                  </a:lnTo>
                  <a:lnTo>
                    <a:pt x="433959" y="255993"/>
                  </a:lnTo>
                  <a:lnTo>
                    <a:pt x="452488" y="252031"/>
                  </a:lnTo>
                  <a:lnTo>
                    <a:pt x="471297" y="250659"/>
                  </a:lnTo>
                  <a:lnTo>
                    <a:pt x="486283" y="250659"/>
                  </a:lnTo>
                  <a:lnTo>
                    <a:pt x="542493" y="268909"/>
                  </a:lnTo>
                  <a:lnTo>
                    <a:pt x="578078" y="298284"/>
                  </a:lnTo>
                  <a:lnTo>
                    <a:pt x="600989" y="337058"/>
                  </a:lnTo>
                  <a:lnTo>
                    <a:pt x="609003" y="380542"/>
                  </a:lnTo>
                  <a:lnTo>
                    <a:pt x="609092" y="606590"/>
                  </a:lnTo>
                  <a:lnTo>
                    <a:pt x="609092" y="0"/>
                  </a:lnTo>
                  <a:lnTo>
                    <a:pt x="230632" y="0"/>
                  </a:lnTo>
                  <a:lnTo>
                    <a:pt x="230632" y="147891"/>
                  </a:lnTo>
                  <a:lnTo>
                    <a:pt x="230632" y="273215"/>
                  </a:lnTo>
                  <a:lnTo>
                    <a:pt x="230632" y="606590"/>
                  </a:lnTo>
                  <a:lnTo>
                    <a:pt x="228904" y="615061"/>
                  </a:lnTo>
                  <a:lnTo>
                    <a:pt x="224358" y="621639"/>
                  </a:lnTo>
                  <a:lnTo>
                    <a:pt x="217932" y="626338"/>
                  </a:lnTo>
                  <a:lnTo>
                    <a:pt x="210566" y="629145"/>
                  </a:lnTo>
                  <a:lnTo>
                    <a:pt x="127889" y="629145"/>
                  </a:lnTo>
                  <a:lnTo>
                    <a:pt x="119405" y="627392"/>
                  </a:lnTo>
                  <a:lnTo>
                    <a:pt x="112814" y="622579"/>
                  </a:lnTo>
                  <a:lnTo>
                    <a:pt x="108115" y="615403"/>
                  </a:lnTo>
                  <a:lnTo>
                    <a:pt x="105283" y="606590"/>
                  </a:lnTo>
                  <a:lnTo>
                    <a:pt x="105283" y="273215"/>
                  </a:lnTo>
                  <a:lnTo>
                    <a:pt x="107035" y="264769"/>
                  </a:lnTo>
                  <a:lnTo>
                    <a:pt x="111861" y="258191"/>
                  </a:lnTo>
                  <a:lnTo>
                    <a:pt x="119049" y="253479"/>
                  </a:lnTo>
                  <a:lnTo>
                    <a:pt x="127889" y="250659"/>
                  </a:lnTo>
                  <a:lnTo>
                    <a:pt x="210566" y="250659"/>
                  </a:lnTo>
                  <a:lnTo>
                    <a:pt x="218998" y="252425"/>
                  </a:lnTo>
                  <a:lnTo>
                    <a:pt x="225310" y="257251"/>
                  </a:lnTo>
                  <a:lnTo>
                    <a:pt x="229260" y="264414"/>
                  </a:lnTo>
                  <a:lnTo>
                    <a:pt x="230632" y="273215"/>
                  </a:lnTo>
                  <a:lnTo>
                    <a:pt x="230632" y="147891"/>
                  </a:lnTo>
                  <a:lnTo>
                    <a:pt x="225767" y="172491"/>
                  </a:lnTo>
                  <a:lnTo>
                    <a:pt x="212471" y="192392"/>
                  </a:lnTo>
                  <a:lnTo>
                    <a:pt x="192582" y="205701"/>
                  </a:lnTo>
                  <a:lnTo>
                    <a:pt x="168021" y="210553"/>
                  </a:lnTo>
                  <a:lnTo>
                    <a:pt x="143370" y="205701"/>
                  </a:lnTo>
                  <a:lnTo>
                    <a:pt x="123456" y="192392"/>
                  </a:lnTo>
                  <a:lnTo>
                    <a:pt x="110134" y="172491"/>
                  </a:lnTo>
                  <a:lnTo>
                    <a:pt x="105283" y="147891"/>
                  </a:lnTo>
                  <a:lnTo>
                    <a:pt x="110134" y="123304"/>
                  </a:lnTo>
                  <a:lnTo>
                    <a:pt x="123456" y="103403"/>
                  </a:lnTo>
                  <a:lnTo>
                    <a:pt x="143370" y="90093"/>
                  </a:lnTo>
                  <a:lnTo>
                    <a:pt x="168021" y="85229"/>
                  </a:lnTo>
                  <a:lnTo>
                    <a:pt x="192582" y="90093"/>
                  </a:lnTo>
                  <a:lnTo>
                    <a:pt x="212471" y="103403"/>
                  </a:lnTo>
                  <a:lnTo>
                    <a:pt x="225767" y="123304"/>
                  </a:lnTo>
                  <a:lnTo>
                    <a:pt x="230632" y="147891"/>
                  </a:lnTo>
                  <a:lnTo>
                    <a:pt x="230632" y="0"/>
                  </a:lnTo>
                  <a:lnTo>
                    <a:pt x="105283" y="0"/>
                  </a:lnTo>
                  <a:lnTo>
                    <a:pt x="64503" y="8343"/>
                  </a:lnTo>
                  <a:lnTo>
                    <a:pt x="31013" y="31026"/>
                  </a:lnTo>
                  <a:lnTo>
                    <a:pt x="8331" y="64503"/>
                  </a:lnTo>
                  <a:lnTo>
                    <a:pt x="0" y="105270"/>
                  </a:lnTo>
                  <a:lnTo>
                    <a:pt x="0" y="606590"/>
                  </a:lnTo>
                  <a:lnTo>
                    <a:pt x="8331" y="647407"/>
                  </a:lnTo>
                  <a:lnTo>
                    <a:pt x="31013" y="681177"/>
                  </a:lnTo>
                  <a:lnTo>
                    <a:pt x="64503" y="704596"/>
                  </a:lnTo>
                  <a:lnTo>
                    <a:pt x="105283" y="714375"/>
                  </a:lnTo>
                  <a:lnTo>
                    <a:pt x="609092" y="714375"/>
                  </a:lnTo>
                  <a:lnTo>
                    <a:pt x="649859" y="706005"/>
                  </a:lnTo>
                  <a:lnTo>
                    <a:pt x="683348" y="683044"/>
                  </a:lnTo>
                  <a:lnTo>
                    <a:pt x="706031" y="648817"/>
                  </a:lnTo>
                  <a:lnTo>
                    <a:pt x="709917" y="629145"/>
                  </a:lnTo>
                  <a:lnTo>
                    <a:pt x="714375" y="606590"/>
                  </a:lnTo>
                  <a:lnTo>
                    <a:pt x="714375" y="250659"/>
                  </a:lnTo>
                  <a:lnTo>
                    <a:pt x="714375" y="210553"/>
                  </a:lnTo>
                  <a:lnTo>
                    <a:pt x="714375" y="10527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11557495" y="4192498"/>
            <a:ext cx="1153160" cy="1143000"/>
            <a:chOff x="11557495" y="4192498"/>
            <a:chExt cx="1153160" cy="1143000"/>
          </a:xfrm>
        </p:grpSpPr>
        <p:sp>
          <p:nvSpPr>
            <p:cNvPr id="40" name="object 40"/>
            <p:cNvSpPr/>
            <p:nvPr/>
          </p:nvSpPr>
          <p:spPr>
            <a:xfrm>
              <a:off x="11557495" y="4192498"/>
              <a:ext cx="1153160" cy="1143000"/>
            </a:xfrm>
            <a:custGeom>
              <a:avLst/>
              <a:gdLst/>
              <a:ahLst/>
              <a:cxnLst/>
              <a:rect l="l" t="t" r="r" b="b"/>
              <a:pathLst>
                <a:path w="1153159" h="1143000">
                  <a:moveTo>
                    <a:pt x="962533" y="0"/>
                  </a:moveTo>
                  <a:lnTo>
                    <a:pt x="192506" y="0"/>
                  </a:lnTo>
                  <a:lnTo>
                    <a:pt x="147992" y="5005"/>
                  </a:lnTo>
                  <a:lnTo>
                    <a:pt x="107327" y="19266"/>
                  </a:lnTo>
                  <a:lnTo>
                    <a:pt x="71605" y="41646"/>
                  </a:lnTo>
                  <a:lnTo>
                    <a:pt x="41917" y="71012"/>
                  </a:lnTo>
                  <a:lnTo>
                    <a:pt x="19358" y="106229"/>
                  </a:lnTo>
                  <a:lnTo>
                    <a:pt x="5021" y="146161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7836" y="1003780"/>
                  </a:lnTo>
                  <a:lnTo>
                    <a:pt x="27686" y="1049093"/>
                  </a:lnTo>
                  <a:lnTo>
                    <a:pt x="57815" y="1087474"/>
                  </a:lnTo>
                  <a:lnTo>
                    <a:pt x="96485" y="1117120"/>
                  </a:lnTo>
                  <a:lnTo>
                    <a:pt x="141961" y="1136229"/>
                  </a:lnTo>
                  <a:lnTo>
                    <a:pt x="192506" y="1143000"/>
                  </a:lnTo>
                  <a:lnTo>
                    <a:pt x="962533" y="1143000"/>
                  </a:lnTo>
                  <a:lnTo>
                    <a:pt x="1013062" y="1136229"/>
                  </a:lnTo>
                  <a:lnTo>
                    <a:pt x="1058456" y="1117120"/>
                  </a:lnTo>
                  <a:lnTo>
                    <a:pt x="1096906" y="1087474"/>
                  </a:lnTo>
                  <a:lnTo>
                    <a:pt x="1126608" y="1049093"/>
                  </a:lnTo>
                  <a:lnTo>
                    <a:pt x="1145754" y="1003780"/>
                  </a:lnTo>
                  <a:lnTo>
                    <a:pt x="1152537" y="953338"/>
                  </a:lnTo>
                  <a:lnTo>
                    <a:pt x="1152537" y="189674"/>
                  </a:lnTo>
                  <a:lnTo>
                    <a:pt x="1138156" y="116668"/>
                  </a:lnTo>
                  <a:lnTo>
                    <a:pt x="1097534" y="54902"/>
                  </a:lnTo>
                  <a:lnTo>
                    <a:pt x="1035658" y="14349"/>
                  </a:lnTo>
                  <a:lnTo>
                    <a:pt x="962533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905335" y="4535335"/>
              <a:ext cx="459105" cy="461645"/>
            </a:xfrm>
            <a:custGeom>
              <a:avLst/>
              <a:gdLst/>
              <a:ahLst/>
              <a:cxnLst/>
              <a:rect l="l" t="t" r="r" b="b"/>
              <a:pathLst>
                <a:path w="459104" h="461645">
                  <a:moveTo>
                    <a:pt x="396036" y="0"/>
                  </a:moveTo>
                  <a:lnTo>
                    <a:pt x="62661" y="0"/>
                  </a:lnTo>
                  <a:lnTo>
                    <a:pt x="38067" y="4854"/>
                  </a:lnTo>
                  <a:lnTo>
                    <a:pt x="18172" y="18167"/>
                  </a:lnTo>
                  <a:lnTo>
                    <a:pt x="4856" y="38061"/>
                  </a:lnTo>
                  <a:lnTo>
                    <a:pt x="0" y="62661"/>
                  </a:lnTo>
                  <a:lnTo>
                    <a:pt x="0" y="398538"/>
                  </a:lnTo>
                  <a:lnTo>
                    <a:pt x="4856" y="423133"/>
                  </a:lnTo>
                  <a:lnTo>
                    <a:pt x="18172" y="443028"/>
                  </a:lnTo>
                  <a:lnTo>
                    <a:pt x="38067" y="456344"/>
                  </a:lnTo>
                  <a:lnTo>
                    <a:pt x="62661" y="461200"/>
                  </a:lnTo>
                  <a:lnTo>
                    <a:pt x="396036" y="461200"/>
                  </a:lnTo>
                  <a:lnTo>
                    <a:pt x="420631" y="456344"/>
                  </a:lnTo>
                  <a:lnTo>
                    <a:pt x="440526" y="443028"/>
                  </a:lnTo>
                  <a:lnTo>
                    <a:pt x="453842" y="423133"/>
                  </a:lnTo>
                  <a:lnTo>
                    <a:pt x="458698" y="398538"/>
                  </a:lnTo>
                  <a:lnTo>
                    <a:pt x="458698" y="378485"/>
                  </a:lnTo>
                  <a:lnTo>
                    <a:pt x="230606" y="378485"/>
                  </a:lnTo>
                  <a:lnTo>
                    <a:pt x="184665" y="371045"/>
                  </a:lnTo>
                  <a:lnTo>
                    <a:pt x="144620" y="350250"/>
                  </a:lnTo>
                  <a:lnTo>
                    <a:pt x="112757" y="318387"/>
                  </a:lnTo>
                  <a:lnTo>
                    <a:pt x="91360" y="277743"/>
                  </a:lnTo>
                  <a:lnTo>
                    <a:pt x="82715" y="230606"/>
                  </a:lnTo>
                  <a:lnTo>
                    <a:pt x="90155" y="184684"/>
                  </a:lnTo>
                  <a:lnTo>
                    <a:pt x="110950" y="144777"/>
                  </a:lnTo>
                  <a:lnTo>
                    <a:pt x="142815" y="113292"/>
                  </a:lnTo>
                  <a:lnTo>
                    <a:pt x="183463" y="92637"/>
                  </a:lnTo>
                  <a:lnTo>
                    <a:pt x="230606" y="85217"/>
                  </a:lnTo>
                  <a:lnTo>
                    <a:pt x="333375" y="85217"/>
                  </a:lnTo>
                  <a:lnTo>
                    <a:pt x="336507" y="69043"/>
                  </a:lnTo>
                  <a:lnTo>
                    <a:pt x="345278" y="55454"/>
                  </a:lnTo>
                  <a:lnTo>
                    <a:pt x="358749" y="46094"/>
                  </a:lnTo>
                  <a:lnTo>
                    <a:pt x="375983" y="42608"/>
                  </a:lnTo>
                  <a:lnTo>
                    <a:pt x="454739" y="42608"/>
                  </a:lnTo>
                  <a:lnTo>
                    <a:pt x="453842" y="38061"/>
                  </a:lnTo>
                  <a:lnTo>
                    <a:pt x="440526" y="18167"/>
                  </a:lnTo>
                  <a:lnTo>
                    <a:pt x="420631" y="4854"/>
                  </a:lnTo>
                  <a:lnTo>
                    <a:pt x="396036" y="0"/>
                  </a:lnTo>
                  <a:close/>
                </a:path>
                <a:path w="459104" h="461645">
                  <a:moveTo>
                    <a:pt x="333375" y="85217"/>
                  </a:moveTo>
                  <a:lnTo>
                    <a:pt x="230606" y="85217"/>
                  </a:lnTo>
                  <a:lnTo>
                    <a:pt x="276527" y="92637"/>
                  </a:lnTo>
                  <a:lnTo>
                    <a:pt x="316431" y="113292"/>
                  </a:lnTo>
                  <a:lnTo>
                    <a:pt x="347912" y="144777"/>
                  </a:lnTo>
                  <a:lnTo>
                    <a:pt x="368564" y="184684"/>
                  </a:lnTo>
                  <a:lnTo>
                    <a:pt x="375983" y="230606"/>
                  </a:lnTo>
                  <a:lnTo>
                    <a:pt x="368564" y="276542"/>
                  </a:lnTo>
                  <a:lnTo>
                    <a:pt x="347912" y="316586"/>
                  </a:lnTo>
                  <a:lnTo>
                    <a:pt x="316431" y="348448"/>
                  </a:lnTo>
                  <a:lnTo>
                    <a:pt x="276527" y="369844"/>
                  </a:lnTo>
                  <a:lnTo>
                    <a:pt x="230606" y="378485"/>
                  </a:lnTo>
                  <a:lnTo>
                    <a:pt x="458698" y="378485"/>
                  </a:lnTo>
                  <a:lnTo>
                    <a:pt x="458698" y="125323"/>
                  </a:lnTo>
                  <a:lnTo>
                    <a:pt x="375983" y="125323"/>
                  </a:lnTo>
                  <a:lnTo>
                    <a:pt x="359810" y="122228"/>
                  </a:lnTo>
                  <a:lnTo>
                    <a:pt x="346221" y="113728"/>
                  </a:lnTo>
                  <a:lnTo>
                    <a:pt x="336860" y="100999"/>
                  </a:lnTo>
                  <a:lnTo>
                    <a:pt x="333375" y="85217"/>
                  </a:lnTo>
                  <a:close/>
                </a:path>
                <a:path w="459104" h="461645">
                  <a:moveTo>
                    <a:pt x="454739" y="42608"/>
                  </a:moveTo>
                  <a:lnTo>
                    <a:pt x="375983" y="42608"/>
                  </a:lnTo>
                  <a:lnTo>
                    <a:pt x="392158" y="45740"/>
                  </a:lnTo>
                  <a:lnTo>
                    <a:pt x="405752" y="54511"/>
                  </a:lnTo>
                  <a:lnTo>
                    <a:pt x="415116" y="67983"/>
                  </a:lnTo>
                  <a:lnTo>
                    <a:pt x="418604" y="85217"/>
                  </a:lnTo>
                  <a:lnTo>
                    <a:pt x="415194" y="100999"/>
                  </a:lnTo>
                  <a:lnTo>
                    <a:pt x="415118" y="101350"/>
                  </a:lnTo>
                  <a:lnTo>
                    <a:pt x="405757" y="114666"/>
                  </a:lnTo>
                  <a:lnTo>
                    <a:pt x="392163" y="123284"/>
                  </a:lnTo>
                  <a:lnTo>
                    <a:pt x="375983" y="125323"/>
                  </a:lnTo>
                  <a:lnTo>
                    <a:pt x="458698" y="125323"/>
                  </a:lnTo>
                  <a:lnTo>
                    <a:pt x="458698" y="62661"/>
                  </a:lnTo>
                  <a:lnTo>
                    <a:pt x="454739" y="42608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30659" y="4660658"/>
              <a:ext cx="208051" cy="21055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1777497" y="4409998"/>
              <a:ext cx="714375" cy="714375"/>
            </a:xfrm>
            <a:custGeom>
              <a:avLst/>
              <a:gdLst/>
              <a:ahLst/>
              <a:cxnLst/>
              <a:rect l="l" t="t" r="r" b="b"/>
              <a:pathLst>
                <a:path w="714375" h="714375">
                  <a:moveTo>
                    <a:pt x="609104" y="0"/>
                  </a:moveTo>
                  <a:lnTo>
                    <a:pt x="105283" y="0"/>
                  </a:lnTo>
                  <a:lnTo>
                    <a:pt x="64508" y="8342"/>
                  </a:lnTo>
                  <a:lnTo>
                    <a:pt x="31019" y="31018"/>
                  </a:lnTo>
                  <a:lnTo>
                    <a:pt x="8342" y="64502"/>
                  </a:lnTo>
                  <a:lnTo>
                    <a:pt x="0" y="105270"/>
                  </a:lnTo>
                  <a:lnTo>
                    <a:pt x="0" y="606590"/>
                  </a:lnTo>
                  <a:lnTo>
                    <a:pt x="8342" y="647404"/>
                  </a:lnTo>
                  <a:lnTo>
                    <a:pt x="31019" y="681166"/>
                  </a:lnTo>
                  <a:lnTo>
                    <a:pt x="64508" y="704586"/>
                  </a:lnTo>
                  <a:lnTo>
                    <a:pt x="105283" y="714375"/>
                  </a:lnTo>
                  <a:lnTo>
                    <a:pt x="609104" y="714375"/>
                  </a:lnTo>
                  <a:lnTo>
                    <a:pt x="649872" y="705993"/>
                  </a:lnTo>
                  <a:lnTo>
                    <a:pt x="683356" y="683042"/>
                  </a:lnTo>
                  <a:lnTo>
                    <a:pt x="706032" y="648811"/>
                  </a:lnTo>
                  <a:lnTo>
                    <a:pt x="709918" y="629145"/>
                  </a:lnTo>
                  <a:lnTo>
                    <a:pt x="190500" y="629145"/>
                  </a:lnTo>
                  <a:lnTo>
                    <a:pt x="149732" y="620803"/>
                  </a:lnTo>
                  <a:lnTo>
                    <a:pt x="116247" y="598127"/>
                  </a:lnTo>
                  <a:lnTo>
                    <a:pt x="93571" y="564642"/>
                  </a:lnTo>
                  <a:lnTo>
                    <a:pt x="85229" y="523875"/>
                  </a:lnTo>
                  <a:lnTo>
                    <a:pt x="85229" y="187998"/>
                  </a:lnTo>
                  <a:lnTo>
                    <a:pt x="93571" y="147262"/>
                  </a:lnTo>
                  <a:lnTo>
                    <a:pt x="116247" y="114049"/>
                  </a:lnTo>
                  <a:lnTo>
                    <a:pt x="149732" y="92118"/>
                  </a:lnTo>
                  <a:lnTo>
                    <a:pt x="190500" y="85229"/>
                  </a:lnTo>
                  <a:lnTo>
                    <a:pt x="710274" y="85229"/>
                  </a:lnTo>
                  <a:lnTo>
                    <a:pt x="706032" y="64502"/>
                  </a:lnTo>
                  <a:lnTo>
                    <a:pt x="683356" y="31018"/>
                  </a:lnTo>
                  <a:lnTo>
                    <a:pt x="649872" y="8342"/>
                  </a:lnTo>
                  <a:lnTo>
                    <a:pt x="609104" y="0"/>
                  </a:lnTo>
                  <a:close/>
                </a:path>
                <a:path w="714375" h="714375">
                  <a:moveTo>
                    <a:pt x="710274" y="85229"/>
                  </a:moveTo>
                  <a:lnTo>
                    <a:pt x="523875" y="85229"/>
                  </a:lnTo>
                  <a:lnTo>
                    <a:pt x="564649" y="93532"/>
                  </a:lnTo>
                  <a:lnTo>
                    <a:pt x="598138" y="115935"/>
                  </a:lnTo>
                  <a:lnTo>
                    <a:pt x="620815" y="148676"/>
                  </a:lnTo>
                  <a:lnTo>
                    <a:pt x="629158" y="187998"/>
                  </a:lnTo>
                  <a:lnTo>
                    <a:pt x="629158" y="523875"/>
                  </a:lnTo>
                  <a:lnTo>
                    <a:pt x="620815" y="564642"/>
                  </a:lnTo>
                  <a:lnTo>
                    <a:pt x="598138" y="598127"/>
                  </a:lnTo>
                  <a:lnTo>
                    <a:pt x="564649" y="620803"/>
                  </a:lnTo>
                  <a:lnTo>
                    <a:pt x="523875" y="629145"/>
                  </a:lnTo>
                  <a:lnTo>
                    <a:pt x="709918" y="629145"/>
                  </a:lnTo>
                  <a:lnTo>
                    <a:pt x="714375" y="606590"/>
                  </a:lnTo>
                  <a:lnTo>
                    <a:pt x="714375" y="105270"/>
                  </a:lnTo>
                  <a:lnTo>
                    <a:pt x="710274" y="85229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14847442" y="4192498"/>
            <a:ext cx="1152525" cy="1143000"/>
            <a:chOff x="14847442" y="4192498"/>
            <a:chExt cx="1152525" cy="1143000"/>
          </a:xfrm>
        </p:grpSpPr>
        <p:sp>
          <p:nvSpPr>
            <p:cNvPr id="45" name="object 45"/>
            <p:cNvSpPr/>
            <p:nvPr/>
          </p:nvSpPr>
          <p:spPr>
            <a:xfrm>
              <a:off x="14847442" y="4192498"/>
              <a:ext cx="1152525" cy="1143000"/>
            </a:xfrm>
            <a:custGeom>
              <a:avLst/>
              <a:gdLst/>
              <a:ahLst/>
              <a:cxnLst/>
              <a:rect l="l" t="t" r="r" b="b"/>
              <a:pathLst>
                <a:path w="1152525" h="1143000">
                  <a:moveTo>
                    <a:pt x="960120" y="0"/>
                  </a:moveTo>
                  <a:lnTo>
                    <a:pt x="190119" y="0"/>
                  </a:lnTo>
                  <a:lnTo>
                    <a:pt x="139567" y="6770"/>
                  </a:lnTo>
                  <a:lnTo>
                    <a:pt x="94149" y="25880"/>
                  </a:lnTo>
                  <a:lnTo>
                    <a:pt x="55673" y="55527"/>
                  </a:lnTo>
                  <a:lnTo>
                    <a:pt x="25950" y="93910"/>
                  </a:lnTo>
                  <a:lnTo>
                    <a:pt x="6789" y="139226"/>
                  </a:lnTo>
                  <a:lnTo>
                    <a:pt x="0" y="189674"/>
                  </a:lnTo>
                  <a:lnTo>
                    <a:pt x="0" y="953338"/>
                  </a:lnTo>
                  <a:lnTo>
                    <a:pt x="6789" y="1003780"/>
                  </a:lnTo>
                  <a:lnTo>
                    <a:pt x="25950" y="1049093"/>
                  </a:lnTo>
                  <a:lnTo>
                    <a:pt x="55673" y="1087474"/>
                  </a:lnTo>
                  <a:lnTo>
                    <a:pt x="94149" y="1117120"/>
                  </a:lnTo>
                  <a:lnTo>
                    <a:pt x="139567" y="1136229"/>
                  </a:lnTo>
                  <a:lnTo>
                    <a:pt x="190119" y="1143000"/>
                  </a:lnTo>
                  <a:lnTo>
                    <a:pt x="960120" y="1143000"/>
                  </a:lnTo>
                  <a:lnTo>
                    <a:pt x="1004608" y="1137994"/>
                  </a:lnTo>
                  <a:lnTo>
                    <a:pt x="1045250" y="1123734"/>
                  </a:lnTo>
                  <a:lnTo>
                    <a:pt x="1080954" y="1101354"/>
                  </a:lnTo>
                  <a:lnTo>
                    <a:pt x="1110627" y="1071989"/>
                  </a:lnTo>
                  <a:lnTo>
                    <a:pt x="1133175" y="1036775"/>
                  </a:lnTo>
                  <a:lnTo>
                    <a:pt x="1147505" y="996846"/>
                  </a:lnTo>
                  <a:lnTo>
                    <a:pt x="1152525" y="953338"/>
                  </a:lnTo>
                  <a:lnTo>
                    <a:pt x="1152525" y="189674"/>
                  </a:lnTo>
                  <a:lnTo>
                    <a:pt x="1136015" y="116668"/>
                  </a:lnTo>
                  <a:lnTo>
                    <a:pt x="1095121" y="54902"/>
                  </a:lnTo>
                  <a:lnTo>
                    <a:pt x="1033192" y="14349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069403" y="4474997"/>
              <a:ext cx="704850" cy="581025"/>
            </a:xfrm>
            <a:custGeom>
              <a:avLst/>
              <a:gdLst/>
              <a:ahLst/>
              <a:cxnLst/>
              <a:rect l="l" t="t" r="r" b="b"/>
              <a:pathLst>
                <a:path w="704850" h="581025">
                  <a:moveTo>
                    <a:pt x="72679" y="22428"/>
                  </a:moveTo>
                  <a:lnTo>
                    <a:pt x="57693" y="22428"/>
                  </a:lnTo>
                  <a:lnTo>
                    <a:pt x="52740" y="27419"/>
                  </a:lnTo>
                  <a:lnTo>
                    <a:pt x="47787" y="34899"/>
                  </a:lnTo>
                  <a:lnTo>
                    <a:pt x="33785" y="76920"/>
                  </a:lnTo>
                  <a:lnTo>
                    <a:pt x="29118" y="116838"/>
                  </a:lnTo>
                  <a:lnTo>
                    <a:pt x="33785" y="154419"/>
                  </a:lnTo>
                  <a:lnTo>
                    <a:pt x="47787" y="189433"/>
                  </a:lnTo>
                  <a:lnTo>
                    <a:pt x="40513" y="191185"/>
                  </a:lnTo>
                  <a:lnTo>
                    <a:pt x="34166" y="195975"/>
                  </a:lnTo>
                  <a:lnTo>
                    <a:pt x="29678" y="203100"/>
                  </a:lnTo>
                  <a:lnTo>
                    <a:pt x="27975" y="211861"/>
                  </a:lnTo>
                  <a:lnTo>
                    <a:pt x="33027" y="248785"/>
                  </a:lnTo>
                  <a:lnTo>
                    <a:pt x="44390" y="281033"/>
                  </a:lnTo>
                  <a:lnTo>
                    <a:pt x="61801" y="308607"/>
                  </a:lnTo>
                  <a:lnTo>
                    <a:pt x="84998" y="331508"/>
                  </a:lnTo>
                  <a:lnTo>
                    <a:pt x="80383" y="336060"/>
                  </a:lnTo>
                  <a:lnTo>
                    <a:pt x="77600" y="341783"/>
                  </a:lnTo>
                  <a:lnTo>
                    <a:pt x="76676" y="347976"/>
                  </a:lnTo>
                  <a:lnTo>
                    <a:pt x="77632" y="353936"/>
                  </a:lnTo>
                  <a:lnTo>
                    <a:pt x="89138" y="382446"/>
                  </a:lnTo>
                  <a:lnTo>
                    <a:pt x="108334" y="410021"/>
                  </a:lnTo>
                  <a:lnTo>
                    <a:pt x="134532" y="433855"/>
                  </a:lnTo>
                  <a:lnTo>
                    <a:pt x="167040" y="451142"/>
                  </a:lnTo>
                  <a:lnTo>
                    <a:pt x="139674" y="462788"/>
                  </a:lnTo>
                  <a:lnTo>
                    <a:pt x="110224" y="471395"/>
                  </a:lnTo>
                  <a:lnTo>
                    <a:pt x="79369" y="476731"/>
                  </a:lnTo>
                  <a:lnTo>
                    <a:pt x="47787" y="478561"/>
                  </a:lnTo>
                  <a:lnTo>
                    <a:pt x="10576" y="478561"/>
                  </a:lnTo>
                  <a:lnTo>
                    <a:pt x="3083" y="483552"/>
                  </a:lnTo>
                  <a:lnTo>
                    <a:pt x="543" y="493522"/>
                  </a:lnTo>
                  <a:lnTo>
                    <a:pt x="0" y="500921"/>
                  </a:lnTo>
                  <a:lnTo>
                    <a:pt x="1527" y="507853"/>
                  </a:lnTo>
                  <a:lnTo>
                    <a:pt x="31538" y="531627"/>
                  </a:lnTo>
                  <a:lnTo>
                    <a:pt x="65995" y="547916"/>
                  </a:lnTo>
                  <a:lnTo>
                    <a:pt x="111053" y="563848"/>
                  </a:lnTo>
                  <a:lnTo>
                    <a:pt x="166357" y="575952"/>
                  </a:lnTo>
                  <a:lnTo>
                    <a:pt x="231556" y="580758"/>
                  </a:lnTo>
                  <a:lnTo>
                    <a:pt x="294421" y="576748"/>
                  </a:lnTo>
                  <a:lnTo>
                    <a:pt x="351129" y="565316"/>
                  </a:lnTo>
                  <a:lnTo>
                    <a:pt x="401912" y="547355"/>
                  </a:lnTo>
                  <a:lnTo>
                    <a:pt x="447006" y="523758"/>
                  </a:lnTo>
                  <a:lnTo>
                    <a:pt x="486643" y="495419"/>
                  </a:lnTo>
                  <a:lnTo>
                    <a:pt x="521058" y="463233"/>
                  </a:lnTo>
                  <a:lnTo>
                    <a:pt x="550485" y="428093"/>
                  </a:lnTo>
                  <a:lnTo>
                    <a:pt x="575157" y="390892"/>
                  </a:lnTo>
                  <a:lnTo>
                    <a:pt x="595308" y="352525"/>
                  </a:lnTo>
                  <a:lnTo>
                    <a:pt x="611171" y="313885"/>
                  </a:lnTo>
                  <a:lnTo>
                    <a:pt x="622982" y="275866"/>
                  </a:lnTo>
                  <a:lnTo>
                    <a:pt x="635379" y="205266"/>
                  </a:lnTo>
                  <a:lnTo>
                    <a:pt x="636432" y="174472"/>
                  </a:lnTo>
                  <a:lnTo>
                    <a:pt x="636432" y="164503"/>
                  </a:lnTo>
                  <a:lnTo>
                    <a:pt x="326044" y="164503"/>
                  </a:lnTo>
                  <a:lnTo>
                    <a:pt x="279021" y="155745"/>
                  </a:lnTo>
                  <a:lnTo>
                    <a:pt x="234759" y="141794"/>
                  </a:lnTo>
                  <a:lnTo>
                    <a:pt x="193123" y="122442"/>
                  </a:lnTo>
                  <a:lnTo>
                    <a:pt x="153973" y="97481"/>
                  </a:lnTo>
                  <a:lnTo>
                    <a:pt x="117173" y="66706"/>
                  </a:lnTo>
                  <a:lnTo>
                    <a:pt x="82585" y="29908"/>
                  </a:lnTo>
                  <a:lnTo>
                    <a:pt x="77632" y="24930"/>
                  </a:lnTo>
                  <a:lnTo>
                    <a:pt x="72679" y="22428"/>
                  </a:lnTo>
                  <a:close/>
                </a:path>
                <a:path w="704850" h="581025">
                  <a:moveTo>
                    <a:pt x="479968" y="0"/>
                  </a:moveTo>
                  <a:lnTo>
                    <a:pt x="423771" y="10907"/>
                  </a:lnTo>
                  <a:lnTo>
                    <a:pt x="365668" y="49847"/>
                  </a:lnTo>
                  <a:lnTo>
                    <a:pt x="335617" y="100636"/>
                  </a:lnTo>
                  <a:lnTo>
                    <a:pt x="326044" y="164503"/>
                  </a:lnTo>
                  <a:lnTo>
                    <a:pt x="636432" y="164503"/>
                  </a:lnTo>
                  <a:lnTo>
                    <a:pt x="638972" y="162013"/>
                  </a:lnTo>
                  <a:lnTo>
                    <a:pt x="641385" y="159524"/>
                  </a:lnTo>
                  <a:lnTo>
                    <a:pt x="652123" y="152200"/>
                  </a:lnTo>
                  <a:lnTo>
                    <a:pt x="681980" y="121664"/>
                  </a:lnTo>
                  <a:lnTo>
                    <a:pt x="703861" y="88717"/>
                  </a:lnTo>
                  <a:lnTo>
                    <a:pt x="704790" y="82253"/>
                  </a:lnTo>
                  <a:lnTo>
                    <a:pt x="703861" y="75791"/>
                  </a:lnTo>
                  <a:lnTo>
                    <a:pt x="701075" y="69799"/>
                  </a:lnTo>
                  <a:lnTo>
                    <a:pt x="698592" y="67297"/>
                  </a:lnTo>
                  <a:lnTo>
                    <a:pt x="673770" y="67297"/>
                  </a:lnTo>
                  <a:lnTo>
                    <a:pt x="677447" y="59820"/>
                  </a:lnTo>
                  <a:lnTo>
                    <a:pt x="680898" y="52343"/>
                  </a:lnTo>
                  <a:lnTo>
                    <a:pt x="683897" y="44865"/>
                  </a:lnTo>
                  <a:lnTo>
                    <a:pt x="685444" y="39878"/>
                  </a:lnTo>
                  <a:lnTo>
                    <a:pt x="586775" y="39878"/>
                  </a:lnTo>
                  <a:lnTo>
                    <a:pt x="564139" y="21734"/>
                  </a:lnTo>
                  <a:lnTo>
                    <a:pt x="539896" y="8728"/>
                  </a:lnTo>
                  <a:lnTo>
                    <a:pt x="512391" y="1326"/>
                  </a:lnTo>
                  <a:lnTo>
                    <a:pt x="479968" y="0"/>
                  </a:lnTo>
                  <a:close/>
                </a:path>
                <a:path w="704850" h="581025">
                  <a:moveTo>
                    <a:pt x="691169" y="62318"/>
                  </a:moveTo>
                  <a:lnTo>
                    <a:pt x="678723" y="62318"/>
                  </a:lnTo>
                  <a:lnTo>
                    <a:pt x="673770" y="67297"/>
                  </a:lnTo>
                  <a:lnTo>
                    <a:pt x="698592" y="67297"/>
                  </a:lnTo>
                  <a:lnTo>
                    <a:pt x="696122" y="64808"/>
                  </a:lnTo>
                  <a:lnTo>
                    <a:pt x="691169" y="62318"/>
                  </a:lnTo>
                  <a:close/>
                </a:path>
                <a:path w="704850" h="581025">
                  <a:moveTo>
                    <a:pt x="671230" y="12471"/>
                  </a:moveTo>
                  <a:lnTo>
                    <a:pt x="658784" y="12471"/>
                  </a:lnTo>
                  <a:lnTo>
                    <a:pt x="656371" y="14960"/>
                  </a:lnTo>
                  <a:lnTo>
                    <a:pt x="632016" y="26290"/>
                  </a:lnTo>
                  <a:lnTo>
                    <a:pt x="612239" y="33962"/>
                  </a:lnTo>
                  <a:lnTo>
                    <a:pt x="596935" y="38438"/>
                  </a:lnTo>
                  <a:lnTo>
                    <a:pt x="586775" y="39878"/>
                  </a:lnTo>
                  <a:lnTo>
                    <a:pt x="685444" y="39878"/>
                  </a:lnTo>
                  <a:lnTo>
                    <a:pt x="686216" y="37388"/>
                  </a:lnTo>
                  <a:lnTo>
                    <a:pt x="688629" y="29908"/>
                  </a:lnTo>
                  <a:lnTo>
                    <a:pt x="686216" y="22428"/>
                  </a:lnTo>
                  <a:lnTo>
                    <a:pt x="678723" y="17449"/>
                  </a:lnTo>
                  <a:lnTo>
                    <a:pt x="676183" y="14960"/>
                  </a:lnTo>
                  <a:lnTo>
                    <a:pt x="671230" y="12471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9056496" y="2635491"/>
            <a:ext cx="171450" cy="6557009"/>
            <a:chOff x="9056496" y="2635491"/>
            <a:chExt cx="171450" cy="6557009"/>
          </a:xfrm>
        </p:grpSpPr>
        <p:sp>
          <p:nvSpPr>
            <p:cNvPr id="48" name="object 48"/>
            <p:cNvSpPr/>
            <p:nvPr/>
          </p:nvSpPr>
          <p:spPr>
            <a:xfrm>
              <a:off x="9119641" y="2786265"/>
              <a:ext cx="47625" cy="6315075"/>
            </a:xfrm>
            <a:custGeom>
              <a:avLst/>
              <a:gdLst/>
              <a:ahLst/>
              <a:cxnLst/>
              <a:rect l="l" t="t" r="r" b="b"/>
              <a:pathLst>
                <a:path w="47625" h="6315075">
                  <a:moveTo>
                    <a:pt x="47625" y="0"/>
                  </a:moveTo>
                  <a:lnTo>
                    <a:pt x="0" y="0"/>
                  </a:lnTo>
                  <a:lnTo>
                    <a:pt x="0" y="6315075"/>
                  </a:lnTo>
                  <a:lnTo>
                    <a:pt x="47625" y="6315075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56496" y="2635491"/>
              <a:ext cx="171450" cy="1714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56496" y="9021000"/>
              <a:ext cx="171450" cy="1714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D1D1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880</Words>
  <Application>Microsoft Office PowerPoint</Application>
  <PresentationFormat>Custom</PresentationFormat>
  <Paragraphs>172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Gill Sans MT</vt:lpstr>
      <vt:lpstr>Lucida Sans Unicode</vt:lpstr>
      <vt:lpstr>Poppins SemiBold</vt:lpstr>
      <vt:lpstr>Tahoma</vt:lpstr>
      <vt:lpstr>Times New Roman</vt:lpstr>
      <vt:lpstr>Office Theme</vt:lpstr>
      <vt:lpstr>PowerPoint Presentation</vt:lpstr>
      <vt:lpstr>The slide title goes here!</vt:lpstr>
      <vt:lpstr>Our fiumbers</vt:lpstr>
      <vt:lpstr>Our growth</vt:lpstr>
      <vt:lpstr>150,000 Big numbers catch your audience’s attention</vt:lpstr>
      <vt:lpstr>Cofisumer st6temefits</vt:lpstr>
      <vt:lpstr>Our 6w6rds</vt:lpstr>
      <vt:lpstr>Our te6m</vt:lpstr>
      <vt:lpstr>A picture is worth 6 thous6fid words</vt:lpstr>
      <vt:lpstr>Future projects</vt:lpstr>
      <vt:lpstr>Sfie6k peek</vt:lpstr>
      <vt:lpstr>Th6fiks!</vt:lpstr>
      <vt:lpstr>PowerPoint Presentation</vt:lpstr>
      <vt:lpstr>01.</vt:lpstr>
      <vt:lpstr>PowerPoint Presentation</vt:lpstr>
      <vt:lpstr>About us</vt:lpstr>
      <vt:lpstr>Our history</vt:lpstr>
      <vt:lpstr>Our philosophy</vt:lpstr>
      <vt:lpstr>PowerPoint Presentation</vt:lpstr>
      <vt:lpstr>Locatiofis</vt:lpstr>
      <vt:lpstr>Our services</vt:lpstr>
      <vt:lpstr>Best seller</vt:lpstr>
      <vt:lpstr>Our projects</vt:lpstr>
      <vt:lpstr>Our strefigths</vt:lpstr>
      <vt:lpstr>Awesome words</vt:lpstr>
      <vt:lpstr>Customer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Aswathy Rajan</cp:lastModifiedBy>
  <cp:revision>3</cp:revision>
  <dcterms:created xsi:type="dcterms:W3CDTF">2024-07-02T18:54:02Z</dcterms:created>
  <dcterms:modified xsi:type="dcterms:W3CDTF">2024-08-22T05:49:37Z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2024-07-02T00:00:00Z</vt:filetime>
  </property>
  <property fmtid="{D5CDD505-2E9C-101B-9397-08002B2CF9AE}" pid="5" name="Producer">
    <vt:lpwstr>GPL Ghostscript 10.02.0</vt:lpwstr>
  </property>
</Properties>
</file>