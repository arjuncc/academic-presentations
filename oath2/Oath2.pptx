
<file path=[Content_Types].xml><?xml version="1.0" encoding="utf-8"?>
<Types xmlns="http://schemas.openxmlformats.org/package/2006/content-types">
  <Default Extension="fntdata" ContentType="application/x-fontdata"/>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Lst>
  <p:notesMasterIdLst>
    <p:notesMasterId r:id="rId26"/>
  </p:notesMasterIdLst>
  <p:sldIdLst>
    <p:sldId id="256" r:id="rId2"/>
    <p:sldId id="324" r:id="rId3"/>
    <p:sldId id="261" r:id="rId4"/>
    <p:sldId id="268" r:id="rId5"/>
    <p:sldId id="322" r:id="rId6"/>
    <p:sldId id="325" r:id="rId7"/>
    <p:sldId id="263" r:id="rId8"/>
    <p:sldId id="326" r:id="rId9"/>
    <p:sldId id="327" r:id="rId10"/>
    <p:sldId id="328" r:id="rId11"/>
    <p:sldId id="329" r:id="rId12"/>
    <p:sldId id="330" r:id="rId13"/>
    <p:sldId id="331" r:id="rId14"/>
    <p:sldId id="332" r:id="rId15"/>
    <p:sldId id="333" r:id="rId16"/>
    <p:sldId id="334" r:id="rId17"/>
    <p:sldId id="335" r:id="rId18"/>
    <p:sldId id="323" r:id="rId19"/>
    <p:sldId id="320" r:id="rId20"/>
    <p:sldId id="267" r:id="rId21"/>
    <p:sldId id="336" r:id="rId22"/>
    <p:sldId id="321" r:id="rId23"/>
    <p:sldId id="292" r:id="rId24"/>
    <p:sldId id="259" r:id="rId25"/>
  </p:sldIdLst>
  <p:sldSz cx="9144000" cy="5143500" type="screen16x9"/>
  <p:notesSz cx="6858000" cy="9144000"/>
  <p:embeddedFontLst>
    <p:embeddedFont>
      <p:font typeface="Bai Jamjuree SemiBold" panose="020B0604020202020204" charset="-34"/>
      <p:regular r:id="rId27"/>
      <p:bold r:id="rId28"/>
      <p:italic r:id="rId29"/>
      <p:boldItalic r:id="rId30"/>
    </p:embeddedFont>
    <p:embeddedFont>
      <p:font typeface="Cairo" panose="020B0604020202020204" charset="-78"/>
      <p:regular r:id="rId31"/>
      <p:bold r:id="rId32"/>
    </p:embeddedFont>
    <p:embeddedFont>
      <p:font typeface="Open Sans" panose="020B0606030504020204" pitchFamily="34"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F560D0-27E2-40E9-84B3-B822B2627111}">
  <a:tblStyle styleId="{4FF560D0-27E2-40E9-84B3-B822B262711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e6fe3afb1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e6fe3afb1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9155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1e6fe3afb12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1e6fe3afb12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1e6fe3afb12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1e6fe3afb12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1e6fe3afb12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1e6fe3afb12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0696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e6fe3afb1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e6fe3afb1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998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0484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6229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6644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4469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950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0902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e6fe3afb1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e6fe3afb1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4262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0314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e6fe3afb1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e6fe3afb1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7869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2217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e6fe3afb1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e6fe3afb1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2638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1e6fe3afb12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1e6fe3afb12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1e6fe3afb12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1e6fe3afb12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704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6fe3afb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e6fe3afb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5182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c6f6f4ce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c6f6f4ce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e6fe3afb1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e6fe3afb1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rot="-259">
            <a:off x="4286290" y="3825926"/>
            <a:ext cx="3978900" cy="4263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a:off x="4286250" y="1039275"/>
            <a:ext cx="3978900" cy="27864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191919"/>
              </a:buClr>
              <a:buSzPts val="5200"/>
              <a:buNone/>
              <a:defRPr sz="60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grpSp>
        <p:nvGrpSpPr>
          <p:cNvPr id="11" name="Google Shape;11;p2"/>
          <p:cNvGrpSpPr/>
          <p:nvPr/>
        </p:nvGrpSpPr>
        <p:grpSpPr>
          <a:xfrm>
            <a:off x="3994274" y="414952"/>
            <a:ext cx="1127464" cy="815178"/>
            <a:chOff x="-4641726" y="4654102"/>
            <a:chExt cx="1127464" cy="815178"/>
          </a:xfrm>
        </p:grpSpPr>
        <p:sp>
          <p:nvSpPr>
            <p:cNvPr id="12" name="Google Shape;12;p2"/>
            <p:cNvSpPr/>
            <p:nvPr/>
          </p:nvSpPr>
          <p:spPr>
            <a:xfrm>
              <a:off x="-3615225" y="5368316"/>
              <a:ext cx="100964" cy="100964"/>
            </a:xfrm>
            <a:custGeom>
              <a:avLst/>
              <a:gdLst/>
              <a:ahLst/>
              <a:cxnLst/>
              <a:rect l="l" t="t" r="r" b="b"/>
              <a:pathLst>
                <a:path w="988" h="988" extrusionOk="0">
                  <a:moveTo>
                    <a:pt x="494" y="1"/>
                  </a:moveTo>
                  <a:cubicBezTo>
                    <a:pt x="222" y="1"/>
                    <a:pt x="1" y="222"/>
                    <a:pt x="1" y="494"/>
                  </a:cubicBezTo>
                  <a:cubicBezTo>
                    <a:pt x="1" y="766"/>
                    <a:pt x="222" y="987"/>
                    <a:pt x="494" y="987"/>
                  </a:cubicBezTo>
                  <a:cubicBezTo>
                    <a:pt x="766" y="987"/>
                    <a:pt x="987" y="766"/>
                    <a:pt x="987" y="494"/>
                  </a:cubicBezTo>
                  <a:cubicBezTo>
                    <a:pt x="987" y="222"/>
                    <a:pt x="766" y="1"/>
                    <a:pt x="494"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641726" y="4654102"/>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p:nvPr/>
        </p:nvSpPr>
        <p:spPr>
          <a:xfrm>
            <a:off x="8077731" y="4749167"/>
            <a:ext cx="47671" cy="47671"/>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475939" y="4178311"/>
            <a:ext cx="270946" cy="270811"/>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535426" y="47475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rot="-3131994">
            <a:off x="8120076" y="-124805"/>
            <a:ext cx="1329598" cy="1329598"/>
            <a:chOff x="676016" y="1842553"/>
            <a:chExt cx="459655" cy="459655"/>
          </a:xfrm>
        </p:grpSpPr>
        <p:sp>
          <p:nvSpPr>
            <p:cNvPr id="18" name="Google Shape;18;p2"/>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0509" y="2003725"/>
              <a:ext cx="150669" cy="137311"/>
            </a:xfrm>
            <a:custGeom>
              <a:avLst/>
              <a:gdLst/>
              <a:ahLst/>
              <a:cxnLst/>
              <a:rect l="l" t="t" r="r" b="b"/>
              <a:pathLst>
                <a:path w="3113" h="2837" extrusionOk="0">
                  <a:moveTo>
                    <a:pt x="1557" y="1"/>
                  </a:moveTo>
                  <a:cubicBezTo>
                    <a:pt x="1194" y="1"/>
                    <a:pt x="831" y="139"/>
                    <a:pt x="554" y="416"/>
                  </a:cubicBezTo>
                  <a:cubicBezTo>
                    <a:pt x="1" y="970"/>
                    <a:pt x="1" y="1867"/>
                    <a:pt x="554" y="2421"/>
                  </a:cubicBezTo>
                  <a:cubicBezTo>
                    <a:pt x="831" y="2698"/>
                    <a:pt x="1194" y="2837"/>
                    <a:pt x="1557" y="2837"/>
                  </a:cubicBezTo>
                  <a:cubicBezTo>
                    <a:pt x="1919" y="2837"/>
                    <a:pt x="2282" y="2698"/>
                    <a:pt x="2559" y="2421"/>
                  </a:cubicBezTo>
                  <a:cubicBezTo>
                    <a:pt x="3112" y="1867"/>
                    <a:pt x="3112" y="970"/>
                    <a:pt x="2559" y="416"/>
                  </a:cubicBezTo>
                  <a:cubicBezTo>
                    <a:pt x="2282" y="139"/>
                    <a:pt x="1919" y="1"/>
                    <a:pt x="1557"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46438" y="1843715"/>
              <a:ext cx="68292" cy="68341"/>
            </a:xfrm>
            <a:custGeom>
              <a:avLst/>
              <a:gdLst/>
              <a:ahLst/>
              <a:cxnLst/>
              <a:rect l="l" t="t" r="r" b="b"/>
              <a:pathLst>
                <a:path w="1411" h="1412" extrusionOk="0">
                  <a:moveTo>
                    <a:pt x="706" y="1"/>
                  </a:moveTo>
                  <a:cubicBezTo>
                    <a:pt x="316" y="1"/>
                    <a:pt x="1" y="317"/>
                    <a:pt x="1" y="706"/>
                  </a:cubicBezTo>
                  <a:cubicBezTo>
                    <a:pt x="1" y="1095"/>
                    <a:pt x="316" y="1411"/>
                    <a:pt x="706" y="1411"/>
                  </a:cubicBezTo>
                  <a:cubicBezTo>
                    <a:pt x="1095" y="1411"/>
                    <a:pt x="1410" y="1095"/>
                    <a:pt x="1410" y="706"/>
                  </a:cubicBezTo>
                  <a:cubicBezTo>
                    <a:pt x="1410" y="318"/>
                    <a:pt x="1095" y="1"/>
                    <a:pt x="70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2"/>
        <p:cNvGrpSpPr/>
        <p:nvPr/>
      </p:nvGrpSpPr>
      <p:grpSpPr>
        <a:xfrm>
          <a:off x="0" y="0"/>
          <a:ext cx="0" cy="0"/>
          <a:chOff x="0" y="0"/>
          <a:chExt cx="0" cy="0"/>
        </a:xfrm>
      </p:grpSpPr>
      <p:sp>
        <p:nvSpPr>
          <p:cNvPr id="73" name="Google Shape;73;p7"/>
          <p:cNvSpPr txBox="1">
            <a:spLocks noGrp="1"/>
          </p:cNvSpPr>
          <p:nvPr>
            <p:ph type="title"/>
          </p:nvPr>
        </p:nvSpPr>
        <p:spPr>
          <a:xfrm>
            <a:off x="834300" y="1167150"/>
            <a:ext cx="3909000" cy="10887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74" name="Google Shape;74;p7"/>
          <p:cNvSpPr txBox="1">
            <a:spLocks noGrp="1"/>
          </p:cNvSpPr>
          <p:nvPr>
            <p:ph type="subTitle" idx="1"/>
          </p:nvPr>
        </p:nvSpPr>
        <p:spPr>
          <a:xfrm rot="-264">
            <a:off x="834300" y="2256005"/>
            <a:ext cx="3909000" cy="172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200"/>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grpSp>
        <p:nvGrpSpPr>
          <p:cNvPr id="75" name="Google Shape;75;p7"/>
          <p:cNvGrpSpPr/>
          <p:nvPr/>
        </p:nvGrpSpPr>
        <p:grpSpPr>
          <a:xfrm>
            <a:off x="-193511" y="-180897"/>
            <a:ext cx="1131394" cy="1131394"/>
            <a:chOff x="-22061" y="-304722"/>
            <a:chExt cx="1131394" cy="1131394"/>
          </a:xfrm>
        </p:grpSpPr>
        <p:grpSp>
          <p:nvGrpSpPr>
            <p:cNvPr id="76" name="Google Shape;76;p7"/>
            <p:cNvGrpSpPr/>
            <p:nvPr/>
          </p:nvGrpSpPr>
          <p:grpSpPr>
            <a:xfrm flipH="1">
              <a:off x="-22061" y="-304722"/>
              <a:ext cx="1131394" cy="1131394"/>
              <a:chOff x="676016" y="1842553"/>
              <a:chExt cx="459655" cy="459655"/>
            </a:xfrm>
          </p:grpSpPr>
          <p:sp>
            <p:nvSpPr>
              <p:cNvPr id="77" name="Google Shape;77;p7"/>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7"/>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7"/>
            <p:cNvSpPr/>
            <p:nvPr/>
          </p:nvSpPr>
          <p:spPr>
            <a:xfrm flipH="1">
              <a:off x="367291" y="84479"/>
              <a:ext cx="352725" cy="35296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 name="Google Shape;80;p7"/>
          <p:cNvSpPr/>
          <p:nvPr/>
        </p:nvSpPr>
        <p:spPr>
          <a:xfrm flipH="1">
            <a:off x="834306" y="540001"/>
            <a:ext cx="143575" cy="143575"/>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flipH="1">
            <a:off x="280659" y="1679506"/>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7"/>
          <p:cNvGrpSpPr/>
          <p:nvPr/>
        </p:nvGrpSpPr>
        <p:grpSpPr>
          <a:xfrm flipH="1">
            <a:off x="4572001" y="4282393"/>
            <a:ext cx="1329597" cy="1329597"/>
            <a:chOff x="676016" y="1842553"/>
            <a:chExt cx="459655" cy="459655"/>
          </a:xfrm>
        </p:grpSpPr>
        <p:sp>
          <p:nvSpPr>
            <p:cNvPr id="83" name="Google Shape;83;p7"/>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p:nvPr/>
          </p:nvSpPr>
          <p:spPr>
            <a:xfrm>
              <a:off x="830509" y="2003725"/>
              <a:ext cx="150669" cy="137311"/>
            </a:xfrm>
            <a:custGeom>
              <a:avLst/>
              <a:gdLst/>
              <a:ahLst/>
              <a:cxnLst/>
              <a:rect l="l" t="t" r="r" b="b"/>
              <a:pathLst>
                <a:path w="3113" h="2837" extrusionOk="0">
                  <a:moveTo>
                    <a:pt x="1557" y="1"/>
                  </a:moveTo>
                  <a:cubicBezTo>
                    <a:pt x="1194" y="1"/>
                    <a:pt x="831" y="139"/>
                    <a:pt x="554" y="416"/>
                  </a:cubicBezTo>
                  <a:cubicBezTo>
                    <a:pt x="1" y="970"/>
                    <a:pt x="1" y="1867"/>
                    <a:pt x="554" y="2421"/>
                  </a:cubicBezTo>
                  <a:cubicBezTo>
                    <a:pt x="831" y="2698"/>
                    <a:pt x="1194" y="2837"/>
                    <a:pt x="1557" y="2837"/>
                  </a:cubicBezTo>
                  <a:cubicBezTo>
                    <a:pt x="1919" y="2837"/>
                    <a:pt x="2282" y="2698"/>
                    <a:pt x="2559" y="2421"/>
                  </a:cubicBezTo>
                  <a:cubicBezTo>
                    <a:pt x="3112" y="1867"/>
                    <a:pt x="3112" y="970"/>
                    <a:pt x="2559" y="416"/>
                  </a:cubicBezTo>
                  <a:cubicBezTo>
                    <a:pt x="2282" y="139"/>
                    <a:pt x="1919" y="1"/>
                    <a:pt x="1557"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
            <p:cNvSpPr/>
            <p:nvPr/>
          </p:nvSpPr>
          <p:spPr>
            <a:xfrm>
              <a:off x="746438" y="1843715"/>
              <a:ext cx="68292" cy="68341"/>
            </a:xfrm>
            <a:custGeom>
              <a:avLst/>
              <a:gdLst/>
              <a:ahLst/>
              <a:cxnLst/>
              <a:rect l="l" t="t" r="r" b="b"/>
              <a:pathLst>
                <a:path w="1411" h="1412" extrusionOk="0">
                  <a:moveTo>
                    <a:pt x="706" y="1"/>
                  </a:moveTo>
                  <a:cubicBezTo>
                    <a:pt x="316" y="1"/>
                    <a:pt x="1" y="317"/>
                    <a:pt x="1" y="706"/>
                  </a:cubicBezTo>
                  <a:cubicBezTo>
                    <a:pt x="1" y="1095"/>
                    <a:pt x="316" y="1411"/>
                    <a:pt x="706" y="1411"/>
                  </a:cubicBezTo>
                  <a:cubicBezTo>
                    <a:pt x="1095" y="1411"/>
                    <a:pt x="1410" y="1095"/>
                    <a:pt x="1410" y="706"/>
                  </a:cubicBezTo>
                  <a:cubicBezTo>
                    <a:pt x="1410" y="318"/>
                    <a:pt x="1095" y="1"/>
                    <a:pt x="70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9"/>
        <p:cNvGrpSpPr/>
        <p:nvPr/>
      </p:nvGrpSpPr>
      <p:grpSpPr>
        <a:xfrm>
          <a:off x="0" y="0"/>
          <a:ext cx="0" cy="0"/>
          <a:chOff x="0" y="0"/>
          <a:chExt cx="0" cy="0"/>
        </a:xfrm>
      </p:grpSpPr>
      <p:sp>
        <p:nvSpPr>
          <p:cNvPr id="100" name="Google Shape;100;p9"/>
          <p:cNvSpPr txBox="1">
            <a:spLocks noGrp="1"/>
          </p:cNvSpPr>
          <p:nvPr>
            <p:ph type="title"/>
          </p:nvPr>
        </p:nvSpPr>
        <p:spPr>
          <a:xfrm>
            <a:off x="863000" y="1562100"/>
            <a:ext cx="4878300" cy="806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1" name="Google Shape;101;p9"/>
          <p:cNvSpPr txBox="1">
            <a:spLocks noGrp="1"/>
          </p:cNvSpPr>
          <p:nvPr>
            <p:ph type="subTitle" idx="1"/>
          </p:nvPr>
        </p:nvSpPr>
        <p:spPr>
          <a:xfrm>
            <a:off x="863000" y="2774700"/>
            <a:ext cx="4878300" cy="74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02" name="Google Shape;102;p9"/>
          <p:cNvGrpSpPr/>
          <p:nvPr/>
        </p:nvGrpSpPr>
        <p:grpSpPr>
          <a:xfrm>
            <a:off x="5943053" y="-391406"/>
            <a:ext cx="1577109" cy="1577071"/>
            <a:chOff x="7373511" y="1704516"/>
            <a:chExt cx="378440" cy="378440"/>
          </a:xfrm>
        </p:grpSpPr>
        <p:sp>
          <p:nvSpPr>
            <p:cNvPr id="103" name="Google Shape;103;p9"/>
            <p:cNvSpPr/>
            <p:nvPr/>
          </p:nvSpPr>
          <p:spPr>
            <a:xfrm>
              <a:off x="7399889" y="1745463"/>
              <a:ext cx="325587" cy="296547"/>
            </a:xfrm>
            <a:custGeom>
              <a:avLst/>
              <a:gdLst/>
              <a:ahLst/>
              <a:cxnLst/>
              <a:rect l="l" t="t" r="r" b="b"/>
              <a:pathLst>
                <a:path w="6727" h="6127" extrusionOk="0">
                  <a:moveTo>
                    <a:pt x="3363" y="0"/>
                  </a:moveTo>
                  <a:cubicBezTo>
                    <a:pt x="2580" y="0"/>
                    <a:pt x="1796" y="299"/>
                    <a:pt x="1197" y="898"/>
                  </a:cubicBezTo>
                  <a:cubicBezTo>
                    <a:pt x="1" y="2093"/>
                    <a:pt x="1" y="4033"/>
                    <a:pt x="1197" y="5230"/>
                  </a:cubicBezTo>
                  <a:cubicBezTo>
                    <a:pt x="1796" y="5828"/>
                    <a:pt x="2580" y="6126"/>
                    <a:pt x="3363" y="6126"/>
                  </a:cubicBezTo>
                  <a:cubicBezTo>
                    <a:pt x="4147" y="6126"/>
                    <a:pt x="4931" y="5828"/>
                    <a:pt x="5529" y="5230"/>
                  </a:cubicBezTo>
                  <a:cubicBezTo>
                    <a:pt x="6726" y="4033"/>
                    <a:pt x="6726" y="2093"/>
                    <a:pt x="5529" y="898"/>
                  </a:cubicBezTo>
                  <a:cubicBezTo>
                    <a:pt x="4931" y="299"/>
                    <a:pt x="4147" y="0"/>
                    <a:pt x="3363"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9"/>
            <p:cNvSpPr/>
            <p:nvPr/>
          </p:nvSpPr>
          <p:spPr>
            <a:xfrm>
              <a:off x="7472925" y="1814287"/>
              <a:ext cx="180145" cy="158752"/>
            </a:xfrm>
            <a:custGeom>
              <a:avLst/>
              <a:gdLst/>
              <a:ahLst/>
              <a:cxnLst/>
              <a:rect l="l" t="t" r="r" b="b"/>
              <a:pathLst>
                <a:path w="3722" h="3280" extrusionOk="0">
                  <a:moveTo>
                    <a:pt x="1861" y="1"/>
                  </a:moveTo>
                  <a:cubicBezTo>
                    <a:pt x="1652" y="1"/>
                    <a:pt x="1440" y="41"/>
                    <a:pt x="1234" y="126"/>
                  </a:cubicBezTo>
                  <a:cubicBezTo>
                    <a:pt x="398" y="473"/>
                    <a:pt x="1" y="1431"/>
                    <a:pt x="347" y="2267"/>
                  </a:cubicBezTo>
                  <a:cubicBezTo>
                    <a:pt x="609" y="2899"/>
                    <a:pt x="1219" y="3279"/>
                    <a:pt x="1862" y="3279"/>
                  </a:cubicBezTo>
                  <a:cubicBezTo>
                    <a:pt x="2071" y="3279"/>
                    <a:pt x="2283" y="3239"/>
                    <a:pt x="2488" y="3154"/>
                  </a:cubicBezTo>
                  <a:cubicBezTo>
                    <a:pt x="3325" y="2808"/>
                    <a:pt x="3722" y="1850"/>
                    <a:pt x="3376" y="1013"/>
                  </a:cubicBezTo>
                  <a:cubicBezTo>
                    <a:pt x="3114" y="382"/>
                    <a:pt x="2504" y="1"/>
                    <a:pt x="1861"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9"/>
            <p:cNvSpPr/>
            <p:nvPr/>
          </p:nvSpPr>
          <p:spPr>
            <a:xfrm>
              <a:off x="7500900" y="1831905"/>
              <a:ext cx="123759" cy="123710"/>
            </a:xfrm>
            <a:custGeom>
              <a:avLst/>
              <a:gdLst/>
              <a:ahLst/>
              <a:cxnLst/>
              <a:rect l="l" t="t" r="r" b="b"/>
              <a:pathLst>
                <a:path w="2557" h="2556" extrusionOk="0">
                  <a:moveTo>
                    <a:pt x="1278" y="124"/>
                  </a:moveTo>
                  <a:cubicBezTo>
                    <a:pt x="1912" y="124"/>
                    <a:pt x="2430" y="642"/>
                    <a:pt x="2430" y="1277"/>
                  </a:cubicBezTo>
                  <a:cubicBezTo>
                    <a:pt x="2430" y="1911"/>
                    <a:pt x="1915" y="2428"/>
                    <a:pt x="1278" y="2428"/>
                  </a:cubicBezTo>
                  <a:cubicBezTo>
                    <a:pt x="643" y="2428"/>
                    <a:pt x="126" y="1913"/>
                    <a:pt x="126" y="1277"/>
                  </a:cubicBezTo>
                  <a:cubicBezTo>
                    <a:pt x="126" y="642"/>
                    <a:pt x="642" y="124"/>
                    <a:pt x="1278" y="124"/>
                  </a:cubicBezTo>
                  <a:close/>
                  <a:moveTo>
                    <a:pt x="1278" y="0"/>
                  </a:moveTo>
                  <a:cubicBezTo>
                    <a:pt x="573" y="0"/>
                    <a:pt x="1" y="573"/>
                    <a:pt x="1" y="1278"/>
                  </a:cubicBezTo>
                  <a:cubicBezTo>
                    <a:pt x="1" y="1983"/>
                    <a:pt x="573" y="2555"/>
                    <a:pt x="1278" y="2555"/>
                  </a:cubicBezTo>
                  <a:cubicBezTo>
                    <a:pt x="1981" y="2555"/>
                    <a:pt x="2556" y="1981"/>
                    <a:pt x="2556" y="1278"/>
                  </a:cubicBezTo>
                  <a:cubicBezTo>
                    <a:pt x="2556" y="573"/>
                    <a:pt x="1983" y="0"/>
                    <a:pt x="127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9"/>
            <p:cNvSpPr/>
            <p:nvPr/>
          </p:nvSpPr>
          <p:spPr>
            <a:xfrm>
              <a:off x="7373511" y="1704516"/>
              <a:ext cx="378440" cy="378440"/>
            </a:xfrm>
            <a:custGeom>
              <a:avLst/>
              <a:gdLst/>
              <a:ahLst/>
              <a:cxnLst/>
              <a:rect l="l" t="t" r="r" b="b"/>
              <a:pathLst>
                <a:path w="7819" h="7819" extrusionOk="0">
                  <a:moveTo>
                    <a:pt x="3910" y="125"/>
                  </a:moveTo>
                  <a:cubicBezTo>
                    <a:pt x="5997" y="125"/>
                    <a:pt x="7693" y="1823"/>
                    <a:pt x="7693" y="3909"/>
                  </a:cubicBezTo>
                  <a:cubicBezTo>
                    <a:pt x="7693" y="5995"/>
                    <a:pt x="5997" y="7691"/>
                    <a:pt x="3910" y="7691"/>
                  </a:cubicBezTo>
                  <a:cubicBezTo>
                    <a:pt x="1824" y="7691"/>
                    <a:pt x="127" y="5995"/>
                    <a:pt x="127" y="3909"/>
                  </a:cubicBezTo>
                  <a:cubicBezTo>
                    <a:pt x="127" y="1821"/>
                    <a:pt x="1824" y="125"/>
                    <a:pt x="3910" y="125"/>
                  </a:cubicBezTo>
                  <a:close/>
                  <a:moveTo>
                    <a:pt x="3910" y="0"/>
                  </a:moveTo>
                  <a:cubicBezTo>
                    <a:pt x="1754" y="0"/>
                    <a:pt x="0" y="1754"/>
                    <a:pt x="0" y="3910"/>
                  </a:cubicBezTo>
                  <a:cubicBezTo>
                    <a:pt x="0" y="6065"/>
                    <a:pt x="1755" y="7818"/>
                    <a:pt x="3910" y="7818"/>
                  </a:cubicBezTo>
                  <a:cubicBezTo>
                    <a:pt x="6065" y="7818"/>
                    <a:pt x="7819" y="6065"/>
                    <a:pt x="7819" y="3910"/>
                  </a:cubicBezTo>
                  <a:cubicBezTo>
                    <a:pt x="7819" y="1753"/>
                    <a:pt x="6065" y="0"/>
                    <a:pt x="391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9"/>
          <p:cNvSpPr/>
          <p:nvPr/>
        </p:nvSpPr>
        <p:spPr>
          <a:xfrm flipH="1">
            <a:off x="5943043" y="4658197"/>
            <a:ext cx="110819" cy="11090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MAIN_POINT_1">
    <p:spTree>
      <p:nvGrpSpPr>
        <p:cNvPr id="1" name="Shape 258"/>
        <p:cNvGrpSpPr/>
        <p:nvPr/>
      </p:nvGrpSpPr>
      <p:grpSpPr>
        <a:xfrm>
          <a:off x="0" y="0"/>
          <a:ext cx="0" cy="0"/>
          <a:chOff x="0" y="0"/>
          <a:chExt cx="0" cy="0"/>
        </a:xfrm>
      </p:grpSpPr>
      <p:sp>
        <p:nvSpPr>
          <p:cNvPr id="259" name="Google Shape;259;p26"/>
          <p:cNvSpPr txBox="1">
            <a:spLocks noGrp="1"/>
          </p:cNvSpPr>
          <p:nvPr>
            <p:ph type="subTitle" idx="1"/>
          </p:nvPr>
        </p:nvSpPr>
        <p:spPr>
          <a:xfrm rot="238">
            <a:off x="703150" y="3117375"/>
            <a:ext cx="4335300" cy="5775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60" name="Google Shape;260;p26"/>
          <p:cNvSpPr txBox="1">
            <a:spLocks noGrp="1"/>
          </p:cNvSpPr>
          <p:nvPr>
            <p:ph type="title"/>
          </p:nvPr>
        </p:nvSpPr>
        <p:spPr>
          <a:xfrm>
            <a:off x="703150" y="1448475"/>
            <a:ext cx="4335300" cy="14526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96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261" name="Google Shape;261;p26"/>
          <p:cNvSpPr/>
          <p:nvPr/>
        </p:nvSpPr>
        <p:spPr>
          <a:xfrm>
            <a:off x="8373512" y="4553016"/>
            <a:ext cx="100964" cy="100964"/>
          </a:xfrm>
          <a:custGeom>
            <a:avLst/>
            <a:gdLst/>
            <a:ahLst/>
            <a:cxnLst/>
            <a:rect l="l" t="t" r="r" b="b"/>
            <a:pathLst>
              <a:path w="988" h="988" extrusionOk="0">
                <a:moveTo>
                  <a:pt x="494" y="1"/>
                </a:moveTo>
                <a:cubicBezTo>
                  <a:pt x="222" y="1"/>
                  <a:pt x="1" y="222"/>
                  <a:pt x="1" y="494"/>
                </a:cubicBezTo>
                <a:cubicBezTo>
                  <a:pt x="1" y="766"/>
                  <a:pt x="222" y="987"/>
                  <a:pt x="494" y="987"/>
                </a:cubicBezTo>
                <a:cubicBezTo>
                  <a:pt x="766" y="987"/>
                  <a:pt x="987" y="766"/>
                  <a:pt x="987" y="494"/>
                </a:cubicBezTo>
                <a:cubicBezTo>
                  <a:pt x="987" y="222"/>
                  <a:pt x="766" y="1"/>
                  <a:pt x="494"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8571999" y="3117214"/>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372"/>
        <p:cNvGrpSpPr/>
        <p:nvPr/>
      </p:nvGrpSpPr>
      <p:grpSpPr>
        <a:xfrm>
          <a:off x="0" y="0"/>
          <a:ext cx="0" cy="0"/>
          <a:chOff x="0" y="0"/>
          <a:chExt cx="0" cy="0"/>
        </a:xfrm>
      </p:grpSpPr>
      <p:sp>
        <p:nvSpPr>
          <p:cNvPr id="373" name="Google Shape;373;p35"/>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374" name="Google Shape;374;p35"/>
          <p:cNvSpPr txBox="1">
            <a:spLocks noGrp="1"/>
          </p:cNvSpPr>
          <p:nvPr>
            <p:ph type="title" idx="2"/>
          </p:nvPr>
        </p:nvSpPr>
        <p:spPr>
          <a:xfrm>
            <a:off x="1649161" y="1473300"/>
            <a:ext cx="25530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75" name="Google Shape;375;p35"/>
          <p:cNvSpPr txBox="1">
            <a:spLocks noGrp="1"/>
          </p:cNvSpPr>
          <p:nvPr>
            <p:ph type="subTitle" idx="1"/>
          </p:nvPr>
        </p:nvSpPr>
        <p:spPr>
          <a:xfrm>
            <a:off x="1649175" y="1902675"/>
            <a:ext cx="2553000" cy="89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6" name="Google Shape;376;p35"/>
          <p:cNvSpPr txBox="1">
            <a:spLocks noGrp="1"/>
          </p:cNvSpPr>
          <p:nvPr>
            <p:ph type="title" idx="3"/>
          </p:nvPr>
        </p:nvSpPr>
        <p:spPr>
          <a:xfrm>
            <a:off x="5606385" y="1473300"/>
            <a:ext cx="25530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77" name="Google Shape;377;p35"/>
          <p:cNvSpPr txBox="1">
            <a:spLocks noGrp="1"/>
          </p:cNvSpPr>
          <p:nvPr>
            <p:ph type="subTitle" idx="4"/>
          </p:nvPr>
        </p:nvSpPr>
        <p:spPr>
          <a:xfrm>
            <a:off x="5606398" y="1902675"/>
            <a:ext cx="2553000" cy="89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8" name="Google Shape;378;p35"/>
          <p:cNvSpPr txBox="1">
            <a:spLocks noGrp="1"/>
          </p:cNvSpPr>
          <p:nvPr>
            <p:ph type="title" idx="5"/>
          </p:nvPr>
        </p:nvSpPr>
        <p:spPr>
          <a:xfrm>
            <a:off x="1649150" y="3284025"/>
            <a:ext cx="25530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79" name="Google Shape;379;p35"/>
          <p:cNvSpPr txBox="1">
            <a:spLocks noGrp="1"/>
          </p:cNvSpPr>
          <p:nvPr>
            <p:ph type="subTitle" idx="6"/>
          </p:nvPr>
        </p:nvSpPr>
        <p:spPr>
          <a:xfrm>
            <a:off x="1649150" y="3713400"/>
            <a:ext cx="2553000" cy="89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0" name="Google Shape;380;p35"/>
          <p:cNvSpPr txBox="1">
            <a:spLocks noGrp="1"/>
          </p:cNvSpPr>
          <p:nvPr>
            <p:ph type="title" idx="7"/>
          </p:nvPr>
        </p:nvSpPr>
        <p:spPr>
          <a:xfrm>
            <a:off x="5606374" y="3284025"/>
            <a:ext cx="25530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81" name="Google Shape;381;p35"/>
          <p:cNvSpPr txBox="1">
            <a:spLocks noGrp="1"/>
          </p:cNvSpPr>
          <p:nvPr>
            <p:ph type="subTitle" idx="8"/>
          </p:nvPr>
        </p:nvSpPr>
        <p:spPr>
          <a:xfrm>
            <a:off x="5606373" y="3713400"/>
            <a:ext cx="2553000" cy="89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2" name="Google Shape;382;p35"/>
          <p:cNvSpPr/>
          <p:nvPr/>
        </p:nvSpPr>
        <p:spPr>
          <a:xfrm>
            <a:off x="289612" y="2318627"/>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5"/>
          <p:cNvSpPr/>
          <p:nvPr/>
        </p:nvSpPr>
        <p:spPr>
          <a:xfrm>
            <a:off x="4278376" y="4795219"/>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5"/>
          <p:cNvSpPr/>
          <p:nvPr/>
        </p:nvSpPr>
        <p:spPr>
          <a:xfrm>
            <a:off x="8487639" y="2571761"/>
            <a:ext cx="270946" cy="270811"/>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85"/>
        <p:cNvGrpSpPr/>
        <p:nvPr/>
      </p:nvGrpSpPr>
      <p:grpSpPr>
        <a:xfrm>
          <a:off x="0" y="0"/>
          <a:ext cx="0" cy="0"/>
          <a:chOff x="0" y="0"/>
          <a:chExt cx="0" cy="0"/>
        </a:xfrm>
      </p:grpSpPr>
      <p:sp>
        <p:nvSpPr>
          <p:cNvPr id="386" name="Google Shape;386;p36"/>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387" name="Google Shape;387;p36"/>
          <p:cNvSpPr txBox="1">
            <a:spLocks noGrp="1"/>
          </p:cNvSpPr>
          <p:nvPr>
            <p:ph type="title" idx="2"/>
          </p:nvPr>
        </p:nvSpPr>
        <p:spPr>
          <a:xfrm>
            <a:off x="823638" y="1381200"/>
            <a:ext cx="22644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88" name="Google Shape;388;p36"/>
          <p:cNvSpPr txBox="1">
            <a:spLocks noGrp="1"/>
          </p:cNvSpPr>
          <p:nvPr>
            <p:ph type="subTitle" idx="1"/>
          </p:nvPr>
        </p:nvSpPr>
        <p:spPr>
          <a:xfrm>
            <a:off x="823638" y="1805775"/>
            <a:ext cx="2264400" cy="89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9" name="Google Shape;389;p36"/>
          <p:cNvSpPr txBox="1">
            <a:spLocks noGrp="1"/>
          </p:cNvSpPr>
          <p:nvPr>
            <p:ph type="title" idx="3"/>
          </p:nvPr>
        </p:nvSpPr>
        <p:spPr>
          <a:xfrm>
            <a:off x="3480051" y="1381200"/>
            <a:ext cx="22644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0" name="Google Shape;390;p36"/>
          <p:cNvSpPr txBox="1">
            <a:spLocks noGrp="1"/>
          </p:cNvSpPr>
          <p:nvPr>
            <p:ph type="subTitle" idx="4"/>
          </p:nvPr>
        </p:nvSpPr>
        <p:spPr>
          <a:xfrm>
            <a:off x="3480053" y="1805775"/>
            <a:ext cx="2264400" cy="89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1" name="Google Shape;391;p36"/>
          <p:cNvSpPr txBox="1">
            <a:spLocks noGrp="1"/>
          </p:cNvSpPr>
          <p:nvPr>
            <p:ph type="title" idx="5"/>
          </p:nvPr>
        </p:nvSpPr>
        <p:spPr>
          <a:xfrm>
            <a:off x="824775" y="3168900"/>
            <a:ext cx="22644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2" name="Google Shape;392;p36"/>
          <p:cNvSpPr txBox="1">
            <a:spLocks noGrp="1"/>
          </p:cNvSpPr>
          <p:nvPr>
            <p:ph type="subTitle" idx="6"/>
          </p:nvPr>
        </p:nvSpPr>
        <p:spPr>
          <a:xfrm>
            <a:off x="824775" y="3598275"/>
            <a:ext cx="2264400" cy="89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3" name="Google Shape;393;p36"/>
          <p:cNvSpPr txBox="1">
            <a:spLocks noGrp="1"/>
          </p:cNvSpPr>
          <p:nvPr>
            <p:ph type="title" idx="7"/>
          </p:nvPr>
        </p:nvSpPr>
        <p:spPr>
          <a:xfrm>
            <a:off x="3481188" y="3168900"/>
            <a:ext cx="22644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4" name="Google Shape;394;p36"/>
          <p:cNvSpPr txBox="1">
            <a:spLocks noGrp="1"/>
          </p:cNvSpPr>
          <p:nvPr>
            <p:ph type="subTitle" idx="8"/>
          </p:nvPr>
        </p:nvSpPr>
        <p:spPr>
          <a:xfrm>
            <a:off x="3481191" y="3598275"/>
            <a:ext cx="2264400" cy="89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5" name="Google Shape;395;p36"/>
          <p:cNvSpPr txBox="1">
            <a:spLocks noGrp="1"/>
          </p:cNvSpPr>
          <p:nvPr>
            <p:ph type="title" idx="9"/>
          </p:nvPr>
        </p:nvSpPr>
        <p:spPr>
          <a:xfrm>
            <a:off x="6158446" y="1381200"/>
            <a:ext cx="22644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6" name="Google Shape;396;p36"/>
          <p:cNvSpPr txBox="1">
            <a:spLocks noGrp="1"/>
          </p:cNvSpPr>
          <p:nvPr>
            <p:ph type="subTitle" idx="13"/>
          </p:nvPr>
        </p:nvSpPr>
        <p:spPr>
          <a:xfrm>
            <a:off x="6158451" y="1805775"/>
            <a:ext cx="2264400" cy="89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7" name="Google Shape;397;p36"/>
          <p:cNvSpPr txBox="1">
            <a:spLocks noGrp="1"/>
          </p:cNvSpPr>
          <p:nvPr>
            <p:ph type="title" idx="14"/>
          </p:nvPr>
        </p:nvSpPr>
        <p:spPr>
          <a:xfrm>
            <a:off x="6159584" y="3168900"/>
            <a:ext cx="22644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8" name="Google Shape;398;p36"/>
          <p:cNvSpPr txBox="1">
            <a:spLocks noGrp="1"/>
          </p:cNvSpPr>
          <p:nvPr>
            <p:ph type="subTitle" idx="15"/>
          </p:nvPr>
        </p:nvSpPr>
        <p:spPr>
          <a:xfrm>
            <a:off x="6159588" y="3598275"/>
            <a:ext cx="2264400" cy="89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9" name="Google Shape;399;p36"/>
          <p:cNvSpPr/>
          <p:nvPr/>
        </p:nvSpPr>
        <p:spPr>
          <a:xfrm flipH="1">
            <a:off x="407339" y="750318"/>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0" name="Google Shape;400;p36"/>
          <p:cNvGrpSpPr/>
          <p:nvPr/>
        </p:nvGrpSpPr>
        <p:grpSpPr>
          <a:xfrm>
            <a:off x="8136001" y="4443068"/>
            <a:ext cx="669141" cy="416122"/>
            <a:chOff x="-4036249" y="1642630"/>
            <a:chExt cx="669141" cy="416122"/>
          </a:xfrm>
        </p:grpSpPr>
        <p:sp>
          <p:nvSpPr>
            <p:cNvPr id="401" name="Google Shape;401;p36"/>
            <p:cNvSpPr/>
            <p:nvPr/>
          </p:nvSpPr>
          <p:spPr>
            <a:xfrm>
              <a:off x="-4036249" y="1994781"/>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6"/>
            <p:cNvSpPr/>
            <p:nvPr/>
          </p:nvSpPr>
          <p:spPr>
            <a:xfrm>
              <a:off x="-3510685" y="1642630"/>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449"/>
        <p:cNvGrpSpPr/>
        <p:nvPr/>
      </p:nvGrpSpPr>
      <p:grpSpPr>
        <a:xfrm>
          <a:off x="0" y="0"/>
          <a:ext cx="0" cy="0"/>
          <a:chOff x="0" y="0"/>
          <a:chExt cx="0" cy="0"/>
        </a:xfrm>
      </p:grpSpPr>
      <p:grpSp>
        <p:nvGrpSpPr>
          <p:cNvPr id="450" name="Google Shape;450;p40"/>
          <p:cNvGrpSpPr/>
          <p:nvPr/>
        </p:nvGrpSpPr>
        <p:grpSpPr>
          <a:xfrm rot="-5400000">
            <a:off x="8026326" y="419043"/>
            <a:ext cx="1045334" cy="85698"/>
            <a:chOff x="6657695" y="2654811"/>
            <a:chExt cx="1045334" cy="85698"/>
          </a:xfrm>
        </p:grpSpPr>
        <p:sp>
          <p:nvSpPr>
            <p:cNvPr id="451" name="Google Shape;451;p40"/>
            <p:cNvSpPr/>
            <p:nvPr/>
          </p:nvSpPr>
          <p:spPr>
            <a:xfrm rot="10800000">
              <a:off x="6744218" y="2691276"/>
              <a:ext cx="958812" cy="12870"/>
            </a:xfrm>
            <a:custGeom>
              <a:avLst/>
              <a:gdLst/>
              <a:ahLst/>
              <a:cxnLst/>
              <a:rect l="l" t="t" r="r" b="b"/>
              <a:pathLst>
                <a:path w="9387" h="126" extrusionOk="0">
                  <a:moveTo>
                    <a:pt x="1" y="0"/>
                  </a:moveTo>
                  <a:lnTo>
                    <a:pt x="1" y="125"/>
                  </a:lnTo>
                  <a:lnTo>
                    <a:pt x="9386" y="125"/>
                  </a:lnTo>
                  <a:lnTo>
                    <a:pt x="9386"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0"/>
            <p:cNvSpPr/>
            <p:nvPr/>
          </p:nvSpPr>
          <p:spPr>
            <a:xfrm rot="10800000">
              <a:off x="6657695" y="2654811"/>
              <a:ext cx="85800" cy="85698"/>
            </a:xfrm>
            <a:custGeom>
              <a:avLst/>
              <a:gdLst/>
              <a:ahLst/>
              <a:cxnLst/>
              <a:rect l="l" t="t" r="r" b="b"/>
              <a:pathLst>
                <a:path w="840" h="839" extrusionOk="0">
                  <a:moveTo>
                    <a:pt x="420" y="126"/>
                  </a:moveTo>
                  <a:cubicBezTo>
                    <a:pt x="582" y="126"/>
                    <a:pt x="715" y="257"/>
                    <a:pt x="715" y="419"/>
                  </a:cubicBezTo>
                  <a:cubicBezTo>
                    <a:pt x="715" y="581"/>
                    <a:pt x="582" y="713"/>
                    <a:pt x="420" y="713"/>
                  </a:cubicBezTo>
                  <a:cubicBezTo>
                    <a:pt x="259" y="713"/>
                    <a:pt x="127" y="581"/>
                    <a:pt x="127" y="419"/>
                  </a:cubicBezTo>
                  <a:cubicBezTo>
                    <a:pt x="127" y="257"/>
                    <a:pt x="259" y="126"/>
                    <a:pt x="420" y="126"/>
                  </a:cubicBezTo>
                  <a:close/>
                  <a:moveTo>
                    <a:pt x="420" y="1"/>
                  </a:moveTo>
                  <a:cubicBezTo>
                    <a:pt x="189" y="1"/>
                    <a:pt x="1" y="187"/>
                    <a:pt x="1" y="419"/>
                  </a:cubicBezTo>
                  <a:cubicBezTo>
                    <a:pt x="1" y="651"/>
                    <a:pt x="190" y="838"/>
                    <a:pt x="420" y="838"/>
                  </a:cubicBezTo>
                  <a:cubicBezTo>
                    <a:pt x="651" y="838"/>
                    <a:pt x="840" y="651"/>
                    <a:pt x="840" y="419"/>
                  </a:cubicBezTo>
                  <a:cubicBezTo>
                    <a:pt x="840" y="187"/>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40"/>
          <p:cNvGrpSpPr/>
          <p:nvPr/>
        </p:nvGrpSpPr>
        <p:grpSpPr>
          <a:xfrm rot="5400000" flipH="1">
            <a:off x="7120404" y="983479"/>
            <a:ext cx="2857153" cy="768626"/>
            <a:chOff x="4982136" y="2963797"/>
            <a:chExt cx="2857153" cy="768626"/>
          </a:xfrm>
        </p:grpSpPr>
        <p:sp>
          <p:nvSpPr>
            <p:cNvPr id="454" name="Google Shape;454;p40"/>
            <p:cNvSpPr/>
            <p:nvPr/>
          </p:nvSpPr>
          <p:spPr>
            <a:xfrm rot="10800000">
              <a:off x="5397062" y="2963797"/>
              <a:ext cx="2442227" cy="381604"/>
            </a:xfrm>
            <a:custGeom>
              <a:avLst/>
              <a:gdLst/>
              <a:ahLst/>
              <a:cxnLst/>
              <a:rect l="l" t="t" r="r" b="b"/>
              <a:pathLst>
                <a:path w="23910" h="3736" extrusionOk="0">
                  <a:moveTo>
                    <a:pt x="23821" y="0"/>
                  </a:moveTo>
                  <a:lnTo>
                    <a:pt x="20211" y="3610"/>
                  </a:lnTo>
                  <a:lnTo>
                    <a:pt x="0" y="3610"/>
                  </a:lnTo>
                  <a:lnTo>
                    <a:pt x="0" y="3735"/>
                  </a:lnTo>
                  <a:lnTo>
                    <a:pt x="20264" y="3735"/>
                  </a:lnTo>
                  <a:lnTo>
                    <a:pt x="23909" y="90"/>
                  </a:lnTo>
                  <a:lnTo>
                    <a:pt x="23821"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0"/>
            <p:cNvSpPr/>
            <p:nvPr/>
          </p:nvSpPr>
          <p:spPr>
            <a:xfrm rot="10800000">
              <a:off x="5055998" y="2965843"/>
              <a:ext cx="1569113" cy="730012"/>
            </a:xfrm>
            <a:custGeom>
              <a:avLst/>
              <a:gdLst/>
              <a:ahLst/>
              <a:cxnLst/>
              <a:rect l="l" t="t" r="r" b="b"/>
              <a:pathLst>
                <a:path w="15362" h="7147" extrusionOk="0">
                  <a:moveTo>
                    <a:pt x="7061" y="1"/>
                  </a:moveTo>
                  <a:lnTo>
                    <a:pt x="1" y="7058"/>
                  </a:lnTo>
                  <a:lnTo>
                    <a:pt x="90" y="7147"/>
                  </a:lnTo>
                  <a:lnTo>
                    <a:pt x="7111" y="126"/>
                  </a:lnTo>
                  <a:lnTo>
                    <a:pt x="15361" y="126"/>
                  </a:lnTo>
                  <a:lnTo>
                    <a:pt x="1536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0"/>
            <p:cNvSpPr/>
            <p:nvPr/>
          </p:nvSpPr>
          <p:spPr>
            <a:xfrm rot="10800000">
              <a:off x="4982136" y="3646623"/>
              <a:ext cx="85800" cy="85800"/>
            </a:xfrm>
            <a:custGeom>
              <a:avLst/>
              <a:gdLst/>
              <a:ahLst/>
              <a:cxnLst/>
              <a:rect l="l" t="t" r="r" b="b"/>
              <a:pathLst>
                <a:path w="840" h="840" extrusionOk="0">
                  <a:moveTo>
                    <a:pt x="420" y="127"/>
                  </a:moveTo>
                  <a:cubicBezTo>
                    <a:pt x="582" y="127"/>
                    <a:pt x="715" y="258"/>
                    <a:pt x="715" y="420"/>
                  </a:cubicBezTo>
                  <a:cubicBezTo>
                    <a:pt x="715" y="582"/>
                    <a:pt x="582" y="714"/>
                    <a:pt x="420" y="714"/>
                  </a:cubicBezTo>
                  <a:cubicBezTo>
                    <a:pt x="259" y="714"/>
                    <a:pt x="127" y="582"/>
                    <a:pt x="127" y="420"/>
                  </a:cubicBezTo>
                  <a:cubicBezTo>
                    <a:pt x="127" y="258"/>
                    <a:pt x="259" y="127"/>
                    <a:pt x="420" y="127"/>
                  </a:cubicBezTo>
                  <a:close/>
                  <a:moveTo>
                    <a:pt x="420" y="1"/>
                  </a:moveTo>
                  <a:cubicBezTo>
                    <a:pt x="189" y="1"/>
                    <a:pt x="1" y="189"/>
                    <a:pt x="1" y="420"/>
                  </a:cubicBezTo>
                  <a:cubicBezTo>
                    <a:pt x="1" y="652"/>
                    <a:pt x="190" y="839"/>
                    <a:pt x="420" y="839"/>
                  </a:cubicBezTo>
                  <a:cubicBezTo>
                    <a:pt x="651" y="839"/>
                    <a:pt x="840" y="652"/>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0"/>
            <p:cNvSpPr/>
            <p:nvPr/>
          </p:nvSpPr>
          <p:spPr>
            <a:xfrm rot="10800000">
              <a:off x="5335347" y="3323441"/>
              <a:ext cx="85698" cy="85698"/>
            </a:xfrm>
            <a:custGeom>
              <a:avLst/>
              <a:gdLst/>
              <a:ahLst/>
              <a:cxnLst/>
              <a:rect l="l" t="t" r="r" b="b"/>
              <a:pathLst>
                <a:path w="839" h="839" extrusionOk="0">
                  <a:moveTo>
                    <a:pt x="420" y="126"/>
                  </a:moveTo>
                  <a:cubicBezTo>
                    <a:pt x="581" y="126"/>
                    <a:pt x="713" y="258"/>
                    <a:pt x="713" y="419"/>
                  </a:cubicBezTo>
                  <a:cubicBezTo>
                    <a:pt x="713" y="581"/>
                    <a:pt x="581" y="714"/>
                    <a:pt x="420" y="714"/>
                  </a:cubicBezTo>
                  <a:cubicBezTo>
                    <a:pt x="258" y="714"/>
                    <a:pt x="125" y="581"/>
                    <a:pt x="125" y="419"/>
                  </a:cubicBezTo>
                  <a:cubicBezTo>
                    <a:pt x="125" y="258"/>
                    <a:pt x="258" y="126"/>
                    <a:pt x="420" y="126"/>
                  </a:cubicBezTo>
                  <a:close/>
                  <a:moveTo>
                    <a:pt x="420" y="0"/>
                  </a:moveTo>
                  <a:cubicBezTo>
                    <a:pt x="188" y="0"/>
                    <a:pt x="0" y="188"/>
                    <a:pt x="0" y="419"/>
                  </a:cubicBezTo>
                  <a:cubicBezTo>
                    <a:pt x="0" y="651"/>
                    <a:pt x="189" y="839"/>
                    <a:pt x="420" y="839"/>
                  </a:cubicBezTo>
                  <a:cubicBezTo>
                    <a:pt x="652" y="839"/>
                    <a:pt x="838" y="651"/>
                    <a:pt x="838" y="419"/>
                  </a:cubicBezTo>
                  <a:cubicBezTo>
                    <a:pt x="838"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40"/>
          <p:cNvGrpSpPr/>
          <p:nvPr/>
        </p:nvGrpSpPr>
        <p:grpSpPr>
          <a:xfrm flipH="1">
            <a:off x="8526939" y="1428830"/>
            <a:ext cx="406366" cy="1037947"/>
            <a:chOff x="-4036249" y="1020805"/>
            <a:chExt cx="406366" cy="1037947"/>
          </a:xfrm>
        </p:grpSpPr>
        <p:sp>
          <p:nvSpPr>
            <p:cNvPr id="459" name="Google Shape;459;p40"/>
            <p:cNvSpPr/>
            <p:nvPr/>
          </p:nvSpPr>
          <p:spPr>
            <a:xfrm>
              <a:off x="-4036249" y="1994781"/>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0"/>
            <p:cNvSpPr/>
            <p:nvPr/>
          </p:nvSpPr>
          <p:spPr>
            <a:xfrm>
              <a:off x="-3773460" y="102080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61"/>
        <p:cNvGrpSpPr/>
        <p:nvPr/>
      </p:nvGrpSpPr>
      <p:grpSpPr>
        <a:xfrm>
          <a:off x="0" y="0"/>
          <a:ext cx="0" cy="0"/>
          <a:chOff x="0" y="0"/>
          <a:chExt cx="0" cy="0"/>
        </a:xfrm>
      </p:grpSpPr>
      <p:sp>
        <p:nvSpPr>
          <p:cNvPr id="462" name="Google Shape;462;p41"/>
          <p:cNvSpPr/>
          <p:nvPr/>
        </p:nvSpPr>
        <p:spPr>
          <a:xfrm rot="10800000" flipH="1">
            <a:off x="994640" y="4188229"/>
            <a:ext cx="133501" cy="13350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1"/>
          <p:cNvSpPr/>
          <p:nvPr/>
        </p:nvSpPr>
        <p:spPr>
          <a:xfrm rot="10800000" flipH="1">
            <a:off x="445207" y="4446702"/>
            <a:ext cx="391725" cy="392000"/>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1"/>
          <p:cNvSpPr/>
          <p:nvPr/>
        </p:nvSpPr>
        <p:spPr>
          <a:xfrm rot="10800000" flipH="1">
            <a:off x="518381" y="3484672"/>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1"/>
          <p:cNvSpPr/>
          <p:nvPr/>
        </p:nvSpPr>
        <p:spPr>
          <a:xfrm flipH="1">
            <a:off x="8010519" y="934593"/>
            <a:ext cx="133501" cy="13350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1"/>
          <p:cNvSpPr/>
          <p:nvPr/>
        </p:nvSpPr>
        <p:spPr>
          <a:xfrm flipH="1">
            <a:off x="8301729" y="417622"/>
            <a:ext cx="391725" cy="392000"/>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1"/>
          <p:cNvSpPr/>
          <p:nvPr/>
        </p:nvSpPr>
        <p:spPr>
          <a:xfrm flipH="1">
            <a:off x="8556309" y="1707681"/>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7" name="Google Shape;27;p4"/>
          <p:cNvSpPr txBox="1">
            <a:spLocks noGrp="1"/>
          </p:cNvSpPr>
          <p:nvPr>
            <p:ph type="body" idx="1"/>
          </p:nvPr>
        </p:nvSpPr>
        <p:spPr>
          <a:xfrm>
            <a:off x="720000" y="1237083"/>
            <a:ext cx="7704000" cy="33663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05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grpSp>
        <p:nvGrpSpPr>
          <p:cNvPr id="28" name="Google Shape;28;p4"/>
          <p:cNvGrpSpPr/>
          <p:nvPr/>
        </p:nvGrpSpPr>
        <p:grpSpPr>
          <a:xfrm>
            <a:off x="6242722" y="4410900"/>
            <a:ext cx="347708" cy="385214"/>
            <a:chOff x="-527645" y="5697032"/>
            <a:chExt cx="263855" cy="292316"/>
          </a:xfrm>
        </p:grpSpPr>
        <p:sp>
          <p:nvSpPr>
            <p:cNvPr id="29" name="Google Shape;29;p4"/>
            <p:cNvSpPr/>
            <p:nvPr/>
          </p:nvSpPr>
          <p:spPr>
            <a:xfrm>
              <a:off x="-299966" y="5953172"/>
              <a:ext cx="36175" cy="36175"/>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527645" y="5697032"/>
              <a:ext cx="144180" cy="144103"/>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1;p4"/>
          <p:cNvGrpSpPr/>
          <p:nvPr/>
        </p:nvGrpSpPr>
        <p:grpSpPr>
          <a:xfrm>
            <a:off x="6846903" y="4362557"/>
            <a:ext cx="1577109" cy="1577071"/>
            <a:chOff x="7373511" y="1704516"/>
            <a:chExt cx="378440" cy="378440"/>
          </a:xfrm>
        </p:grpSpPr>
        <p:sp>
          <p:nvSpPr>
            <p:cNvPr id="32" name="Google Shape;32;p4"/>
            <p:cNvSpPr/>
            <p:nvPr/>
          </p:nvSpPr>
          <p:spPr>
            <a:xfrm>
              <a:off x="7399889" y="1745463"/>
              <a:ext cx="325587" cy="296547"/>
            </a:xfrm>
            <a:custGeom>
              <a:avLst/>
              <a:gdLst/>
              <a:ahLst/>
              <a:cxnLst/>
              <a:rect l="l" t="t" r="r" b="b"/>
              <a:pathLst>
                <a:path w="6727" h="6127" extrusionOk="0">
                  <a:moveTo>
                    <a:pt x="3363" y="0"/>
                  </a:moveTo>
                  <a:cubicBezTo>
                    <a:pt x="2580" y="0"/>
                    <a:pt x="1796" y="299"/>
                    <a:pt x="1197" y="898"/>
                  </a:cubicBezTo>
                  <a:cubicBezTo>
                    <a:pt x="1" y="2093"/>
                    <a:pt x="1" y="4033"/>
                    <a:pt x="1197" y="5230"/>
                  </a:cubicBezTo>
                  <a:cubicBezTo>
                    <a:pt x="1796" y="5828"/>
                    <a:pt x="2580" y="6126"/>
                    <a:pt x="3363" y="6126"/>
                  </a:cubicBezTo>
                  <a:cubicBezTo>
                    <a:pt x="4147" y="6126"/>
                    <a:pt x="4931" y="5828"/>
                    <a:pt x="5529" y="5230"/>
                  </a:cubicBezTo>
                  <a:cubicBezTo>
                    <a:pt x="6726" y="4033"/>
                    <a:pt x="6726" y="2093"/>
                    <a:pt x="5529" y="898"/>
                  </a:cubicBezTo>
                  <a:cubicBezTo>
                    <a:pt x="4931" y="299"/>
                    <a:pt x="4147" y="0"/>
                    <a:pt x="3363"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7472925" y="1814287"/>
              <a:ext cx="180145" cy="158752"/>
            </a:xfrm>
            <a:custGeom>
              <a:avLst/>
              <a:gdLst/>
              <a:ahLst/>
              <a:cxnLst/>
              <a:rect l="l" t="t" r="r" b="b"/>
              <a:pathLst>
                <a:path w="3722" h="3280" extrusionOk="0">
                  <a:moveTo>
                    <a:pt x="1861" y="1"/>
                  </a:moveTo>
                  <a:cubicBezTo>
                    <a:pt x="1652" y="1"/>
                    <a:pt x="1440" y="41"/>
                    <a:pt x="1234" y="126"/>
                  </a:cubicBezTo>
                  <a:cubicBezTo>
                    <a:pt x="398" y="473"/>
                    <a:pt x="1" y="1431"/>
                    <a:pt x="347" y="2267"/>
                  </a:cubicBezTo>
                  <a:cubicBezTo>
                    <a:pt x="609" y="2899"/>
                    <a:pt x="1219" y="3279"/>
                    <a:pt x="1862" y="3279"/>
                  </a:cubicBezTo>
                  <a:cubicBezTo>
                    <a:pt x="2071" y="3279"/>
                    <a:pt x="2283" y="3239"/>
                    <a:pt x="2488" y="3154"/>
                  </a:cubicBezTo>
                  <a:cubicBezTo>
                    <a:pt x="3325" y="2808"/>
                    <a:pt x="3722" y="1850"/>
                    <a:pt x="3376" y="1013"/>
                  </a:cubicBezTo>
                  <a:cubicBezTo>
                    <a:pt x="3114" y="382"/>
                    <a:pt x="2504" y="1"/>
                    <a:pt x="1861"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7500900" y="1831905"/>
              <a:ext cx="123759" cy="123710"/>
            </a:xfrm>
            <a:custGeom>
              <a:avLst/>
              <a:gdLst/>
              <a:ahLst/>
              <a:cxnLst/>
              <a:rect l="l" t="t" r="r" b="b"/>
              <a:pathLst>
                <a:path w="2557" h="2556" extrusionOk="0">
                  <a:moveTo>
                    <a:pt x="1278" y="124"/>
                  </a:moveTo>
                  <a:cubicBezTo>
                    <a:pt x="1912" y="124"/>
                    <a:pt x="2430" y="642"/>
                    <a:pt x="2430" y="1277"/>
                  </a:cubicBezTo>
                  <a:cubicBezTo>
                    <a:pt x="2430" y="1911"/>
                    <a:pt x="1915" y="2428"/>
                    <a:pt x="1278" y="2428"/>
                  </a:cubicBezTo>
                  <a:cubicBezTo>
                    <a:pt x="643" y="2428"/>
                    <a:pt x="126" y="1913"/>
                    <a:pt x="126" y="1277"/>
                  </a:cubicBezTo>
                  <a:cubicBezTo>
                    <a:pt x="126" y="642"/>
                    <a:pt x="642" y="124"/>
                    <a:pt x="1278" y="124"/>
                  </a:cubicBezTo>
                  <a:close/>
                  <a:moveTo>
                    <a:pt x="1278" y="0"/>
                  </a:moveTo>
                  <a:cubicBezTo>
                    <a:pt x="573" y="0"/>
                    <a:pt x="1" y="573"/>
                    <a:pt x="1" y="1278"/>
                  </a:cubicBezTo>
                  <a:cubicBezTo>
                    <a:pt x="1" y="1983"/>
                    <a:pt x="573" y="2555"/>
                    <a:pt x="1278" y="2555"/>
                  </a:cubicBezTo>
                  <a:cubicBezTo>
                    <a:pt x="1981" y="2555"/>
                    <a:pt x="2556" y="1981"/>
                    <a:pt x="2556" y="1278"/>
                  </a:cubicBezTo>
                  <a:cubicBezTo>
                    <a:pt x="2556" y="573"/>
                    <a:pt x="1983" y="0"/>
                    <a:pt x="127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7373511" y="1704516"/>
              <a:ext cx="378440" cy="378440"/>
            </a:xfrm>
            <a:custGeom>
              <a:avLst/>
              <a:gdLst/>
              <a:ahLst/>
              <a:cxnLst/>
              <a:rect l="l" t="t" r="r" b="b"/>
              <a:pathLst>
                <a:path w="7819" h="7819" extrusionOk="0">
                  <a:moveTo>
                    <a:pt x="3910" y="125"/>
                  </a:moveTo>
                  <a:cubicBezTo>
                    <a:pt x="5997" y="125"/>
                    <a:pt x="7693" y="1823"/>
                    <a:pt x="7693" y="3909"/>
                  </a:cubicBezTo>
                  <a:cubicBezTo>
                    <a:pt x="7693" y="5995"/>
                    <a:pt x="5997" y="7691"/>
                    <a:pt x="3910" y="7691"/>
                  </a:cubicBezTo>
                  <a:cubicBezTo>
                    <a:pt x="1824" y="7691"/>
                    <a:pt x="127" y="5995"/>
                    <a:pt x="127" y="3909"/>
                  </a:cubicBezTo>
                  <a:cubicBezTo>
                    <a:pt x="127" y="1821"/>
                    <a:pt x="1824" y="125"/>
                    <a:pt x="3910" y="125"/>
                  </a:cubicBezTo>
                  <a:close/>
                  <a:moveTo>
                    <a:pt x="3910" y="0"/>
                  </a:moveTo>
                  <a:cubicBezTo>
                    <a:pt x="1754" y="0"/>
                    <a:pt x="0" y="1754"/>
                    <a:pt x="0" y="3910"/>
                  </a:cubicBezTo>
                  <a:cubicBezTo>
                    <a:pt x="0" y="6065"/>
                    <a:pt x="1755" y="7818"/>
                    <a:pt x="3910" y="7818"/>
                  </a:cubicBezTo>
                  <a:cubicBezTo>
                    <a:pt x="6065" y="7818"/>
                    <a:pt x="7819" y="6065"/>
                    <a:pt x="7819" y="3910"/>
                  </a:cubicBezTo>
                  <a:cubicBezTo>
                    <a:pt x="7819" y="1753"/>
                    <a:pt x="6065" y="0"/>
                    <a:pt x="391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36;p4"/>
          <p:cNvGrpSpPr/>
          <p:nvPr/>
        </p:nvGrpSpPr>
        <p:grpSpPr>
          <a:xfrm rot="-5400000" flipH="1">
            <a:off x="6872890" y="343178"/>
            <a:ext cx="2975210" cy="1122139"/>
            <a:chOff x="6654890" y="4615628"/>
            <a:chExt cx="2975210" cy="1122139"/>
          </a:xfrm>
        </p:grpSpPr>
        <p:sp>
          <p:nvSpPr>
            <p:cNvPr id="37" name="Google Shape;37;p4"/>
            <p:cNvSpPr/>
            <p:nvPr/>
          </p:nvSpPr>
          <p:spPr>
            <a:xfrm>
              <a:off x="7097329" y="5686393"/>
              <a:ext cx="998448" cy="13402"/>
            </a:xfrm>
            <a:custGeom>
              <a:avLst/>
              <a:gdLst/>
              <a:ahLst/>
              <a:cxnLst/>
              <a:rect l="l" t="t" r="r" b="b"/>
              <a:pathLst>
                <a:path w="9387" h="126" extrusionOk="0">
                  <a:moveTo>
                    <a:pt x="1" y="0"/>
                  </a:moveTo>
                  <a:lnTo>
                    <a:pt x="1" y="125"/>
                  </a:lnTo>
                  <a:lnTo>
                    <a:pt x="9386" y="125"/>
                  </a:lnTo>
                  <a:lnTo>
                    <a:pt x="9386"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6654890" y="5018640"/>
              <a:ext cx="2543187" cy="397380"/>
            </a:xfrm>
            <a:custGeom>
              <a:avLst/>
              <a:gdLst/>
              <a:ahLst/>
              <a:cxnLst/>
              <a:rect l="l" t="t" r="r" b="b"/>
              <a:pathLst>
                <a:path w="23910" h="3736" extrusionOk="0">
                  <a:moveTo>
                    <a:pt x="23821" y="0"/>
                  </a:moveTo>
                  <a:lnTo>
                    <a:pt x="20211" y="3610"/>
                  </a:lnTo>
                  <a:lnTo>
                    <a:pt x="0" y="3610"/>
                  </a:lnTo>
                  <a:lnTo>
                    <a:pt x="0" y="3735"/>
                  </a:lnTo>
                  <a:lnTo>
                    <a:pt x="20264" y="3735"/>
                  </a:lnTo>
                  <a:lnTo>
                    <a:pt x="23909" y="90"/>
                  </a:lnTo>
                  <a:lnTo>
                    <a:pt x="23821"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7919236" y="4653706"/>
              <a:ext cx="1633979" cy="760191"/>
            </a:xfrm>
            <a:custGeom>
              <a:avLst/>
              <a:gdLst/>
              <a:ahLst/>
              <a:cxnLst/>
              <a:rect l="l" t="t" r="r" b="b"/>
              <a:pathLst>
                <a:path w="15362" h="7147" extrusionOk="0">
                  <a:moveTo>
                    <a:pt x="7061" y="1"/>
                  </a:moveTo>
                  <a:lnTo>
                    <a:pt x="1" y="7058"/>
                  </a:lnTo>
                  <a:lnTo>
                    <a:pt x="90" y="7147"/>
                  </a:lnTo>
                  <a:lnTo>
                    <a:pt x="7111" y="126"/>
                  </a:lnTo>
                  <a:lnTo>
                    <a:pt x="15361" y="126"/>
                  </a:lnTo>
                  <a:lnTo>
                    <a:pt x="1536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8096511" y="5648527"/>
              <a:ext cx="89347" cy="89240"/>
            </a:xfrm>
            <a:custGeom>
              <a:avLst/>
              <a:gdLst/>
              <a:ahLst/>
              <a:cxnLst/>
              <a:rect l="l" t="t" r="r" b="b"/>
              <a:pathLst>
                <a:path w="840" h="839" extrusionOk="0">
                  <a:moveTo>
                    <a:pt x="420" y="126"/>
                  </a:moveTo>
                  <a:cubicBezTo>
                    <a:pt x="582" y="126"/>
                    <a:pt x="715" y="257"/>
                    <a:pt x="715" y="419"/>
                  </a:cubicBezTo>
                  <a:cubicBezTo>
                    <a:pt x="715" y="581"/>
                    <a:pt x="582" y="713"/>
                    <a:pt x="420" y="713"/>
                  </a:cubicBezTo>
                  <a:cubicBezTo>
                    <a:pt x="259" y="713"/>
                    <a:pt x="127" y="581"/>
                    <a:pt x="127" y="419"/>
                  </a:cubicBezTo>
                  <a:cubicBezTo>
                    <a:pt x="127" y="257"/>
                    <a:pt x="259" y="126"/>
                    <a:pt x="420" y="126"/>
                  </a:cubicBezTo>
                  <a:close/>
                  <a:moveTo>
                    <a:pt x="420" y="1"/>
                  </a:moveTo>
                  <a:cubicBezTo>
                    <a:pt x="189" y="1"/>
                    <a:pt x="1" y="187"/>
                    <a:pt x="1" y="419"/>
                  </a:cubicBezTo>
                  <a:cubicBezTo>
                    <a:pt x="1" y="651"/>
                    <a:pt x="190" y="838"/>
                    <a:pt x="420" y="838"/>
                  </a:cubicBezTo>
                  <a:cubicBezTo>
                    <a:pt x="651" y="838"/>
                    <a:pt x="840" y="651"/>
                    <a:pt x="840" y="419"/>
                  </a:cubicBezTo>
                  <a:cubicBezTo>
                    <a:pt x="840" y="187"/>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9540753" y="4615628"/>
              <a:ext cx="89347" cy="89347"/>
            </a:xfrm>
            <a:custGeom>
              <a:avLst/>
              <a:gdLst/>
              <a:ahLst/>
              <a:cxnLst/>
              <a:rect l="l" t="t" r="r" b="b"/>
              <a:pathLst>
                <a:path w="840" h="840" extrusionOk="0">
                  <a:moveTo>
                    <a:pt x="420" y="127"/>
                  </a:moveTo>
                  <a:cubicBezTo>
                    <a:pt x="582" y="127"/>
                    <a:pt x="715" y="258"/>
                    <a:pt x="715" y="420"/>
                  </a:cubicBezTo>
                  <a:cubicBezTo>
                    <a:pt x="715" y="582"/>
                    <a:pt x="582" y="714"/>
                    <a:pt x="420" y="714"/>
                  </a:cubicBezTo>
                  <a:cubicBezTo>
                    <a:pt x="259" y="714"/>
                    <a:pt x="127" y="582"/>
                    <a:pt x="127" y="420"/>
                  </a:cubicBezTo>
                  <a:cubicBezTo>
                    <a:pt x="127" y="258"/>
                    <a:pt x="259" y="127"/>
                    <a:pt x="420" y="127"/>
                  </a:cubicBezTo>
                  <a:close/>
                  <a:moveTo>
                    <a:pt x="420" y="1"/>
                  </a:moveTo>
                  <a:cubicBezTo>
                    <a:pt x="189" y="1"/>
                    <a:pt x="1" y="189"/>
                    <a:pt x="1" y="420"/>
                  </a:cubicBezTo>
                  <a:cubicBezTo>
                    <a:pt x="1" y="652"/>
                    <a:pt x="190" y="839"/>
                    <a:pt x="420" y="839"/>
                  </a:cubicBezTo>
                  <a:cubicBezTo>
                    <a:pt x="651" y="839"/>
                    <a:pt x="840" y="652"/>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9173053" y="4952269"/>
              <a:ext cx="89240" cy="89240"/>
            </a:xfrm>
            <a:custGeom>
              <a:avLst/>
              <a:gdLst/>
              <a:ahLst/>
              <a:cxnLst/>
              <a:rect l="l" t="t" r="r" b="b"/>
              <a:pathLst>
                <a:path w="839" h="839" extrusionOk="0">
                  <a:moveTo>
                    <a:pt x="420" y="126"/>
                  </a:moveTo>
                  <a:cubicBezTo>
                    <a:pt x="581" y="126"/>
                    <a:pt x="713" y="258"/>
                    <a:pt x="713" y="419"/>
                  </a:cubicBezTo>
                  <a:cubicBezTo>
                    <a:pt x="713" y="581"/>
                    <a:pt x="581" y="714"/>
                    <a:pt x="420" y="714"/>
                  </a:cubicBezTo>
                  <a:cubicBezTo>
                    <a:pt x="258" y="714"/>
                    <a:pt x="125" y="581"/>
                    <a:pt x="125" y="419"/>
                  </a:cubicBezTo>
                  <a:cubicBezTo>
                    <a:pt x="125" y="258"/>
                    <a:pt x="258" y="126"/>
                    <a:pt x="420" y="126"/>
                  </a:cubicBezTo>
                  <a:close/>
                  <a:moveTo>
                    <a:pt x="420" y="0"/>
                  </a:moveTo>
                  <a:cubicBezTo>
                    <a:pt x="188" y="0"/>
                    <a:pt x="0" y="188"/>
                    <a:pt x="0" y="419"/>
                  </a:cubicBezTo>
                  <a:cubicBezTo>
                    <a:pt x="0" y="651"/>
                    <a:pt x="189" y="839"/>
                    <a:pt x="420" y="839"/>
                  </a:cubicBezTo>
                  <a:cubicBezTo>
                    <a:pt x="652" y="839"/>
                    <a:pt x="838" y="651"/>
                    <a:pt x="838" y="419"/>
                  </a:cubicBezTo>
                  <a:cubicBezTo>
                    <a:pt x="838"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14346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64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1pPr>
            <a:lvl2pPr lvl="1"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2pPr>
            <a:lvl3pPr lvl="2"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3pPr>
            <a:lvl4pPr lvl="3"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4pPr>
            <a:lvl5pPr lvl="4"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5pPr>
            <a:lvl6pPr lvl="5"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6pPr>
            <a:lvl7pPr lvl="6"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7pPr>
            <a:lvl8pPr lvl="7"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8pPr>
            <a:lvl9pPr lvl="8" rtl="0">
              <a:spcBef>
                <a:spcPts val="0"/>
              </a:spcBef>
              <a:spcAft>
                <a:spcPts val="0"/>
              </a:spcAft>
              <a:buClr>
                <a:schemeClr val="dk1"/>
              </a:buClr>
              <a:buSzPts val="3100"/>
              <a:buFont typeface="Bai Jamjuree SemiBold"/>
              <a:buNone/>
              <a:defRPr sz="3100">
                <a:solidFill>
                  <a:schemeClr val="dk1"/>
                </a:solidFill>
                <a:latin typeface="Bai Jamjuree SemiBold"/>
                <a:ea typeface="Bai Jamjuree SemiBold"/>
                <a:cs typeface="Bai Jamjuree SemiBold"/>
                <a:sym typeface="Bai Jamjuree SemiBold"/>
              </a:defRPr>
            </a:lvl9pPr>
          </a:lstStyle>
          <a:p>
            <a:endParaRPr/>
          </a:p>
        </p:txBody>
      </p:sp>
      <p:sp>
        <p:nvSpPr>
          <p:cNvPr id="7" name="Google Shape;7;p1"/>
          <p:cNvSpPr txBox="1">
            <a:spLocks noGrp="1"/>
          </p:cNvSpPr>
          <p:nvPr>
            <p:ph type="body" idx="1"/>
          </p:nvPr>
        </p:nvSpPr>
        <p:spPr>
          <a:xfrm>
            <a:off x="720000" y="1237083"/>
            <a:ext cx="7704000" cy="33663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1pPr>
            <a:lvl2pPr marL="914400" lvl="1"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2pPr>
            <a:lvl3pPr marL="1371600" lvl="2"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3pPr>
            <a:lvl4pPr marL="1828800" lvl="3"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4pPr>
            <a:lvl5pPr marL="2286000" lvl="4"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5pPr>
            <a:lvl6pPr marL="2743200" lvl="5"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6pPr>
            <a:lvl7pPr marL="3200400" lvl="6"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7pPr>
            <a:lvl8pPr marL="3657600" lvl="7"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8pPr>
            <a:lvl9pPr marL="4114800" lvl="8" indent="-317500">
              <a:lnSpc>
                <a:spcPct val="100000"/>
              </a:lnSpc>
              <a:spcBef>
                <a:spcPts val="1600"/>
              </a:spcBef>
              <a:spcAft>
                <a:spcPts val="1600"/>
              </a:spcAft>
              <a:buClr>
                <a:schemeClr val="dk1"/>
              </a:buClr>
              <a:buSzPts val="1400"/>
              <a:buFont typeface="Cairo"/>
              <a:buChar char="■"/>
              <a:defRPr>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5" r:id="rId3"/>
    <p:sldLayoutId id="2147483658" r:id="rId4"/>
    <p:sldLayoutId id="2147483672" r:id="rId5"/>
    <p:sldLayoutId id="2147483681" r:id="rId6"/>
    <p:sldLayoutId id="2147483682" r:id="rId7"/>
    <p:sldLayoutId id="2147483686" r:id="rId8"/>
    <p:sldLayoutId id="2147483687" r:id="rId9"/>
    <p:sldLayoutId id="2147483692"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9" name="Google Shape;479;p45"/>
          <p:cNvSpPr txBox="1">
            <a:spLocks noGrp="1"/>
          </p:cNvSpPr>
          <p:nvPr>
            <p:ph type="ctrTitle"/>
          </p:nvPr>
        </p:nvSpPr>
        <p:spPr>
          <a:xfrm>
            <a:off x="4286250" y="1039275"/>
            <a:ext cx="3978900" cy="2786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en-IN" sz="3200" dirty="0"/>
              <a:t>Implementation</a:t>
            </a:r>
            <a:r>
              <a:rPr lang="en" sz="3200" dirty="0"/>
              <a:t> </a:t>
            </a:r>
            <a:r>
              <a:rPr lang="en-US" sz="3200" dirty="0"/>
              <a:t>of  Scalable Resource Access Control</a:t>
            </a:r>
            <a:endParaRPr sz="3200" dirty="0"/>
          </a:p>
        </p:txBody>
      </p:sp>
      <p:grpSp>
        <p:nvGrpSpPr>
          <p:cNvPr id="480" name="Google Shape;480;p45"/>
          <p:cNvGrpSpPr/>
          <p:nvPr/>
        </p:nvGrpSpPr>
        <p:grpSpPr>
          <a:xfrm rot="5400000">
            <a:off x="-1221909" y="-721652"/>
            <a:ext cx="6775680" cy="3874604"/>
            <a:chOff x="-684411" y="-1509002"/>
            <a:chExt cx="3210614" cy="1835957"/>
          </a:xfrm>
        </p:grpSpPr>
        <p:sp>
          <p:nvSpPr>
            <p:cNvPr id="481" name="Google Shape;481;p45"/>
            <p:cNvSpPr/>
            <p:nvPr/>
          </p:nvSpPr>
          <p:spPr>
            <a:xfrm>
              <a:off x="-684411" y="-318410"/>
              <a:ext cx="3173104" cy="212331"/>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5"/>
            <p:cNvSpPr/>
            <p:nvPr/>
          </p:nvSpPr>
          <p:spPr>
            <a:xfrm>
              <a:off x="-571349" y="-965179"/>
              <a:ext cx="2667082" cy="599918"/>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5"/>
            <p:cNvSpPr/>
            <p:nvPr/>
          </p:nvSpPr>
          <p:spPr>
            <a:xfrm>
              <a:off x="-506783" y="-1491675"/>
              <a:ext cx="2160818" cy="1045585"/>
            </a:xfrm>
            <a:custGeom>
              <a:avLst/>
              <a:gdLst/>
              <a:ahLst/>
              <a:cxnLst/>
              <a:rect l="l" t="t" r="r" b="b"/>
              <a:pathLst>
                <a:path w="44645" h="21603" extrusionOk="0">
                  <a:moveTo>
                    <a:pt x="40354" y="0"/>
                  </a:moveTo>
                  <a:lnTo>
                    <a:pt x="18877" y="21477"/>
                  </a:lnTo>
                  <a:lnTo>
                    <a:pt x="1" y="21477"/>
                  </a:lnTo>
                  <a:lnTo>
                    <a:pt x="1" y="21602"/>
                  </a:lnTo>
                  <a:lnTo>
                    <a:pt x="18930" y="21602"/>
                  </a:lnTo>
                  <a:lnTo>
                    <a:pt x="40407" y="125"/>
                  </a:lnTo>
                  <a:lnTo>
                    <a:pt x="44644" y="125"/>
                  </a:lnTo>
                  <a:lnTo>
                    <a:pt x="44644"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5"/>
            <p:cNvSpPr/>
            <p:nvPr/>
          </p:nvSpPr>
          <p:spPr>
            <a:xfrm>
              <a:off x="-506783" y="-609004"/>
              <a:ext cx="454331" cy="6098"/>
            </a:xfrm>
            <a:custGeom>
              <a:avLst/>
              <a:gdLst/>
              <a:ahLst/>
              <a:cxnLst/>
              <a:rect l="l" t="t" r="r" b="b"/>
              <a:pathLst>
                <a:path w="9387" h="126" extrusionOk="0">
                  <a:moveTo>
                    <a:pt x="1" y="0"/>
                  </a:moveTo>
                  <a:lnTo>
                    <a:pt x="1" y="125"/>
                  </a:lnTo>
                  <a:lnTo>
                    <a:pt x="9386" y="125"/>
                  </a:lnTo>
                  <a:lnTo>
                    <a:pt x="9386"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5"/>
            <p:cNvSpPr/>
            <p:nvPr/>
          </p:nvSpPr>
          <p:spPr>
            <a:xfrm>
              <a:off x="-571349" y="-912859"/>
              <a:ext cx="1157244" cy="180822"/>
            </a:xfrm>
            <a:custGeom>
              <a:avLst/>
              <a:gdLst/>
              <a:ahLst/>
              <a:cxnLst/>
              <a:rect l="l" t="t" r="r" b="b"/>
              <a:pathLst>
                <a:path w="23910" h="3736" extrusionOk="0">
                  <a:moveTo>
                    <a:pt x="23821" y="0"/>
                  </a:moveTo>
                  <a:lnTo>
                    <a:pt x="20211" y="3610"/>
                  </a:lnTo>
                  <a:lnTo>
                    <a:pt x="0" y="3610"/>
                  </a:lnTo>
                  <a:lnTo>
                    <a:pt x="0" y="3735"/>
                  </a:lnTo>
                  <a:lnTo>
                    <a:pt x="20264" y="3735"/>
                  </a:lnTo>
                  <a:lnTo>
                    <a:pt x="23909" y="90"/>
                  </a:lnTo>
                  <a:lnTo>
                    <a:pt x="23821"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5"/>
            <p:cNvSpPr/>
            <p:nvPr/>
          </p:nvSpPr>
          <p:spPr>
            <a:xfrm>
              <a:off x="1018252" y="-634172"/>
              <a:ext cx="1300750" cy="6147"/>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5"/>
            <p:cNvSpPr/>
            <p:nvPr/>
          </p:nvSpPr>
          <p:spPr>
            <a:xfrm>
              <a:off x="1145399" y="-761319"/>
              <a:ext cx="380860" cy="6098"/>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5"/>
            <p:cNvSpPr/>
            <p:nvPr/>
          </p:nvSpPr>
          <p:spPr>
            <a:xfrm>
              <a:off x="822377" y="-540276"/>
              <a:ext cx="1088322" cy="108077"/>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5"/>
            <p:cNvSpPr/>
            <p:nvPr/>
          </p:nvSpPr>
          <p:spPr>
            <a:xfrm>
              <a:off x="656995" y="-1301124"/>
              <a:ext cx="1540572" cy="606113"/>
            </a:xfrm>
            <a:custGeom>
              <a:avLst/>
              <a:gdLst/>
              <a:ahLst/>
              <a:cxnLst/>
              <a:rect l="l" t="t" r="r" b="b"/>
              <a:pathLst>
                <a:path w="31830" h="12523" extrusionOk="0">
                  <a:moveTo>
                    <a:pt x="14104" y="1"/>
                  </a:moveTo>
                  <a:lnTo>
                    <a:pt x="1709" y="12397"/>
                  </a:lnTo>
                  <a:lnTo>
                    <a:pt x="1" y="12397"/>
                  </a:lnTo>
                  <a:lnTo>
                    <a:pt x="1" y="12522"/>
                  </a:lnTo>
                  <a:lnTo>
                    <a:pt x="1762" y="12522"/>
                  </a:lnTo>
                  <a:lnTo>
                    <a:pt x="14157" y="126"/>
                  </a:lnTo>
                  <a:lnTo>
                    <a:pt x="31829" y="126"/>
                  </a:lnTo>
                  <a:lnTo>
                    <a:pt x="3182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5"/>
            <p:cNvSpPr/>
            <p:nvPr/>
          </p:nvSpPr>
          <p:spPr>
            <a:xfrm>
              <a:off x="1401193" y="-1446663"/>
              <a:ext cx="605774" cy="66356"/>
            </a:xfrm>
            <a:custGeom>
              <a:avLst/>
              <a:gdLst/>
              <a:ahLst/>
              <a:cxnLst/>
              <a:rect l="l" t="t" r="r" b="b"/>
              <a:pathLst>
                <a:path w="12516" h="1371" extrusionOk="0">
                  <a:moveTo>
                    <a:pt x="90" y="1"/>
                  </a:moveTo>
                  <a:lnTo>
                    <a:pt x="0" y="90"/>
                  </a:lnTo>
                  <a:lnTo>
                    <a:pt x="1281" y="1370"/>
                  </a:lnTo>
                  <a:lnTo>
                    <a:pt x="12516" y="1370"/>
                  </a:lnTo>
                  <a:lnTo>
                    <a:pt x="12516" y="1245"/>
                  </a:lnTo>
                  <a:lnTo>
                    <a:pt x="1334" y="1245"/>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5"/>
            <p:cNvSpPr/>
            <p:nvPr/>
          </p:nvSpPr>
          <p:spPr>
            <a:xfrm>
              <a:off x="1482457" y="-1300156"/>
              <a:ext cx="408738" cy="167270"/>
            </a:xfrm>
            <a:custGeom>
              <a:avLst/>
              <a:gdLst/>
              <a:ahLst/>
              <a:cxnLst/>
              <a:rect l="l" t="t" r="r" b="b"/>
              <a:pathLst>
                <a:path w="8445" h="3456" extrusionOk="0">
                  <a:moveTo>
                    <a:pt x="87" y="0"/>
                  </a:moveTo>
                  <a:lnTo>
                    <a:pt x="0" y="89"/>
                  </a:lnTo>
                  <a:lnTo>
                    <a:pt x="3366" y="3456"/>
                  </a:lnTo>
                  <a:lnTo>
                    <a:pt x="8444" y="3456"/>
                  </a:lnTo>
                  <a:lnTo>
                    <a:pt x="8444" y="3330"/>
                  </a:lnTo>
                  <a:lnTo>
                    <a:pt x="3419" y="3330"/>
                  </a:lnTo>
                  <a:lnTo>
                    <a:pt x="87"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5"/>
            <p:cNvSpPr/>
            <p:nvPr/>
          </p:nvSpPr>
          <p:spPr>
            <a:xfrm>
              <a:off x="833461" y="-317442"/>
              <a:ext cx="533078" cy="68631"/>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5"/>
            <p:cNvSpPr/>
            <p:nvPr/>
          </p:nvSpPr>
          <p:spPr>
            <a:xfrm>
              <a:off x="-467725" y="-215367"/>
              <a:ext cx="1994080" cy="109287"/>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5"/>
            <p:cNvSpPr/>
            <p:nvPr/>
          </p:nvSpPr>
          <p:spPr>
            <a:xfrm>
              <a:off x="1242925" y="-111355"/>
              <a:ext cx="993604" cy="226222"/>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5"/>
            <p:cNvSpPr/>
            <p:nvPr/>
          </p:nvSpPr>
          <p:spPr>
            <a:xfrm>
              <a:off x="1685688" y="109639"/>
              <a:ext cx="280672" cy="73181"/>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5"/>
            <p:cNvSpPr/>
            <p:nvPr/>
          </p:nvSpPr>
          <p:spPr>
            <a:xfrm>
              <a:off x="1561300" y="-317442"/>
              <a:ext cx="825607" cy="339962"/>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45"/>
            <p:cNvSpPr/>
            <p:nvPr/>
          </p:nvSpPr>
          <p:spPr>
            <a:xfrm>
              <a:off x="1134509" y="-489311"/>
              <a:ext cx="1088080" cy="6147"/>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5"/>
            <p:cNvSpPr/>
            <p:nvPr/>
          </p:nvSpPr>
          <p:spPr>
            <a:xfrm>
              <a:off x="1258219" y="-874139"/>
              <a:ext cx="95493" cy="6147"/>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5"/>
            <p:cNvSpPr/>
            <p:nvPr/>
          </p:nvSpPr>
          <p:spPr>
            <a:xfrm>
              <a:off x="3982" y="-1078919"/>
              <a:ext cx="743521" cy="345915"/>
            </a:xfrm>
            <a:custGeom>
              <a:avLst/>
              <a:gdLst/>
              <a:ahLst/>
              <a:cxnLst/>
              <a:rect l="l" t="t" r="r" b="b"/>
              <a:pathLst>
                <a:path w="15362" h="7147" extrusionOk="0">
                  <a:moveTo>
                    <a:pt x="7061" y="1"/>
                  </a:moveTo>
                  <a:lnTo>
                    <a:pt x="1" y="7058"/>
                  </a:lnTo>
                  <a:lnTo>
                    <a:pt x="90" y="7147"/>
                  </a:lnTo>
                  <a:lnTo>
                    <a:pt x="7111" y="126"/>
                  </a:lnTo>
                  <a:lnTo>
                    <a:pt x="15361" y="126"/>
                  </a:lnTo>
                  <a:lnTo>
                    <a:pt x="1536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5"/>
            <p:cNvSpPr/>
            <p:nvPr/>
          </p:nvSpPr>
          <p:spPr>
            <a:xfrm>
              <a:off x="-52114" y="-626234"/>
              <a:ext cx="40656" cy="40608"/>
            </a:xfrm>
            <a:custGeom>
              <a:avLst/>
              <a:gdLst/>
              <a:ahLst/>
              <a:cxnLst/>
              <a:rect l="l" t="t" r="r" b="b"/>
              <a:pathLst>
                <a:path w="840" h="839" extrusionOk="0">
                  <a:moveTo>
                    <a:pt x="420" y="126"/>
                  </a:moveTo>
                  <a:cubicBezTo>
                    <a:pt x="582" y="126"/>
                    <a:pt x="715" y="257"/>
                    <a:pt x="715" y="419"/>
                  </a:cubicBezTo>
                  <a:cubicBezTo>
                    <a:pt x="715" y="581"/>
                    <a:pt x="582" y="713"/>
                    <a:pt x="420" y="713"/>
                  </a:cubicBezTo>
                  <a:cubicBezTo>
                    <a:pt x="259" y="713"/>
                    <a:pt x="127" y="581"/>
                    <a:pt x="127" y="419"/>
                  </a:cubicBezTo>
                  <a:cubicBezTo>
                    <a:pt x="127" y="257"/>
                    <a:pt x="259" y="126"/>
                    <a:pt x="420" y="126"/>
                  </a:cubicBezTo>
                  <a:close/>
                  <a:moveTo>
                    <a:pt x="420" y="1"/>
                  </a:moveTo>
                  <a:cubicBezTo>
                    <a:pt x="189" y="1"/>
                    <a:pt x="1" y="187"/>
                    <a:pt x="1" y="419"/>
                  </a:cubicBezTo>
                  <a:cubicBezTo>
                    <a:pt x="1" y="651"/>
                    <a:pt x="190" y="838"/>
                    <a:pt x="420" y="838"/>
                  </a:cubicBezTo>
                  <a:cubicBezTo>
                    <a:pt x="651" y="838"/>
                    <a:pt x="840" y="651"/>
                    <a:pt x="840" y="419"/>
                  </a:cubicBezTo>
                  <a:cubicBezTo>
                    <a:pt x="840" y="187"/>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5"/>
            <p:cNvSpPr/>
            <p:nvPr/>
          </p:nvSpPr>
          <p:spPr>
            <a:xfrm>
              <a:off x="741840" y="-1096247"/>
              <a:ext cx="40656" cy="40656"/>
            </a:xfrm>
            <a:custGeom>
              <a:avLst/>
              <a:gdLst/>
              <a:ahLst/>
              <a:cxnLst/>
              <a:rect l="l" t="t" r="r" b="b"/>
              <a:pathLst>
                <a:path w="840" h="840" extrusionOk="0">
                  <a:moveTo>
                    <a:pt x="420" y="127"/>
                  </a:moveTo>
                  <a:cubicBezTo>
                    <a:pt x="582" y="127"/>
                    <a:pt x="715" y="258"/>
                    <a:pt x="715" y="420"/>
                  </a:cubicBezTo>
                  <a:cubicBezTo>
                    <a:pt x="715" y="582"/>
                    <a:pt x="582" y="714"/>
                    <a:pt x="420" y="714"/>
                  </a:cubicBezTo>
                  <a:cubicBezTo>
                    <a:pt x="259" y="714"/>
                    <a:pt x="127" y="582"/>
                    <a:pt x="127" y="420"/>
                  </a:cubicBezTo>
                  <a:cubicBezTo>
                    <a:pt x="127" y="258"/>
                    <a:pt x="259" y="127"/>
                    <a:pt x="420" y="127"/>
                  </a:cubicBezTo>
                  <a:close/>
                  <a:moveTo>
                    <a:pt x="420" y="1"/>
                  </a:moveTo>
                  <a:cubicBezTo>
                    <a:pt x="189" y="1"/>
                    <a:pt x="1" y="189"/>
                    <a:pt x="1" y="420"/>
                  </a:cubicBezTo>
                  <a:cubicBezTo>
                    <a:pt x="1" y="652"/>
                    <a:pt x="190" y="839"/>
                    <a:pt x="420" y="839"/>
                  </a:cubicBezTo>
                  <a:cubicBezTo>
                    <a:pt x="651" y="839"/>
                    <a:pt x="840" y="652"/>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5"/>
            <p:cNvSpPr/>
            <p:nvPr/>
          </p:nvSpPr>
          <p:spPr>
            <a:xfrm>
              <a:off x="1650889" y="-1509002"/>
              <a:ext cx="40656" cy="40656"/>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5"/>
            <p:cNvSpPr/>
            <p:nvPr/>
          </p:nvSpPr>
          <p:spPr>
            <a:xfrm>
              <a:off x="2193598" y="-1318306"/>
              <a:ext cx="40608" cy="40608"/>
            </a:xfrm>
            <a:custGeom>
              <a:avLst/>
              <a:gdLst/>
              <a:ahLst/>
              <a:cxnLst/>
              <a:rect l="l" t="t" r="r" b="b"/>
              <a:pathLst>
                <a:path w="839" h="839" extrusionOk="0">
                  <a:moveTo>
                    <a:pt x="420" y="125"/>
                  </a:moveTo>
                  <a:cubicBezTo>
                    <a:pt x="582" y="125"/>
                    <a:pt x="714" y="258"/>
                    <a:pt x="714" y="419"/>
                  </a:cubicBezTo>
                  <a:cubicBezTo>
                    <a:pt x="714" y="581"/>
                    <a:pt x="581" y="713"/>
                    <a:pt x="420" y="713"/>
                  </a:cubicBezTo>
                  <a:cubicBezTo>
                    <a:pt x="258" y="713"/>
                    <a:pt x="126" y="581"/>
                    <a:pt x="126" y="419"/>
                  </a:cubicBezTo>
                  <a:cubicBezTo>
                    <a:pt x="126" y="258"/>
                    <a:pt x="258" y="125"/>
                    <a:pt x="420" y="125"/>
                  </a:cubicBezTo>
                  <a:close/>
                  <a:moveTo>
                    <a:pt x="420" y="0"/>
                  </a:moveTo>
                  <a:cubicBezTo>
                    <a:pt x="188" y="0"/>
                    <a:pt x="0" y="188"/>
                    <a:pt x="0" y="419"/>
                  </a:cubicBezTo>
                  <a:cubicBezTo>
                    <a:pt x="0" y="651"/>
                    <a:pt x="189" y="839"/>
                    <a:pt x="420" y="839"/>
                  </a:cubicBezTo>
                  <a:cubicBezTo>
                    <a:pt x="651" y="839"/>
                    <a:pt x="839" y="651"/>
                    <a:pt x="839" y="419"/>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5"/>
            <p:cNvSpPr/>
            <p:nvPr/>
          </p:nvSpPr>
          <p:spPr>
            <a:xfrm>
              <a:off x="2003918" y="-1403635"/>
              <a:ext cx="40608" cy="40656"/>
            </a:xfrm>
            <a:custGeom>
              <a:avLst/>
              <a:gdLst/>
              <a:ahLst/>
              <a:cxnLst/>
              <a:rect l="l" t="t" r="r" b="b"/>
              <a:pathLst>
                <a:path w="839" h="840" extrusionOk="0">
                  <a:moveTo>
                    <a:pt x="420" y="125"/>
                  </a:moveTo>
                  <a:cubicBezTo>
                    <a:pt x="581" y="125"/>
                    <a:pt x="712" y="258"/>
                    <a:pt x="714" y="420"/>
                  </a:cubicBezTo>
                  <a:cubicBezTo>
                    <a:pt x="714" y="581"/>
                    <a:pt x="581" y="713"/>
                    <a:pt x="420" y="713"/>
                  </a:cubicBezTo>
                  <a:cubicBezTo>
                    <a:pt x="258" y="713"/>
                    <a:pt x="125" y="581"/>
                    <a:pt x="125" y="420"/>
                  </a:cubicBezTo>
                  <a:cubicBezTo>
                    <a:pt x="125" y="258"/>
                    <a:pt x="258" y="125"/>
                    <a:pt x="420" y="125"/>
                  </a:cubicBezTo>
                  <a:close/>
                  <a:moveTo>
                    <a:pt x="420" y="0"/>
                  </a:moveTo>
                  <a:cubicBezTo>
                    <a:pt x="188" y="0"/>
                    <a:pt x="0" y="188"/>
                    <a:pt x="0" y="420"/>
                  </a:cubicBezTo>
                  <a:cubicBezTo>
                    <a:pt x="0" y="651"/>
                    <a:pt x="189" y="839"/>
                    <a:pt x="420" y="839"/>
                  </a:cubicBezTo>
                  <a:cubicBezTo>
                    <a:pt x="650" y="839"/>
                    <a:pt x="839" y="651"/>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5"/>
            <p:cNvSpPr/>
            <p:nvPr/>
          </p:nvSpPr>
          <p:spPr>
            <a:xfrm>
              <a:off x="1888049" y="-1156263"/>
              <a:ext cx="40656" cy="40656"/>
            </a:xfrm>
            <a:custGeom>
              <a:avLst/>
              <a:gdLst/>
              <a:ahLst/>
              <a:cxnLst/>
              <a:rect l="l" t="t" r="r" b="b"/>
              <a:pathLst>
                <a:path w="840" h="840" extrusionOk="0">
                  <a:moveTo>
                    <a:pt x="420" y="127"/>
                  </a:moveTo>
                  <a:cubicBezTo>
                    <a:pt x="583" y="127"/>
                    <a:pt x="713" y="258"/>
                    <a:pt x="714" y="420"/>
                  </a:cubicBezTo>
                  <a:cubicBezTo>
                    <a:pt x="714" y="582"/>
                    <a:pt x="582" y="715"/>
                    <a:pt x="420" y="715"/>
                  </a:cubicBezTo>
                  <a:cubicBezTo>
                    <a:pt x="258" y="715"/>
                    <a:pt x="127" y="582"/>
                    <a:pt x="127" y="420"/>
                  </a:cubicBezTo>
                  <a:cubicBezTo>
                    <a:pt x="127" y="258"/>
                    <a:pt x="258" y="127"/>
                    <a:pt x="420" y="127"/>
                  </a:cubicBezTo>
                  <a:close/>
                  <a:moveTo>
                    <a:pt x="420" y="1"/>
                  </a:moveTo>
                  <a:cubicBezTo>
                    <a:pt x="188" y="1"/>
                    <a:pt x="1" y="188"/>
                    <a:pt x="1" y="420"/>
                  </a:cubicBezTo>
                  <a:cubicBezTo>
                    <a:pt x="1" y="652"/>
                    <a:pt x="189" y="840"/>
                    <a:pt x="420" y="840"/>
                  </a:cubicBezTo>
                  <a:cubicBezTo>
                    <a:pt x="652"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5"/>
            <p:cNvSpPr/>
            <p:nvPr/>
          </p:nvSpPr>
          <p:spPr>
            <a:xfrm>
              <a:off x="2092732" y="-982458"/>
              <a:ext cx="40559" cy="4060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5"/>
            <p:cNvSpPr/>
            <p:nvPr/>
          </p:nvSpPr>
          <p:spPr>
            <a:xfrm>
              <a:off x="1349018" y="-891418"/>
              <a:ext cx="40656" cy="40656"/>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45"/>
            <p:cNvSpPr/>
            <p:nvPr/>
          </p:nvSpPr>
          <p:spPr>
            <a:xfrm>
              <a:off x="1523258" y="-778597"/>
              <a:ext cx="40656" cy="4060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45"/>
            <p:cNvSpPr/>
            <p:nvPr/>
          </p:nvSpPr>
          <p:spPr>
            <a:xfrm>
              <a:off x="2315905" y="-651451"/>
              <a:ext cx="40656" cy="40656"/>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5"/>
            <p:cNvSpPr/>
            <p:nvPr/>
          </p:nvSpPr>
          <p:spPr>
            <a:xfrm>
              <a:off x="2219540" y="-506589"/>
              <a:ext cx="40559" cy="40656"/>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5"/>
            <p:cNvSpPr/>
            <p:nvPr/>
          </p:nvSpPr>
          <p:spPr>
            <a:xfrm>
              <a:off x="1907554" y="-557506"/>
              <a:ext cx="40656" cy="40656"/>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5"/>
            <p:cNvSpPr/>
            <p:nvPr/>
          </p:nvSpPr>
          <p:spPr>
            <a:xfrm>
              <a:off x="1363441" y="-272237"/>
              <a:ext cx="40608" cy="40656"/>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5"/>
            <p:cNvSpPr/>
            <p:nvPr/>
          </p:nvSpPr>
          <p:spPr>
            <a:xfrm>
              <a:off x="1523258" y="-129505"/>
              <a:ext cx="40656" cy="40656"/>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5"/>
            <p:cNvSpPr/>
            <p:nvPr/>
          </p:nvSpPr>
          <p:spPr>
            <a:xfrm>
              <a:off x="2485547" y="-129505"/>
              <a:ext cx="40656" cy="40656"/>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45"/>
            <p:cNvSpPr/>
            <p:nvPr/>
          </p:nvSpPr>
          <p:spPr>
            <a:xfrm>
              <a:off x="2383810" y="-906"/>
              <a:ext cx="40608" cy="4060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5"/>
            <p:cNvSpPr/>
            <p:nvPr/>
          </p:nvSpPr>
          <p:spPr>
            <a:xfrm>
              <a:off x="2235173" y="91489"/>
              <a:ext cx="40608" cy="40656"/>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5"/>
            <p:cNvSpPr/>
            <p:nvPr/>
          </p:nvSpPr>
          <p:spPr>
            <a:xfrm>
              <a:off x="1963262" y="159491"/>
              <a:ext cx="40656" cy="40656"/>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5"/>
            <p:cNvSpPr/>
            <p:nvPr/>
          </p:nvSpPr>
          <p:spPr>
            <a:xfrm>
              <a:off x="1650889" y="286299"/>
              <a:ext cx="40656" cy="40656"/>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5"/>
            <p:cNvSpPr/>
            <p:nvPr/>
          </p:nvSpPr>
          <p:spPr>
            <a:xfrm>
              <a:off x="574521" y="-943061"/>
              <a:ext cx="40608" cy="40608"/>
            </a:xfrm>
            <a:custGeom>
              <a:avLst/>
              <a:gdLst/>
              <a:ahLst/>
              <a:cxnLst/>
              <a:rect l="l" t="t" r="r" b="b"/>
              <a:pathLst>
                <a:path w="839" h="839" extrusionOk="0">
                  <a:moveTo>
                    <a:pt x="420" y="126"/>
                  </a:moveTo>
                  <a:cubicBezTo>
                    <a:pt x="581" y="126"/>
                    <a:pt x="713" y="258"/>
                    <a:pt x="713" y="419"/>
                  </a:cubicBezTo>
                  <a:cubicBezTo>
                    <a:pt x="713" y="581"/>
                    <a:pt x="581" y="714"/>
                    <a:pt x="420" y="714"/>
                  </a:cubicBezTo>
                  <a:cubicBezTo>
                    <a:pt x="258" y="714"/>
                    <a:pt x="125" y="581"/>
                    <a:pt x="125" y="419"/>
                  </a:cubicBezTo>
                  <a:cubicBezTo>
                    <a:pt x="125" y="258"/>
                    <a:pt x="258" y="126"/>
                    <a:pt x="420" y="126"/>
                  </a:cubicBezTo>
                  <a:close/>
                  <a:moveTo>
                    <a:pt x="420" y="0"/>
                  </a:moveTo>
                  <a:cubicBezTo>
                    <a:pt x="188" y="0"/>
                    <a:pt x="0" y="188"/>
                    <a:pt x="0" y="419"/>
                  </a:cubicBezTo>
                  <a:cubicBezTo>
                    <a:pt x="0" y="651"/>
                    <a:pt x="189" y="839"/>
                    <a:pt x="420" y="839"/>
                  </a:cubicBezTo>
                  <a:cubicBezTo>
                    <a:pt x="652" y="839"/>
                    <a:pt x="838" y="651"/>
                    <a:pt x="838" y="419"/>
                  </a:cubicBezTo>
                  <a:cubicBezTo>
                    <a:pt x="838"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5"/>
            <p:cNvSpPr/>
            <p:nvPr/>
          </p:nvSpPr>
          <p:spPr>
            <a:xfrm>
              <a:off x="688842" y="-111355"/>
              <a:ext cx="965193" cy="418805"/>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1" name="Google Shape;521;p45"/>
          <p:cNvSpPr/>
          <p:nvPr/>
        </p:nvSpPr>
        <p:spPr>
          <a:xfrm>
            <a:off x="4060990" y="4395443"/>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a:extLst>
              <a:ext uri="{FF2B5EF4-FFF2-40B4-BE49-F238E27FC236}">
                <a16:creationId xmlns:a16="http://schemas.microsoft.com/office/drawing/2014/main" id="{FF0A5934-8797-BADB-F524-85741F9DE00E}"/>
              </a:ext>
            </a:extLst>
          </p:cNvPr>
          <p:cNvSpPr/>
          <p:nvPr/>
        </p:nvSpPr>
        <p:spPr>
          <a:xfrm>
            <a:off x="-5605" y="3990066"/>
            <a:ext cx="9144000" cy="88874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dirty="0"/>
          </a:p>
        </p:txBody>
      </p:sp>
      <p:sp>
        <p:nvSpPr>
          <p:cNvPr id="478" name="Google Shape;478;p45"/>
          <p:cNvSpPr txBox="1">
            <a:spLocks noGrp="1"/>
          </p:cNvSpPr>
          <p:nvPr>
            <p:ph type="subTitle" idx="1"/>
          </p:nvPr>
        </p:nvSpPr>
        <p:spPr>
          <a:xfrm rot="-259">
            <a:off x="5856666" y="3987382"/>
            <a:ext cx="3287300" cy="896096"/>
          </a:xfrm>
          <a:prstGeom prst="rect">
            <a:avLst/>
          </a:prstGeom>
        </p:spPr>
        <p:txBody>
          <a:bodyPr spcFirstLastPara="1" wrap="square" lIns="91425" tIns="91425" rIns="91425" bIns="91425" anchor="t" anchorCtr="0">
            <a:noAutofit/>
          </a:bodyPr>
          <a:lstStyle/>
          <a:p>
            <a:pPr algn="l">
              <a:lnSpc>
                <a:spcPct val="100000"/>
              </a:lnSpc>
            </a:pPr>
            <a:r>
              <a:rPr lang="en-US" sz="1200" dirty="0"/>
              <a:t>         Presented by,</a:t>
            </a:r>
            <a:br>
              <a:rPr lang="en-US" sz="1200" dirty="0"/>
            </a:br>
            <a:r>
              <a:rPr lang="en-US" sz="1200" dirty="0"/>
              <a:t>Arjun c </a:t>
            </a:r>
            <a:r>
              <a:rPr lang="en-US" sz="1200" dirty="0" err="1"/>
              <a:t>c</a:t>
            </a:r>
            <a:r>
              <a:rPr lang="en-US" sz="1200" dirty="0"/>
              <a:t>,</a:t>
            </a:r>
            <a:br>
              <a:rPr lang="en-US" sz="1200" dirty="0"/>
            </a:br>
            <a:r>
              <a:rPr lang="en-US" sz="1200" dirty="0"/>
              <a:t>roll no : 2,</a:t>
            </a:r>
            <a:br>
              <a:rPr lang="en-US" sz="1200" dirty="0"/>
            </a:br>
            <a:r>
              <a:rPr lang="en-US" sz="1200" dirty="0"/>
              <a:t>Third Semester MTech CSE</a:t>
            </a:r>
          </a:p>
        </p:txBody>
      </p:sp>
      <p:sp>
        <p:nvSpPr>
          <p:cNvPr id="3" name="Google Shape;478;p45">
            <a:extLst>
              <a:ext uri="{FF2B5EF4-FFF2-40B4-BE49-F238E27FC236}">
                <a16:creationId xmlns:a16="http://schemas.microsoft.com/office/drawing/2014/main" id="{F3888EAF-AEFA-CCA5-3CE9-3E0E7A7366CB}"/>
              </a:ext>
            </a:extLst>
          </p:cNvPr>
          <p:cNvSpPr txBox="1">
            <a:spLocks/>
          </p:cNvSpPr>
          <p:nvPr/>
        </p:nvSpPr>
        <p:spPr>
          <a:xfrm rot="-259">
            <a:off x="-442201" y="3967405"/>
            <a:ext cx="3287300" cy="8960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800"/>
              <a:buFont typeface="Cairo"/>
              <a:buNone/>
              <a:defRPr sz="18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800"/>
              <a:buFont typeface="Cairo"/>
              <a:buNone/>
              <a:defRPr sz="18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800"/>
              <a:buFont typeface="Cairo"/>
              <a:buNone/>
              <a:defRPr sz="18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800"/>
              <a:buFont typeface="Cairo"/>
              <a:buNone/>
              <a:defRPr sz="18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800"/>
              <a:buFont typeface="Cairo"/>
              <a:buNone/>
              <a:defRPr sz="18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800"/>
              <a:buFont typeface="Cairo"/>
              <a:buNone/>
              <a:defRPr sz="18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800"/>
              <a:buFont typeface="Cairo"/>
              <a:buNone/>
              <a:defRPr sz="18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800"/>
              <a:buFont typeface="Cairo"/>
              <a:buNone/>
              <a:defRPr sz="1800" b="0" i="0" u="none" strike="noStrike" cap="none">
                <a:solidFill>
                  <a:schemeClr val="dk1"/>
                </a:solidFill>
                <a:latin typeface="Cairo"/>
                <a:ea typeface="Cairo"/>
                <a:cs typeface="Cairo"/>
                <a:sym typeface="Cairo"/>
              </a:defRPr>
            </a:lvl9pPr>
          </a:lstStyle>
          <a:p>
            <a:pPr>
              <a:lnSpc>
                <a:spcPct val="100000"/>
              </a:lnSpc>
            </a:pPr>
            <a:r>
              <a:rPr lang="en-US" sz="1200" dirty="0"/>
              <a:t>Guided by,</a:t>
            </a:r>
            <a:br>
              <a:rPr lang="en-US" sz="1200" dirty="0"/>
            </a:br>
            <a:r>
              <a:rPr lang="en-US" sz="1200" dirty="0"/>
              <a:t>Dr. Lino Abraham Varghese,</a:t>
            </a:r>
            <a:br>
              <a:rPr lang="en-US" sz="1200" dirty="0"/>
            </a:br>
            <a:r>
              <a:rPr lang="en-US" sz="1200" dirty="0"/>
              <a:t>Prof. and Head Of Department,</a:t>
            </a:r>
            <a:br>
              <a:rPr lang="en-US" sz="1200" dirty="0"/>
            </a:br>
            <a:r>
              <a:rPr lang="en-US" sz="1200" dirty="0"/>
              <a:t>Dept.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80" name="Google Shape;580;p48"/>
          <p:cNvSpPr txBox="1">
            <a:spLocks noGrp="1"/>
          </p:cNvSpPr>
          <p:nvPr>
            <p:ph type="title"/>
          </p:nvPr>
        </p:nvSpPr>
        <p:spPr>
          <a:xfrm>
            <a:off x="703149" y="1642439"/>
            <a:ext cx="5738749" cy="144930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r>
              <a:rPr lang="en" sz="2800" dirty="0"/>
              <a:t> Introduction</a:t>
            </a:r>
            <a:endParaRPr sz="2800" dirty="0"/>
          </a:p>
        </p:txBody>
      </p:sp>
      <p:cxnSp>
        <p:nvCxnSpPr>
          <p:cNvPr id="581" name="Google Shape;581;p48"/>
          <p:cNvCxnSpPr/>
          <p:nvPr/>
        </p:nvCxnSpPr>
        <p:spPr>
          <a:xfrm>
            <a:off x="703150" y="3009150"/>
            <a:ext cx="4678500" cy="0"/>
          </a:xfrm>
          <a:prstGeom prst="straightConnector1">
            <a:avLst/>
          </a:prstGeom>
          <a:noFill/>
          <a:ln w="9525" cap="flat" cmpd="sng">
            <a:solidFill>
              <a:schemeClr val="dk1"/>
            </a:solidFill>
            <a:prstDash val="solid"/>
            <a:round/>
            <a:headEnd type="none" w="med" len="med"/>
            <a:tailEnd type="oval" w="med" len="med"/>
          </a:ln>
        </p:spPr>
      </p:cxnSp>
      <p:grpSp>
        <p:nvGrpSpPr>
          <p:cNvPr id="582" name="Google Shape;582;p48"/>
          <p:cNvGrpSpPr/>
          <p:nvPr/>
        </p:nvGrpSpPr>
        <p:grpSpPr>
          <a:xfrm>
            <a:off x="5381640" y="-695315"/>
            <a:ext cx="2792217" cy="2565841"/>
            <a:chOff x="6503938" y="-561308"/>
            <a:chExt cx="3954422" cy="3633821"/>
          </a:xfrm>
        </p:grpSpPr>
        <p:sp>
          <p:nvSpPr>
            <p:cNvPr id="583" name="Google Shape;583;p48"/>
            <p:cNvSpPr/>
            <p:nvPr/>
          </p:nvSpPr>
          <p:spPr>
            <a:xfrm>
              <a:off x="6503938" y="-561284"/>
              <a:ext cx="3954422" cy="3633797"/>
            </a:xfrm>
            <a:custGeom>
              <a:avLst/>
              <a:gdLst/>
              <a:ahLst/>
              <a:cxnLst/>
              <a:rect l="l" t="t" r="r" b="b"/>
              <a:pathLst>
                <a:path w="22796" h="20948" extrusionOk="0">
                  <a:moveTo>
                    <a:pt x="11944" y="125"/>
                  </a:moveTo>
                  <a:cubicBezTo>
                    <a:pt x="12897" y="125"/>
                    <a:pt x="13856" y="259"/>
                    <a:pt x="14798" y="527"/>
                  </a:cubicBezTo>
                  <a:cubicBezTo>
                    <a:pt x="17455" y="1286"/>
                    <a:pt x="19659" y="3034"/>
                    <a:pt x="21001" y="5449"/>
                  </a:cubicBezTo>
                  <a:cubicBezTo>
                    <a:pt x="22345" y="7864"/>
                    <a:pt x="22667" y="10658"/>
                    <a:pt x="21908" y="13315"/>
                  </a:cubicBezTo>
                  <a:cubicBezTo>
                    <a:pt x="21150" y="15973"/>
                    <a:pt x="19401" y="18175"/>
                    <a:pt x="16986" y="19519"/>
                  </a:cubicBezTo>
                  <a:cubicBezTo>
                    <a:pt x="15398" y="20402"/>
                    <a:pt x="13675" y="20820"/>
                    <a:pt x="11976" y="20820"/>
                  </a:cubicBezTo>
                  <a:cubicBezTo>
                    <a:pt x="8340" y="20820"/>
                    <a:pt x="4806" y="18901"/>
                    <a:pt x="2916" y="15504"/>
                  </a:cubicBezTo>
                  <a:cubicBezTo>
                    <a:pt x="1573" y="13089"/>
                    <a:pt x="1251" y="10295"/>
                    <a:pt x="2010" y="7638"/>
                  </a:cubicBezTo>
                  <a:cubicBezTo>
                    <a:pt x="2769" y="4980"/>
                    <a:pt x="4516" y="2776"/>
                    <a:pt x="6931" y="1434"/>
                  </a:cubicBezTo>
                  <a:cubicBezTo>
                    <a:pt x="8492" y="567"/>
                    <a:pt x="10208" y="125"/>
                    <a:pt x="11944" y="125"/>
                  </a:cubicBezTo>
                  <a:close/>
                  <a:moveTo>
                    <a:pt x="11943" y="1"/>
                  </a:moveTo>
                  <a:cubicBezTo>
                    <a:pt x="10185" y="1"/>
                    <a:pt x="8448" y="447"/>
                    <a:pt x="6870" y="1325"/>
                  </a:cubicBezTo>
                  <a:cubicBezTo>
                    <a:pt x="1824" y="4130"/>
                    <a:pt x="0" y="10518"/>
                    <a:pt x="2806" y="15566"/>
                  </a:cubicBezTo>
                  <a:cubicBezTo>
                    <a:pt x="4719" y="19006"/>
                    <a:pt x="8294" y="20947"/>
                    <a:pt x="11976" y="20947"/>
                  </a:cubicBezTo>
                  <a:cubicBezTo>
                    <a:pt x="13697" y="20947"/>
                    <a:pt x="15440" y="20523"/>
                    <a:pt x="17048" y="19629"/>
                  </a:cubicBezTo>
                  <a:cubicBezTo>
                    <a:pt x="19492" y="18269"/>
                    <a:pt x="21260" y="16041"/>
                    <a:pt x="22029" y="13351"/>
                  </a:cubicBezTo>
                  <a:cubicBezTo>
                    <a:pt x="22795" y="10661"/>
                    <a:pt x="22471" y="7833"/>
                    <a:pt x="21111" y="5389"/>
                  </a:cubicBezTo>
                  <a:cubicBezTo>
                    <a:pt x="19751" y="2943"/>
                    <a:pt x="17522" y="1175"/>
                    <a:pt x="14832" y="408"/>
                  </a:cubicBezTo>
                  <a:cubicBezTo>
                    <a:pt x="13879" y="135"/>
                    <a:pt x="12908" y="1"/>
                    <a:pt x="1194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8"/>
            <p:cNvSpPr/>
            <p:nvPr/>
          </p:nvSpPr>
          <p:spPr>
            <a:xfrm>
              <a:off x="6886611" y="-378276"/>
              <a:ext cx="3383532" cy="3269689"/>
            </a:xfrm>
            <a:custGeom>
              <a:avLst/>
              <a:gdLst/>
              <a:ahLst/>
              <a:cxnLst/>
              <a:rect l="l" t="t" r="r" b="b"/>
              <a:pathLst>
                <a:path w="19505" h="18849" extrusionOk="0">
                  <a:moveTo>
                    <a:pt x="9738" y="126"/>
                  </a:moveTo>
                  <a:cubicBezTo>
                    <a:pt x="13006" y="126"/>
                    <a:pt x="16181" y="1851"/>
                    <a:pt x="17879" y="4905"/>
                  </a:cubicBezTo>
                  <a:cubicBezTo>
                    <a:pt x="19086" y="7075"/>
                    <a:pt x="19376" y="9586"/>
                    <a:pt x="18695" y="11974"/>
                  </a:cubicBezTo>
                  <a:cubicBezTo>
                    <a:pt x="18013" y="14363"/>
                    <a:pt x="16443" y="16342"/>
                    <a:pt x="14271" y="17550"/>
                  </a:cubicBezTo>
                  <a:cubicBezTo>
                    <a:pt x="12871" y="18328"/>
                    <a:pt x="11329" y="18725"/>
                    <a:pt x="9769" y="18725"/>
                  </a:cubicBezTo>
                  <a:cubicBezTo>
                    <a:pt x="8912" y="18725"/>
                    <a:pt x="8050" y="18606"/>
                    <a:pt x="7203" y="18364"/>
                  </a:cubicBezTo>
                  <a:cubicBezTo>
                    <a:pt x="4815" y="17682"/>
                    <a:pt x="2834" y="16112"/>
                    <a:pt x="1628" y="13941"/>
                  </a:cubicBezTo>
                  <a:cubicBezTo>
                    <a:pt x="420" y="11770"/>
                    <a:pt x="130" y="9259"/>
                    <a:pt x="812" y="6870"/>
                  </a:cubicBezTo>
                  <a:cubicBezTo>
                    <a:pt x="1494" y="4482"/>
                    <a:pt x="3064" y="2503"/>
                    <a:pt x="5235" y="1295"/>
                  </a:cubicBezTo>
                  <a:cubicBezTo>
                    <a:pt x="6663" y="502"/>
                    <a:pt x="8209" y="126"/>
                    <a:pt x="9738" y="126"/>
                  </a:cubicBezTo>
                  <a:close/>
                  <a:moveTo>
                    <a:pt x="9737" y="0"/>
                  </a:moveTo>
                  <a:cubicBezTo>
                    <a:pt x="8188" y="0"/>
                    <a:pt x="6620" y="382"/>
                    <a:pt x="5173" y="1186"/>
                  </a:cubicBezTo>
                  <a:cubicBezTo>
                    <a:pt x="2973" y="2408"/>
                    <a:pt x="1381" y="4416"/>
                    <a:pt x="691" y="6836"/>
                  </a:cubicBezTo>
                  <a:cubicBezTo>
                    <a:pt x="1" y="9256"/>
                    <a:pt x="293" y="11801"/>
                    <a:pt x="1517" y="14000"/>
                  </a:cubicBezTo>
                  <a:cubicBezTo>
                    <a:pt x="2739" y="16200"/>
                    <a:pt x="4746" y="17792"/>
                    <a:pt x="7166" y="18482"/>
                  </a:cubicBezTo>
                  <a:cubicBezTo>
                    <a:pt x="8025" y="18728"/>
                    <a:pt x="8898" y="18849"/>
                    <a:pt x="9766" y="18849"/>
                  </a:cubicBezTo>
                  <a:cubicBezTo>
                    <a:pt x="11349" y="18849"/>
                    <a:pt x="12912" y="18448"/>
                    <a:pt x="14332" y="17656"/>
                  </a:cubicBezTo>
                  <a:cubicBezTo>
                    <a:pt x="16531" y="16434"/>
                    <a:pt x="18125" y="14427"/>
                    <a:pt x="18815" y="12007"/>
                  </a:cubicBezTo>
                  <a:cubicBezTo>
                    <a:pt x="19505" y="9586"/>
                    <a:pt x="19213" y="7042"/>
                    <a:pt x="17989" y="4842"/>
                  </a:cubicBezTo>
                  <a:cubicBezTo>
                    <a:pt x="16267" y="1748"/>
                    <a:pt x="13049" y="0"/>
                    <a:pt x="9737"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48"/>
            <p:cNvGrpSpPr/>
            <p:nvPr/>
          </p:nvGrpSpPr>
          <p:grpSpPr>
            <a:xfrm rot="8531975" flipH="1">
              <a:off x="7283075" y="-39380"/>
              <a:ext cx="2589807" cy="2589807"/>
              <a:chOff x="676016" y="1842553"/>
              <a:chExt cx="459655" cy="459655"/>
            </a:xfrm>
          </p:grpSpPr>
          <p:sp>
            <p:nvSpPr>
              <p:cNvPr id="586" name="Google Shape;586;p48"/>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8"/>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8"/>
              <p:cNvSpPr/>
              <p:nvPr/>
            </p:nvSpPr>
            <p:spPr>
              <a:xfrm>
                <a:off x="830509" y="2003725"/>
                <a:ext cx="150669" cy="137311"/>
              </a:xfrm>
              <a:custGeom>
                <a:avLst/>
                <a:gdLst/>
                <a:ahLst/>
                <a:cxnLst/>
                <a:rect l="l" t="t" r="r" b="b"/>
                <a:pathLst>
                  <a:path w="3113" h="2837" extrusionOk="0">
                    <a:moveTo>
                      <a:pt x="1557" y="1"/>
                    </a:moveTo>
                    <a:cubicBezTo>
                      <a:pt x="1194" y="1"/>
                      <a:pt x="831" y="139"/>
                      <a:pt x="554" y="416"/>
                    </a:cubicBezTo>
                    <a:cubicBezTo>
                      <a:pt x="1" y="970"/>
                      <a:pt x="1" y="1867"/>
                      <a:pt x="554" y="2421"/>
                    </a:cubicBezTo>
                    <a:cubicBezTo>
                      <a:pt x="831" y="2698"/>
                      <a:pt x="1194" y="2837"/>
                      <a:pt x="1557" y="2837"/>
                    </a:cubicBezTo>
                    <a:cubicBezTo>
                      <a:pt x="1919" y="2837"/>
                      <a:pt x="2282" y="2698"/>
                      <a:pt x="2559" y="2421"/>
                    </a:cubicBezTo>
                    <a:cubicBezTo>
                      <a:pt x="3112" y="1867"/>
                      <a:pt x="3112" y="970"/>
                      <a:pt x="2559" y="416"/>
                    </a:cubicBezTo>
                    <a:cubicBezTo>
                      <a:pt x="2282" y="139"/>
                      <a:pt x="1919" y="1"/>
                      <a:pt x="1557"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9" name="Google Shape;589;p48"/>
          <p:cNvGrpSpPr/>
          <p:nvPr/>
        </p:nvGrpSpPr>
        <p:grpSpPr>
          <a:xfrm>
            <a:off x="4452098" y="2619375"/>
            <a:ext cx="5784582" cy="2243152"/>
            <a:chOff x="1918448" y="2360350"/>
            <a:chExt cx="5784582" cy="2243152"/>
          </a:xfrm>
        </p:grpSpPr>
        <p:sp>
          <p:nvSpPr>
            <p:cNvPr id="590" name="Google Shape;590;p48"/>
            <p:cNvSpPr/>
            <p:nvPr/>
          </p:nvSpPr>
          <p:spPr>
            <a:xfrm rot="10800000">
              <a:off x="3142878" y="2360350"/>
              <a:ext cx="4560152" cy="2206584"/>
            </a:xfrm>
            <a:custGeom>
              <a:avLst/>
              <a:gdLst/>
              <a:ahLst/>
              <a:cxnLst/>
              <a:rect l="l" t="t" r="r" b="b"/>
              <a:pathLst>
                <a:path w="44645" h="21603" extrusionOk="0">
                  <a:moveTo>
                    <a:pt x="40354" y="0"/>
                  </a:moveTo>
                  <a:lnTo>
                    <a:pt x="18877" y="21477"/>
                  </a:lnTo>
                  <a:lnTo>
                    <a:pt x="1" y="21477"/>
                  </a:lnTo>
                  <a:lnTo>
                    <a:pt x="1" y="21602"/>
                  </a:lnTo>
                  <a:lnTo>
                    <a:pt x="18930" y="21602"/>
                  </a:lnTo>
                  <a:lnTo>
                    <a:pt x="40407" y="125"/>
                  </a:lnTo>
                  <a:lnTo>
                    <a:pt x="44644" y="125"/>
                  </a:lnTo>
                  <a:lnTo>
                    <a:pt x="44644"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8"/>
            <p:cNvSpPr/>
            <p:nvPr/>
          </p:nvSpPr>
          <p:spPr>
            <a:xfrm rot="10800000">
              <a:off x="1995797" y="2885665"/>
              <a:ext cx="3251196" cy="1279131"/>
            </a:xfrm>
            <a:custGeom>
              <a:avLst/>
              <a:gdLst/>
              <a:ahLst/>
              <a:cxnLst/>
              <a:rect l="l" t="t" r="r" b="b"/>
              <a:pathLst>
                <a:path w="31830" h="12523" extrusionOk="0">
                  <a:moveTo>
                    <a:pt x="14104" y="1"/>
                  </a:moveTo>
                  <a:lnTo>
                    <a:pt x="1709" y="12397"/>
                  </a:lnTo>
                  <a:lnTo>
                    <a:pt x="1" y="12397"/>
                  </a:lnTo>
                  <a:lnTo>
                    <a:pt x="1" y="12522"/>
                  </a:lnTo>
                  <a:lnTo>
                    <a:pt x="1762" y="12522"/>
                  </a:lnTo>
                  <a:lnTo>
                    <a:pt x="14157" y="126"/>
                  </a:lnTo>
                  <a:lnTo>
                    <a:pt x="31829" y="126"/>
                  </a:lnTo>
                  <a:lnTo>
                    <a:pt x="3182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8"/>
            <p:cNvSpPr/>
            <p:nvPr/>
          </p:nvSpPr>
          <p:spPr>
            <a:xfrm rot="10800000">
              <a:off x="2398021" y="4331903"/>
              <a:ext cx="1278416" cy="140037"/>
            </a:xfrm>
            <a:custGeom>
              <a:avLst/>
              <a:gdLst/>
              <a:ahLst/>
              <a:cxnLst/>
              <a:rect l="l" t="t" r="r" b="b"/>
              <a:pathLst>
                <a:path w="12516" h="1371" extrusionOk="0">
                  <a:moveTo>
                    <a:pt x="90" y="1"/>
                  </a:moveTo>
                  <a:lnTo>
                    <a:pt x="0" y="90"/>
                  </a:lnTo>
                  <a:lnTo>
                    <a:pt x="1281" y="1370"/>
                  </a:lnTo>
                  <a:lnTo>
                    <a:pt x="12516" y="1370"/>
                  </a:lnTo>
                  <a:lnTo>
                    <a:pt x="12516" y="1245"/>
                  </a:lnTo>
                  <a:lnTo>
                    <a:pt x="1334" y="1245"/>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8"/>
            <p:cNvSpPr/>
            <p:nvPr/>
          </p:nvSpPr>
          <p:spPr>
            <a:xfrm rot="10800000">
              <a:off x="2642344" y="3809748"/>
              <a:ext cx="862593" cy="353004"/>
            </a:xfrm>
            <a:custGeom>
              <a:avLst/>
              <a:gdLst/>
              <a:ahLst/>
              <a:cxnLst/>
              <a:rect l="l" t="t" r="r" b="b"/>
              <a:pathLst>
                <a:path w="8445" h="3456" extrusionOk="0">
                  <a:moveTo>
                    <a:pt x="87" y="0"/>
                  </a:moveTo>
                  <a:lnTo>
                    <a:pt x="0" y="89"/>
                  </a:lnTo>
                  <a:lnTo>
                    <a:pt x="3366" y="3456"/>
                  </a:lnTo>
                  <a:lnTo>
                    <a:pt x="8444" y="3456"/>
                  </a:lnTo>
                  <a:lnTo>
                    <a:pt x="8444" y="3330"/>
                  </a:lnTo>
                  <a:lnTo>
                    <a:pt x="3419" y="3330"/>
                  </a:lnTo>
                  <a:lnTo>
                    <a:pt x="87"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8"/>
            <p:cNvSpPr/>
            <p:nvPr/>
          </p:nvSpPr>
          <p:spPr>
            <a:xfrm rot="10800000">
              <a:off x="3063679" y="451770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8"/>
            <p:cNvSpPr/>
            <p:nvPr/>
          </p:nvSpPr>
          <p:spPr>
            <a:xfrm rot="10800000">
              <a:off x="1918448" y="4115359"/>
              <a:ext cx="85698" cy="85698"/>
            </a:xfrm>
            <a:custGeom>
              <a:avLst/>
              <a:gdLst/>
              <a:ahLst/>
              <a:cxnLst/>
              <a:rect l="l" t="t" r="r" b="b"/>
              <a:pathLst>
                <a:path w="839" h="839" extrusionOk="0">
                  <a:moveTo>
                    <a:pt x="420" y="125"/>
                  </a:moveTo>
                  <a:cubicBezTo>
                    <a:pt x="582" y="125"/>
                    <a:pt x="714" y="258"/>
                    <a:pt x="714" y="419"/>
                  </a:cubicBezTo>
                  <a:cubicBezTo>
                    <a:pt x="714" y="581"/>
                    <a:pt x="581" y="713"/>
                    <a:pt x="420" y="713"/>
                  </a:cubicBezTo>
                  <a:cubicBezTo>
                    <a:pt x="258" y="713"/>
                    <a:pt x="126" y="581"/>
                    <a:pt x="126" y="419"/>
                  </a:cubicBezTo>
                  <a:cubicBezTo>
                    <a:pt x="126" y="258"/>
                    <a:pt x="258" y="125"/>
                    <a:pt x="420" y="125"/>
                  </a:cubicBezTo>
                  <a:close/>
                  <a:moveTo>
                    <a:pt x="420" y="0"/>
                  </a:moveTo>
                  <a:cubicBezTo>
                    <a:pt x="188" y="0"/>
                    <a:pt x="0" y="188"/>
                    <a:pt x="0" y="419"/>
                  </a:cubicBezTo>
                  <a:cubicBezTo>
                    <a:pt x="0" y="651"/>
                    <a:pt x="189" y="839"/>
                    <a:pt x="420" y="839"/>
                  </a:cubicBezTo>
                  <a:cubicBezTo>
                    <a:pt x="651" y="839"/>
                    <a:pt x="839" y="651"/>
                    <a:pt x="839" y="419"/>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8"/>
            <p:cNvSpPr/>
            <p:nvPr/>
          </p:nvSpPr>
          <p:spPr>
            <a:xfrm rot="10800000">
              <a:off x="2318748" y="4295336"/>
              <a:ext cx="85698" cy="85800"/>
            </a:xfrm>
            <a:custGeom>
              <a:avLst/>
              <a:gdLst/>
              <a:ahLst/>
              <a:cxnLst/>
              <a:rect l="l" t="t" r="r" b="b"/>
              <a:pathLst>
                <a:path w="839" h="840" extrusionOk="0">
                  <a:moveTo>
                    <a:pt x="420" y="125"/>
                  </a:moveTo>
                  <a:cubicBezTo>
                    <a:pt x="581" y="125"/>
                    <a:pt x="712" y="258"/>
                    <a:pt x="714" y="420"/>
                  </a:cubicBezTo>
                  <a:cubicBezTo>
                    <a:pt x="714" y="581"/>
                    <a:pt x="581" y="713"/>
                    <a:pt x="420" y="713"/>
                  </a:cubicBezTo>
                  <a:cubicBezTo>
                    <a:pt x="258" y="713"/>
                    <a:pt x="125" y="581"/>
                    <a:pt x="125" y="420"/>
                  </a:cubicBezTo>
                  <a:cubicBezTo>
                    <a:pt x="125" y="258"/>
                    <a:pt x="258" y="125"/>
                    <a:pt x="420" y="125"/>
                  </a:cubicBezTo>
                  <a:close/>
                  <a:moveTo>
                    <a:pt x="420" y="0"/>
                  </a:moveTo>
                  <a:cubicBezTo>
                    <a:pt x="188" y="0"/>
                    <a:pt x="0" y="188"/>
                    <a:pt x="0" y="420"/>
                  </a:cubicBezTo>
                  <a:cubicBezTo>
                    <a:pt x="0" y="651"/>
                    <a:pt x="189" y="839"/>
                    <a:pt x="420" y="839"/>
                  </a:cubicBezTo>
                  <a:cubicBezTo>
                    <a:pt x="650" y="839"/>
                    <a:pt x="839" y="651"/>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8"/>
            <p:cNvSpPr/>
            <p:nvPr/>
          </p:nvSpPr>
          <p:spPr>
            <a:xfrm rot="10800000">
              <a:off x="2563177" y="3773281"/>
              <a:ext cx="85800" cy="85800"/>
            </a:xfrm>
            <a:custGeom>
              <a:avLst/>
              <a:gdLst/>
              <a:ahLst/>
              <a:cxnLst/>
              <a:rect l="l" t="t" r="r" b="b"/>
              <a:pathLst>
                <a:path w="840" h="840" extrusionOk="0">
                  <a:moveTo>
                    <a:pt x="420" y="127"/>
                  </a:moveTo>
                  <a:cubicBezTo>
                    <a:pt x="583" y="127"/>
                    <a:pt x="713" y="258"/>
                    <a:pt x="714" y="420"/>
                  </a:cubicBezTo>
                  <a:cubicBezTo>
                    <a:pt x="714" y="582"/>
                    <a:pt x="582" y="715"/>
                    <a:pt x="420" y="715"/>
                  </a:cubicBezTo>
                  <a:cubicBezTo>
                    <a:pt x="258" y="715"/>
                    <a:pt x="127" y="582"/>
                    <a:pt x="127" y="420"/>
                  </a:cubicBezTo>
                  <a:cubicBezTo>
                    <a:pt x="127" y="258"/>
                    <a:pt x="258" y="127"/>
                    <a:pt x="420" y="127"/>
                  </a:cubicBezTo>
                  <a:close/>
                  <a:moveTo>
                    <a:pt x="420" y="1"/>
                  </a:moveTo>
                  <a:cubicBezTo>
                    <a:pt x="188" y="1"/>
                    <a:pt x="1" y="188"/>
                    <a:pt x="1" y="420"/>
                  </a:cubicBezTo>
                  <a:cubicBezTo>
                    <a:pt x="1" y="652"/>
                    <a:pt x="189" y="840"/>
                    <a:pt x="420" y="840"/>
                  </a:cubicBezTo>
                  <a:cubicBezTo>
                    <a:pt x="652"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8" name="Google Shape;598;p48"/>
          <p:cNvSpPr/>
          <p:nvPr/>
        </p:nvSpPr>
        <p:spPr>
          <a:xfrm>
            <a:off x="5258331" y="710567"/>
            <a:ext cx="47671" cy="47671"/>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8"/>
          <p:cNvSpPr/>
          <p:nvPr/>
        </p:nvSpPr>
        <p:spPr>
          <a:xfrm>
            <a:off x="7313900" y="1448473"/>
            <a:ext cx="384076" cy="383875"/>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8"/>
          <p:cNvSpPr/>
          <p:nvPr/>
        </p:nvSpPr>
        <p:spPr>
          <a:xfrm>
            <a:off x="3933493" y="4343395"/>
            <a:ext cx="154350" cy="154350"/>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8"/>
          <p:cNvSpPr/>
          <p:nvPr/>
        </p:nvSpPr>
        <p:spPr>
          <a:xfrm>
            <a:off x="7800474" y="4155502"/>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8830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0"/>
          <p:cNvSpPr txBox="1">
            <a:spLocks noGrp="1"/>
          </p:cNvSpPr>
          <p:nvPr>
            <p:ph type="title"/>
          </p:nvPr>
        </p:nvSpPr>
        <p:spPr>
          <a:xfrm>
            <a:off x="439251" y="1673610"/>
            <a:ext cx="6429898" cy="8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What is OAuth 2.0?</a:t>
            </a:r>
            <a:endParaRPr dirty="0"/>
          </a:p>
        </p:txBody>
      </p:sp>
      <p:sp>
        <p:nvSpPr>
          <p:cNvPr id="640" name="Google Shape;640;p50"/>
          <p:cNvSpPr txBox="1">
            <a:spLocks noGrp="1"/>
          </p:cNvSpPr>
          <p:nvPr>
            <p:ph type="subTitle" idx="1"/>
          </p:nvPr>
        </p:nvSpPr>
        <p:spPr>
          <a:xfrm>
            <a:off x="863000" y="2774700"/>
            <a:ext cx="4878300" cy="7497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dirty="0"/>
              <a:t>OAuth 2.0 is an open authorization protocol</a:t>
            </a:r>
          </a:p>
          <a:p>
            <a:pPr marL="171450" lvl="0" indent="-171450" algn="l" rtl="0">
              <a:spcBef>
                <a:spcPts val="0"/>
              </a:spcBef>
              <a:spcAft>
                <a:spcPts val="0"/>
              </a:spcAft>
              <a:buFont typeface="Arial" panose="020B0604020202020204" pitchFamily="34" charset="0"/>
              <a:buChar char="•"/>
            </a:pPr>
            <a:r>
              <a:rPr lang="en-US" dirty="0"/>
              <a:t>Allows third-party applications to access resources on behalf of a user without exposing user credentials.</a:t>
            </a:r>
          </a:p>
          <a:p>
            <a:pPr marL="171450" lvl="0" indent="-171450" algn="l" rtl="0">
              <a:spcBef>
                <a:spcPts val="0"/>
              </a:spcBef>
              <a:spcAft>
                <a:spcPts val="0"/>
              </a:spcAft>
              <a:buFont typeface="Arial" panose="020B0604020202020204" pitchFamily="34" charset="0"/>
              <a:buChar char="•"/>
            </a:pPr>
            <a:r>
              <a:rPr lang="en-US" dirty="0"/>
              <a:t>Used by companies like Google, Facebook, and GitHub for secure API access.</a:t>
            </a:r>
            <a:br>
              <a:rPr lang="en-US" dirty="0"/>
            </a:br>
            <a:br>
              <a:rPr lang="en-US" dirty="0"/>
            </a:br>
            <a:endParaRPr lang="en-US" dirty="0"/>
          </a:p>
        </p:txBody>
      </p:sp>
      <p:cxnSp>
        <p:nvCxnSpPr>
          <p:cNvPr id="641" name="Google Shape;641;p50"/>
          <p:cNvCxnSpPr/>
          <p:nvPr/>
        </p:nvCxnSpPr>
        <p:spPr>
          <a:xfrm>
            <a:off x="703150" y="2571750"/>
            <a:ext cx="5735700" cy="0"/>
          </a:xfrm>
          <a:prstGeom prst="straightConnector1">
            <a:avLst/>
          </a:prstGeom>
          <a:noFill/>
          <a:ln w="9525" cap="flat" cmpd="sng">
            <a:solidFill>
              <a:schemeClr val="dk1"/>
            </a:solidFill>
            <a:prstDash val="solid"/>
            <a:round/>
            <a:headEnd type="none" w="med" len="med"/>
            <a:tailEnd type="oval" w="med" len="med"/>
          </a:ln>
        </p:spPr>
      </p:cxnSp>
      <p:grpSp>
        <p:nvGrpSpPr>
          <p:cNvPr id="642" name="Google Shape;642;p50"/>
          <p:cNvGrpSpPr/>
          <p:nvPr/>
        </p:nvGrpSpPr>
        <p:grpSpPr>
          <a:xfrm>
            <a:off x="5507583" y="3763689"/>
            <a:ext cx="3957187" cy="1005434"/>
            <a:chOff x="6813039" y="1156144"/>
            <a:chExt cx="1548074" cy="393347"/>
          </a:xfrm>
        </p:grpSpPr>
        <p:sp>
          <p:nvSpPr>
            <p:cNvPr id="643" name="Google Shape;643;p50"/>
            <p:cNvSpPr/>
            <p:nvPr/>
          </p:nvSpPr>
          <p:spPr>
            <a:xfrm>
              <a:off x="7393258" y="1173375"/>
              <a:ext cx="967855" cy="147475"/>
            </a:xfrm>
            <a:custGeom>
              <a:avLst/>
              <a:gdLst/>
              <a:ahLst/>
              <a:cxnLst/>
              <a:rect l="l" t="t" r="r" b="b"/>
              <a:pathLst>
                <a:path w="19997" h="3047" extrusionOk="0">
                  <a:moveTo>
                    <a:pt x="1" y="1"/>
                  </a:moveTo>
                  <a:lnTo>
                    <a:pt x="1" y="126"/>
                  </a:lnTo>
                  <a:lnTo>
                    <a:pt x="4238" y="126"/>
                  </a:lnTo>
                  <a:lnTo>
                    <a:pt x="7159" y="3047"/>
                  </a:lnTo>
                  <a:lnTo>
                    <a:pt x="19996" y="3047"/>
                  </a:lnTo>
                  <a:lnTo>
                    <a:pt x="19996" y="2922"/>
                  </a:lnTo>
                  <a:lnTo>
                    <a:pt x="7211" y="2922"/>
                  </a:lnTo>
                  <a:lnTo>
                    <a:pt x="429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0"/>
            <p:cNvSpPr/>
            <p:nvPr/>
          </p:nvSpPr>
          <p:spPr>
            <a:xfrm>
              <a:off x="6849775" y="1364022"/>
              <a:ext cx="1503110" cy="6098"/>
            </a:xfrm>
            <a:custGeom>
              <a:avLst/>
              <a:gdLst/>
              <a:ahLst/>
              <a:cxnLst/>
              <a:rect l="l" t="t" r="r" b="b"/>
              <a:pathLst>
                <a:path w="31056" h="126" extrusionOk="0">
                  <a:moveTo>
                    <a:pt x="1" y="0"/>
                  </a:moveTo>
                  <a:lnTo>
                    <a:pt x="1" y="125"/>
                  </a:lnTo>
                  <a:lnTo>
                    <a:pt x="31056" y="125"/>
                  </a:lnTo>
                  <a:lnTo>
                    <a:pt x="31056"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0"/>
            <p:cNvSpPr/>
            <p:nvPr/>
          </p:nvSpPr>
          <p:spPr>
            <a:xfrm>
              <a:off x="7040325" y="1218483"/>
              <a:ext cx="605774" cy="66308"/>
            </a:xfrm>
            <a:custGeom>
              <a:avLst/>
              <a:gdLst/>
              <a:ahLst/>
              <a:cxnLst/>
              <a:rect l="l" t="t" r="r" b="b"/>
              <a:pathLst>
                <a:path w="12516" h="1370" extrusionOk="0">
                  <a:moveTo>
                    <a:pt x="12426" y="0"/>
                  </a:moveTo>
                  <a:lnTo>
                    <a:pt x="11183" y="1245"/>
                  </a:lnTo>
                  <a:lnTo>
                    <a:pt x="0" y="1245"/>
                  </a:lnTo>
                  <a:lnTo>
                    <a:pt x="0" y="1370"/>
                  </a:lnTo>
                  <a:lnTo>
                    <a:pt x="11234" y="1370"/>
                  </a:lnTo>
                  <a:lnTo>
                    <a:pt x="12515" y="89"/>
                  </a:lnTo>
                  <a:lnTo>
                    <a:pt x="12426"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0"/>
            <p:cNvSpPr/>
            <p:nvPr/>
          </p:nvSpPr>
          <p:spPr>
            <a:xfrm>
              <a:off x="7156098" y="1364893"/>
              <a:ext cx="408835" cy="167319"/>
            </a:xfrm>
            <a:custGeom>
              <a:avLst/>
              <a:gdLst/>
              <a:ahLst/>
              <a:cxnLst/>
              <a:rect l="l" t="t" r="r" b="b"/>
              <a:pathLst>
                <a:path w="8447" h="3457" extrusionOk="0">
                  <a:moveTo>
                    <a:pt x="8357" y="1"/>
                  </a:moveTo>
                  <a:lnTo>
                    <a:pt x="5026" y="3331"/>
                  </a:lnTo>
                  <a:lnTo>
                    <a:pt x="0" y="3331"/>
                  </a:lnTo>
                  <a:lnTo>
                    <a:pt x="0" y="3456"/>
                  </a:lnTo>
                  <a:lnTo>
                    <a:pt x="5079" y="3456"/>
                  </a:lnTo>
                  <a:lnTo>
                    <a:pt x="8447" y="90"/>
                  </a:lnTo>
                  <a:lnTo>
                    <a:pt x="8357"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0"/>
            <p:cNvSpPr/>
            <p:nvPr/>
          </p:nvSpPr>
          <p:spPr>
            <a:xfrm>
              <a:off x="7355748" y="1156144"/>
              <a:ext cx="40656" cy="40559"/>
            </a:xfrm>
            <a:custGeom>
              <a:avLst/>
              <a:gdLst/>
              <a:ahLst/>
              <a:cxnLst/>
              <a:rect l="l" t="t" r="r" b="b"/>
              <a:pathLst>
                <a:path w="840" h="838" extrusionOk="0">
                  <a:moveTo>
                    <a:pt x="420" y="125"/>
                  </a:moveTo>
                  <a:cubicBezTo>
                    <a:pt x="582" y="125"/>
                    <a:pt x="714" y="258"/>
                    <a:pt x="714" y="419"/>
                  </a:cubicBezTo>
                  <a:cubicBezTo>
                    <a:pt x="714" y="581"/>
                    <a:pt x="582" y="713"/>
                    <a:pt x="420" y="713"/>
                  </a:cubicBezTo>
                  <a:cubicBezTo>
                    <a:pt x="258" y="713"/>
                    <a:pt x="127" y="581"/>
                    <a:pt x="127" y="419"/>
                  </a:cubicBezTo>
                  <a:cubicBezTo>
                    <a:pt x="127" y="258"/>
                    <a:pt x="258" y="125"/>
                    <a:pt x="420" y="125"/>
                  </a:cubicBezTo>
                  <a:close/>
                  <a:moveTo>
                    <a:pt x="420" y="0"/>
                  </a:moveTo>
                  <a:cubicBezTo>
                    <a:pt x="188" y="0"/>
                    <a:pt x="0" y="187"/>
                    <a:pt x="0" y="419"/>
                  </a:cubicBezTo>
                  <a:cubicBezTo>
                    <a:pt x="0" y="651"/>
                    <a:pt x="189" y="838"/>
                    <a:pt x="420" y="838"/>
                  </a:cubicBezTo>
                  <a:cubicBezTo>
                    <a:pt x="651" y="838"/>
                    <a:pt x="839" y="651"/>
                    <a:pt x="839" y="419"/>
                  </a:cubicBezTo>
                  <a:cubicBezTo>
                    <a:pt x="839" y="187"/>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50"/>
            <p:cNvSpPr/>
            <p:nvPr/>
          </p:nvSpPr>
          <p:spPr>
            <a:xfrm>
              <a:off x="6813039" y="1346743"/>
              <a:ext cx="40656" cy="40656"/>
            </a:xfrm>
            <a:custGeom>
              <a:avLst/>
              <a:gdLst/>
              <a:ahLst/>
              <a:cxnLst/>
              <a:rect l="l" t="t" r="r" b="b"/>
              <a:pathLst>
                <a:path w="840" h="840" extrusionOk="0">
                  <a:moveTo>
                    <a:pt x="420" y="127"/>
                  </a:moveTo>
                  <a:cubicBezTo>
                    <a:pt x="582" y="127"/>
                    <a:pt x="712"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1" y="188"/>
                    <a:pt x="1" y="420"/>
                  </a:cubicBezTo>
                  <a:cubicBezTo>
                    <a:pt x="1"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50"/>
            <p:cNvSpPr/>
            <p:nvPr/>
          </p:nvSpPr>
          <p:spPr>
            <a:xfrm>
              <a:off x="7002719" y="1261463"/>
              <a:ext cx="40656" cy="40608"/>
            </a:xfrm>
            <a:custGeom>
              <a:avLst/>
              <a:gdLst/>
              <a:ahLst/>
              <a:cxnLst/>
              <a:rect l="l" t="t" r="r" b="b"/>
              <a:pathLst>
                <a:path w="840" h="839" extrusionOk="0">
                  <a:moveTo>
                    <a:pt x="420" y="126"/>
                  </a:moveTo>
                  <a:cubicBezTo>
                    <a:pt x="583" y="126"/>
                    <a:pt x="714" y="257"/>
                    <a:pt x="713" y="419"/>
                  </a:cubicBezTo>
                  <a:cubicBezTo>
                    <a:pt x="713" y="581"/>
                    <a:pt x="582" y="713"/>
                    <a:pt x="420" y="713"/>
                  </a:cubicBezTo>
                  <a:cubicBezTo>
                    <a:pt x="258" y="713"/>
                    <a:pt x="127" y="581"/>
                    <a:pt x="127" y="419"/>
                  </a:cubicBezTo>
                  <a:cubicBezTo>
                    <a:pt x="127" y="257"/>
                    <a:pt x="258" y="126"/>
                    <a:pt x="420" y="126"/>
                  </a:cubicBezTo>
                  <a:close/>
                  <a:moveTo>
                    <a:pt x="420" y="1"/>
                  </a:moveTo>
                  <a:cubicBezTo>
                    <a:pt x="188" y="1"/>
                    <a:pt x="1" y="189"/>
                    <a:pt x="1" y="419"/>
                  </a:cubicBezTo>
                  <a:cubicBezTo>
                    <a:pt x="1" y="651"/>
                    <a:pt x="189" y="839"/>
                    <a:pt x="420" y="839"/>
                  </a:cubicBezTo>
                  <a:cubicBezTo>
                    <a:pt x="652" y="839"/>
                    <a:pt x="840" y="650"/>
                    <a:pt x="840" y="419"/>
                  </a:cubicBezTo>
                  <a:cubicBezTo>
                    <a:pt x="840" y="187"/>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50"/>
            <p:cNvSpPr/>
            <p:nvPr/>
          </p:nvSpPr>
          <p:spPr>
            <a:xfrm>
              <a:off x="7118588" y="1508883"/>
              <a:ext cx="40656" cy="40608"/>
            </a:xfrm>
            <a:custGeom>
              <a:avLst/>
              <a:gdLst/>
              <a:ahLst/>
              <a:cxnLst/>
              <a:rect l="l" t="t" r="r" b="b"/>
              <a:pathLst>
                <a:path w="840" h="839"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19"/>
                  </a:cubicBezTo>
                  <a:cubicBezTo>
                    <a:pt x="0" y="652"/>
                    <a:pt x="189" y="838"/>
                    <a:pt x="420" y="838"/>
                  </a:cubicBezTo>
                  <a:cubicBezTo>
                    <a:pt x="650" y="838"/>
                    <a:pt x="839" y="649"/>
                    <a:pt x="839" y="419"/>
                  </a:cubicBezTo>
                  <a:cubicBezTo>
                    <a:pt x="839" y="187"/>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1" name="Google Shape;651;p50"/>
          <p:cNvSpPr/>
          <p:nvPr/>
        </p:nvSpPr>
        <p:spPr>
          <a:xfrm flipH="1">
            <a:off x="8031519" y="3420188"/>
            <a:ext cx="166566" cy="166685"/>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50"/>
          <p:cNvSpPr/>
          <p:nvPr/>
        </p:nvSpPr>
        <p:spPr>
          <a:xfrm flipH="1">
            <a:off x="7704696" y="2368801"/>
            <a:ext cx="110819" cy="11090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50"/>
          <p:cNvSpPr/>
          <p:nvPr/>
        </p:nvSpPr>
        <p:spPr>
          <a:xfrm flipH="1">
            <a:off x="8198091" y="2649611"/>
            <a:ext cx="74214" cy="74214"/>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57"/>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 BIT MORE ABOUT AUTH 2.0</a:t>
            </a:r>
            <a:endParaRPr dirty="0"/>
          </a:p>
        </p:txBody>
      </p:sp>
      <p:sp>
        <p:nvSpPr>
          <p:cNvPr id="834" name="Google Shape;834;p57"/>
          <p:cNvSpPr txBox="1">
            <a:spLocks noGrp="1"/>
          </p:cNvSpPr>
          <p:nvPr>
            <p:ph type="subTitle" idx="1"/>
          </p:nvPr>
        </p:nvSpPr>
        <p:spPr>
          <a:xfrm>
            <a:off x="833976" y="1301474"/>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OAuth 2.0 :</a:t>
            </a:r>
            <a:r>
              <a:rPr lang="en-US" dirty="0"/>
              <a:t> is a widely used open standard protocol designed to enable secure, token-based authorization for web applications, mobile apps, and APIs.</a:t>
            </a:r>
            <a:endParaRPr dirty="0"/>
          </a:p>
        </p:txBody>
      </p:sp>
      <p:sp>
        <p:nvSpPr>
          <p:cNvPr id="836" name="Google Shape;836;p57"/>
          <p:cNvSpPr txBox="1">
            <a:spLocks noGrp="1"/>
          </p:cNvSpPr>
          <p:nvPr>
            <p:ph type="subTitle" idx="4"/>
          </p:nvPr>
        </p:nvSpPr>
        <p:spPr>
          <a:xfrm>
            <a:off x="3481191" y="1250512"/>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Delegated Access Without Sharing Credentials:</a:t>
            </a:r>
            <a:r>
              <a:rPr lang="en-US" dirty="0"/>
              <a:t> Allows third-party applications to access a user's resources on a server (e.g., emails, files,) without needing the user’s password. This is done through the use of tokens, which limit access scope and time.</a:t>
            </a:r>
            <a:endParaRPr dirty="0"/>
          </a:p>
        </p:txBody>
      </p:sp>
      <p:sp>
        <p:nvSpPr>
          <p:cNvPr id="838" name="Google Shape;838;p57"/>
          <p:cNvSpPr txBox="1">
            <a:spLocks noGrp="1"/>
          </p:cNvSpPr>
          <p:nvPr>
            <p:ph type="subTitle" idx="6"/>
          </p:nvPr>
        </p:nvSpPr>
        <p:spPr>
          <a:xfrm>
            <a:off x="814266" y="3068819"/>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Single Sign-On (SSO):</a:t>
            </a:r>
            <a:r>
              <a:rPr lang="en-US" dirty="0"/>
              <a:t> Enables users to sign in once and access multiple related services without re-entering credentials.</a:t>
            </a:r>
            <a:endParaRPr dirty="0"/>
          </a:p>
        </p:txBody>
      </p:sp>
      <p:sp>
        <p:nvSpPr>
          <p:cNvPr id="840" name="Google Shape;840;p57"/>
          <p:cNvSpPr txBox="1">
            <a:spLocks noGrp="1"/>
          </p:cNvSpPr>
          <p:nvPr>
            <p:ph type="subTitle" idx="8"/>
          </p:nvPr>
        </p:nvSpPr>
        <p:spPr>
          <a:xfrm>
            <a:off x="3430508" y="3044942"/>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Third-Party App Authorization: </a:t>
            </a:r>
            <a:r>
              <a:rPr lang="en-US" dirty="0"/>
              <a:t>Applications can request permissions (e.g., a mobile app asking to access a user's cloud storage).</a:t>
            </a:r>
          </a:p>
        </p:txBody>
      </p:sp>
      <p:sp>
        <p:nvSpPr>
          <p:cNvPr id="842" name="Google Shape;842;p57"/>
          <p:cNvSpPr txBox="1">
            <a:spLocks noGrp="1"/>
          </p:cNvSpPr>
          <p:nvPr>
            <p:ph type="subTitle" idx="13"/>
          </p:nvPr>
        </p:nvSpPr>
        <p:spPr>
          <a:xfrm>
            <a:off x="6159584" y="1301474"/>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Decoupling Authentication and Authorization: </a:t>
            </a:r>
            <a:r>
              <a:rPr lang="en-US" dirty="0"/>
              <a:t>OAuth 2.0 separates the process of authenticating users (checking who they are) from authorization (granting access to resources).</a:t>
            </a:r>
            <a:endParaRPr dirty="0"/>
          </a:p>
        </p:txBody>
      </p:sp>
      <p:sp>
        <p:nvSpPr>
          <p:cNvPr id="844" name="Google Shape;844;p57"/>
          <p:cNvSpPr txBox="1">
            <a:spLocks noGrp="1"/>
          </p:cNvSpPr>
          <p:nvPr>
            <p:ph type="subTitle" idx="15"/>
          </p:nvPr>
        </p:nvSpPr>
        <p:spPr>
          <a:xfrm>
            <a:off x="6159584" y="3068819"/>
            <a:ext cx="2264400" cy="892800"/>
          </a:xfrm>
          <a:prstGeom prst="rect">
            <a:avLst/>
          </a:prstGeom>
        </p:spPr>
        <p:txBody>
          <a:bodyPr spcFirstLastPara="1" wrap="square" lIns="91425" tIns="91425" rIns="91425" bIns="91425" anchor="t" anchorCtr="0">
            <a:noAutofit/>
          </a:bodyPr>
          <a:lstStyle/>
          <a:p>
            <a:pPr marL="0" indent="0"/>
            <a:r>
              <a:rPr lang="en-US" b="1" dirty="0"/>
              <a:t>APIs &amp; Microservices:</a:t>
            </a:r>
            <a:r>
              <a:rPr lang="en-US" dirty="0"/>
              <a:t> OAuth 2.0 is used for API security, allowing developers to build scalable services that interact with one another securely.</a:t>
            </a:r>
          </a:p>
          <a:p>
            <a:pPr marL="0" lvl="0" indent="0" algn="l" rtl="0">
              <a:spcBef>
                <a:spcPts val="0"/>
              </a:spcBef>
              <a:spcAft>
                <a:spcPts val="0"/>
              </a:spcAft>
              <a:buNone/>
            </a:pPr>
            <a:endParaRPr dirty="0"/>
          </a:p>
        </p:txBody>
      </p:sp>
      <p:cxnSp>
        <p:nvCxnSpPr>
          <p:cNvPr id="845" name="Google Shape;845;p57"/>
          <p:cNvCxnSpPr/>
          <p:nvPr/>
        </p:nvCxnSpPr>
        <p:spPr>
          <a:xfrm>
            <a:off x="721138" y="13812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46" name="Google Shape;846;p57"/>
          <p:cNvCxnSpPr/>
          <p:nvPr/>
        </p:nvCxnSpPr>
        <p:spPr>
          <a:xfrm>
            <a:off x="722275" y="31689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47" name="Google Shape;847;p57"/>
          <p:cNvCxnSpPr/>
          <p:nvPr/>
        </p:nvCxnSpPr>
        <p:spPr>
          <a:xfrm>
            <a:off x="6045613" y="13812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48" name="Google Shape;848;p57"/>
          <p:cNvCxnSpPr/>
          <p:nvPr/>
        </p:nvCxnSpPr>
        <p:spPr>
          <a:xfrm>
            <a:off x="6046750" y="31689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49" name="Google Shape;849;p57"/>
          <p:cNvCxnSpPr/>
          <p:nvPr/>
        </p:nvCxnSpPr>
        <p:spPr>
          <a:xfrm>
            <a:off x="3388063" y="13812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50" name="Google Shape;850;p57"/>
          <p:cNvCxnSpPr/>
          <p:nvPr/>
        </p:nvCxnSpPr>
        <p:spPr>
          <a:xfrm>
            <a:off x="3389200" y="3168900"/>
            <a:ext cx="0" cy="151080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57"/>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ADVANTAGES - AUTH 2.0</a:t>
            </a:r>
            <a:endParaRPr dirty="0"/>
          </a:p>
        </p:txBody>
      </p:sp>
      <p:sp>
        <p:nvSpPr>
          <p:cNvPr id="834" name="Google Shape;834;p57"/>
          <p:cNvSpPr txBox="1">
            <a:spLocks noGrp="1"/>
          </p:cNvSpPr>
          <p:nvPr>
            <p:ph type="subTitle" idx="1"/>
          </p:nvPr>
        </p:nvSpPr>
        <p:spPr>
          <a:xfrm>
            <a:off x="833976" y="1301474"/>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t>Security</a:t>
            </a:r>
            <a:r>
              <a:rPr lang="en-US" b="1" dirty="0"/>
              <a:t>:</a:t>
            </a:r>
            <a:r>
              <a:rPr lang="en-US" dirty="0"/>
              <a:t> OAuth 2 enhances security by allowing limited access to resources without requiring users to share passwords with third-party applications. Instead, it uses tokens for authentication and authorization.</a:t>
            </a:r>
            <a:endParaRPr dirty="0"/>
          </a:p>
        </p:txBody>
      </p:sp>
      <p:sp>
        <p:nvSpPr>
          <p:cNvPr id="836" name="Google Shape;836;p57"/>
          <p:cNvSpPr txBox="1">
            <a:spLocks noGrp="1"/>
          </p:cNvSpPr>
          <p:nvPr>
            <p:ph type="subTitle" idx="4"/>
          </p:nvPr>
        </p:nvSpPr>
        <p:spPr>
          <a:xfrm>
            <a:off x="3481191" y="1250512"/>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t>Token-Based Authentication</a:t>
            </a:r>
            <a:r>
              <a:rPr lang="en-US" b="1" dirty="0"/>
              <a:t>:</a:t>
            </a:r>
            <a:r>
              <a:rPr lang="en-US" dirty="0"/>
              <a:t> OAuth 2 uses access tokens, which can be time-limited and scoped to specific resources, providing better control over what a third-party application can do with a user's account. Once the token expires, access is revoked.</a:t>
            </a:r>
            <a:endParaRPr dirty="0"/>
          </a:p>
        </p:txBody>
      </p:sp>
      <p:sp>
        <p:nvSpPr>
          <p:cNvPr id="838" name="Google Shape;838;p57"/>
          <p:cNvSpPr txBox="1">
            <a:spLocks noGrp="1"/>
          </p:cNvSpPr>
          <p:nvPr>
            <p:ph type="subTitle" idx="6"/>
          </p:nvPr>
        </p:nvSpPr>
        <p:spPr>
          <a:xfrm>
            <a:off x="814266" y="3068819"/>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t>Granular Access Control</a:t>
            </a:r>
            <a:r>
              <a:rPr lang="en-US" b="1" dirty="0"/>
              <a:t>:</a:t>
            </a:r>
            <a:r>
              <a:rPr lang="en-US" dirty="0"/>
              <a:t> OAuth 2 allows granular control over what the client can access. It uses scopes to specify the level of access granted, which minimizes the risk of over-</a:t>
            </a:r>
            <a:r>
              <a:rPr lang="en-US" dirty="0" err="1"/>
              <a:t>permissioning</a:t>
            </a:r>
            <a:r>
              <a:rPr lang="en-US" dirty="0"/>
              <a:t> and enhances privacy.</a:t>
            </a:r>
            <a:endParaRPr dirty="0"/>
          </a:p>
        </p:txBody>
      </p:sp>
      <p:sp>
        <p:nvSpPr>
          <p:cNvPr id="840" name="Google Shape;840;p57"/>
          <p:cNvSpPr txBox="1">
            <a:spLocks noGrp="1"/>
          </p:cNvSpPr>
          <p:nvPr>
            <p:ph type="subTitle" idx="8"/>
          </p:nvPr>
        </p:nvSpPr>
        <p:spPr>
          <a:xfrm>
            <a:off x="3430508" y="3044942"/>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t>Delegated Access : </a:t>
            </a:r>
            <a:r>
              <a:rPr lang="en-US" dirty="0"/>
              <a:t>Users can grant third-party apps limited access to their resources (e.g., accessing calendar events or emails) without exposing their credentials. This delegation simplifies interaction between apps and service providers.</a:t>
            </a:r>
          </a:p>
        </p:txBody>
      </p:sp>
      <p:sp>
        <p:nvSpPr>
          <p:cNvPr id="842" name="Google Shape;842;p57"/>
          <p:cNvSpPr txBox="1">
            <a:spLocks noGrp="1"/>
          </p:cNvSpPr>
          <p:nvPr>
            <p:ph type="subTitle" idx="13"/>
          </p:nvPr>
        </p:nvSpPr>
        <p:spPr>
          <a:xfrm>
            <a:off x="6159584" y="1301474"/>
            <a:ext cx="2264400" cy="89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Support for Multiple Devices and Platforms: </a:t>
            </a:r>
            <a:r>
              <a:rPr lang="en-US" dirty="0"/>
              <a:t>OAuth 2 works across different platforms (e.g., mobile, web, desktop) and devices. It standardizes authentication for multi-platform apps, enabling a seamless experience for users.</a:t>
            </a:r>
            <a:endParaRPr dirty="0"/>
          </a:p>
        </p:txBody>
      </p:sp>
      <p:sp>
        <p:nvSpPr>
          <p:cNvPr id="844" name="Google Shape;844;p57"/>
          <p:cNvSpPr txBox="1">
            <a:spLocks noGrp="1"/>
          </p:cNvSpPr>
          <p:nvPr>
            <p:ph type="subTitle" idx="15"/>
          </p:nvPr>
        </p:nvSpPr>
        <p:spPr>
          <a:xfrm>
            <a:off x="6159584" y="3068819"/>
            <a:ext cx="2264400" cy="892800"/>
          </a:xfrm>
          <a:prstGeom prst="rect">
            <a:avLst/>
          </a:prstGeom>
        </p:spPr>
        <p:txBody>
          <a:bodyPr spcFirstLastPara="1" wrap="square" lIns="91425" tIns="91425" rIns="91425" bIns="91425" anchor="t" anchorCtr="0">
            <a:noAutofit/>
          </a:bodyPr>
          <a:lstStyle/>
          <a:p>
            <a:pPr marL="0" indent="0"/>
            <a:r>
              <a:rPr lang="en-IN" b="1" dirty="0"/>
              <a:t>Broad Industry Adoption</a:t>
            </a:r>
            <a:r>
              <a:rPr lang="en-US" b="1" dirty="0"/>
              <a:t>:</a:t>
            </a:r>
            <a:r>
              <a:rPr lang="en-US" dirty="0"/>
              <a:t> OAuth 2 is supported by major providers like Google, Facebook, Microsoft, and GitHub. Its widespread adoption has led to strong community support and better compatibility across various systems and services.</a:t>
            </a:r>
          </a:p>
          <a:p>
            <a:pPr marL="0" lvl="0" indent="0" algn="l" rtl="0">
              <a:spcBef>
                <a:spcPts val="0"/>
              </a:spcBef>
              <a:spcAft>
                <a:spcPts val="0"/>
              </a:spcAft>
              <a:buNone/>
            </a:pPr>
            <a:endParaRPr dirty="0"/>
          </a:p>
        </p:txBody>
      </p:sp>
      <p:cxnSp>
        <p:nvCxnSpPr>
          <p:cNvPr id="845" name="Google Shape;845;p57"/>
          <p:cNvCxnSpPr/>
          <p:nvPr/>
        </p:nvCxnSpPr>
        <p:spPr>
          <a:xfrm>
            <a:off x="721138" y="13812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46" name="Google Shape;846;p57"/>
          <p:cNvCxnSpPr/>
          <p:nvPr/>
        </p:nvCxnSpPr>
        <p:spPr>
          <a:xfrm>
            <a:off x="722275" y="31689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47" name="Google Shape;847;p57"/>
          <p:cNvCxnSpPr/>
          <p:nvPr/>
        </p:nvCxnSpPr>
        <p:spPr>
          <a:xfrm>
            <a:off x="6045613" y="13812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48" name="Google Shape;848;p57"/>
          <p:cNvCxnSpPr/>
          <p:nvPr/>
        </p:nvCxnSpPr>
        <p:spPr>
          <a:xfrm>
            <a:off x="6046750" y="31689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49" name="Google Shape;849;p57"/>
          <p:cNvCxnSpPr/>
          <p:nvPr/>
        </p:nvCxnSpPr>
        <p:spPr>
          <a:xfrm>
            <a:off x="3388063" y="1381200"/>
            <a:ext cx="0" cy="1510800"/>
          </a:xfrm>
          <a:prstGeom prst="straightConnector1">
            <a:avLst/>
          </a:prstGeom>
          <a:noFill/>
          <a:ln w="9525" cap="flat" cmpd="sng">
            <a:solidFill>
              <a:schemeClr val="dk1"/>
            </a:solidFill>
            <a:prstDash val="solid"/>
            <a:round/>
            <a:headEnd type="none" w="med" len="med"/>
            <a:tailEnd type="oval" w="med" len="med"/>
          </a:ln>
        </p:spPr>
      </p:cxnSp>
      <p:cxnSp>
        <p:nvCxnSpPr>
          <p:cNvPr id="850" name="Google Shape;850;p57"/>
          <p:cNvCxnSpPr/>
          <p:nvPr/>
        </p:nvCxnSpPr>
        <p:spPr>
          <a:xfrm>
            <a:off x="3389200" y="3168900"/>
            <a:ext cx="0" cy="1510800"/>
          </a:xfrm>
          <a:prstGeom prst="straightConnector1">
            <a:avLst/>
          </a:prstGeom>
          <a:noFill/>
          <a:ln w="9525" cap="flat" cmpd="sng">
            <a:solidFill>
              <a:schemeClr val="dk1"/>
            </a:solidFill>
            <a:prstDash val="solid"/>
            <a:round/>
            <a:headEnd type="none" w="med" len="med"/>
            <a:tailEnd type="oval" w="med" len="med"/>
          </a:ln>
        </p:spPr>
      </p:cxnSp>
    </p:spTree>
    <p:extLst>
      <p:ext uri="{BB962C8B-B14F-4D97-AF65-F5344CB8AC3E}">
        <p14:creationId xmlns:p14="http://schemas.microsoft.com/office/powerpoint/2010/main" val="1645407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80" name="Google Shape;580;p48"/>
          <p:cNvSpPr txBox="1">
            <a:spLocks noGrp="1"/>
          </p:cNvSpPr>
          <p:nvPr>
            <p:ph type="title"/>
          </p:nvPr>
        </p:nvSpPr>
        <p:spPr>
          <a:xfrm>
            <a:off x="703149" y="1642439"/>
            <a:ext cx="5738749" cy="144930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r>
              <a:rPr lang="en" sz="2800" dirty="0"/>
              <a:t> Literature Survey</a:t>
            </a:r>
            <a:endParaRPr sz="2800" dirty="0"/>
          </a:p>
        </p:txBody>
      </p:sp>
      <p:cxnSp>
        <p:nvCxnSpPr>
          <p:cNvPr id="581" name="Google Shape;581;p48"/>
          <p:cNvCxnSpPr/>
          <p:nvPr/>
        </p:nvCxnSpPr>
        <p:spPr>
          <a:xfrm>
            <a:off x="703150" y="3009150"/>
            <a:ext cx="4678500" cy="0"/>
          </a:xfrm>
          <a:prstGeom prst="straightConnector1">
            <a:avLst/>
          </a:prstGeom>
          <a:noFill/>
          <a:ln w="9525" cap="flat" cmpd="sng">
            <a:solidFill>
              <a:schemeClr val="dk1"/>
            </a:solidFill>
            <a:prstDash val="solid"/>
            <a:round/>
            <a:headEnd type="none" w="med" len="med"/>
            <a:tailEnd type="oval" w="med" len="med"/>
          </a:ln>
        </p:spPr>
      </p:cxnSp>
      <p:grpSp>
        <p:nvGrpSpPr>
          <p:cNvPr id="582" name="Google Shape;582;p48"/>
          <p:cNvGrpSpPr/>
          <p:nvPr/>
        </p:nvGrpSpPr>
        <p:grpSpPr>
          <a:xfrm>
            <a:off x="5381640" y="-695315"/>
            <a:ext cx="2792217" cy="2565841"/>
            <a:chOff x="6503938" y="-561308"/>
            <a:chExt cx="3954422" cy="3633821"/>
          </a:xfrm>
        </p:grpSpPr>
        <p:sp>
          <p:nvSpPr>
            <p:cNvPr id="583" name="Google Shape;583;p48"/>
            <p:cNvSpPr/>
            <p:nvPr/>
          </p:nvSpPr>
          <p:spPr>
            <a:xfrm>
              <a:off x="6503938" y="-561284"/>
              <a:ext cx="3954422" cy="3633797"/>
            </a:xfrm>
            <a:custGeom>
              <a:avLst/>
              <a:gdLst/>
              <a:ahLst/>
              <a:cxnLst/>
              <a:rect l="l" t="t" r="r" b="b"/>
              <a:pathLst>
                <a:path w="22796" h="20948" extrusionOk="0">
                  <a:moveTo>
                    <a:pt x="11944" y="125"/>
                  </a:moveTo>
                  <a:cubicBezTo>
                    <a:pt x="12897" y="125"/>
                    <a:pt x="13856" y="259"/>
                    <a:pt x="14798" y="527"/>
                  </a:cubicBezTo>
                  <a:cubicBezTo>
                    <a:pt x="17455" y="1286"/>
                    <a:pt x="19659" y="3034"/>
                    <a:pt x="21001" y="5449"/>
                  </a:cubicBezTo>
                  <a:cubicBezTo>
                    <a:pt x="22345" y="7864"/>
                    <a:pt x="22667" y="10658"/>
                    <a:pt x="21908" y="13315"/>
                  </a:cubicBezTo>
                  <a:cubicBezTo>
                    <a:pt x="21150" y="15973"/>
                    <a:pt x="19401" y="18175"/>
                    <a:pt x="16986" y="19519"/>
                  </a:cubicBezTo>
                  <a:cubicBezTo>
                    <a:pt x="15398" y="20402"/>
                    <a:pt x="13675" y="20820"/>
                    <a:pt x="11976" y="20820"/>
                  </a:cubicBezTo>
                  <a:cubicBezTo>
                    <a:pt x="8340" y="20820"/>
                    <a:pt x="4806" y="18901"/>
                    <a:pt x="2916" y="15504"/>
                  </a:cubicBezTo>
                  <a:cubicBezTo>
                    <a:pt x="1573" y="13089"/>
                    <a:pt x="1251" y="10295"/>
                    <a:pt x="2010" y="7638"/>
                  </a:cubicBezTo>
                  <a:cubicBezTo>
                    <a:pt x="2769" y="4980"/>
                    <a:pt x="4516" y="2776"/>
                    <a:pt x="6931" y="1434"/>
                  </a:cubicBezTo>
                  <a:cubicBezTo>
                    <a:pt x="8492" y="567"/>
                    <a:pt x="10208" y="125"/>
                    <a:pt x="11944" y="125"/>
                  </a:cubicBezTo>
                  <a:close/>
                  <a:moveTo>
                    <a:pt x="11943" y="1"/>
                  </a:moveTo>
                  <a:cubicBezTo>
                    <a:pt x="10185" y="1"/>
                    <a:pt x="8448" y="447"/>
                    <a:pt x="6870" y="1325"/>
                  </a:cubicBezTo>
                  <a:cubicBezTo>
                    <a:pt x="1824" y="4130"/>
                    <a:pt x="0" y="10518"/>
                    <a:pt x="2806" y="15566"/>
                  </a:cubicBezTo>
                  <a:cubicBezTo>
                    <a:pt x="4719" y="19006"/>
                    <a:pt x="8294" y="20947"/>
                    <a:pt x="11976" y="20947"/>
                  </a:cubicBezTo>
                  <a:cubicBezTo>
                    <a:pt x="13697" y="20947"/>
                    <a:pt x="15440" y="20523"/>
                    <a:pt x="17048" y="19629"/>
                  </a:cubicBezTo>
                  <a:cubicBezTo>
                    <a:pt x="19492" y="18269"/>
                    <a:pt x="21260" y="16041"/>
                    <a:pt x="22029" y="13351"/>
                  </a:cubicBezTo>
                  <a:cubicBezTo>
                    <a:pt x="22795" y="10661"/>
                    <a:pt x="22471" y="7833"/>
                    <a:pt x="21111" y="5389"/>
                  </a:cubicBezTo>
                  <a:cubicBezTo>
                    <a:pt x="19751" y="2943"/>
                    <a:pt x="17522" y="1175"/>
                    <a:pt x="14832" y="408"/>
                  </a:cubicBezTo>
                  <a:cubicBezTo>
                    <a:pt x="13879" y="135"/>
                    <a:pt x="12908" y="1"/>
                    <a:pt x="1194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8"/>
            <p:cNvSpPr/>
            <p:nvPr/>
          </p:nvSpPr>
          <p:spPr>
            <a:xfrm>
              <a:off x="6886611" y="-378276"/>
              <a:ext cx="3383532" cy="3269689"/>
            </a:xfrm>
            <a:custGeom>
              <a:avLst/>
              <a:gdLst/>
              <a:ahLst/>
              <a:cxnLst/>
              <a:rect l="l" t="t" r="r" b="b"/>
              <a:pathLst>
                <a:path w="19505" h="18849" extrusionOk="0">
                  <a:moveTo>
                    <a:pt x="9738" y="126"/>
                  </a:moveTo>
                  <a:cubicBezTo>
                    <a:pt x="13006" y="126"/>
                    <a:pt x="16181" y="1851"/>
                    <a:pt x="17879" y="4905"/>
                  </a:cubicBezTo>
                  <a:cubicBezTo>
                    <a:pt x="19086" y="7075"/>
                    <a:pt x="19376" y="9586"/>
                    <a:pt x="18695" y="11974"/>
                  </a:cubicBezTo>
                  <a:cubicBezTo>
                    <a:pt x="18013" y="14363"/>
                    <a:pt x="16443" y="16342"/>
                    <a:pt x="14271" y="17550"/>
                  </a:cubicBezTo>
                  <a:cubicBezTo>
                    <a:pt x="12871" y="18328"/>
                    <a:pt x="11329" y="18725"/>
                    <a:pt x="9769" y="18725"/>
                  </a:cubicBezTo>
                  <a:cubicBezTo>
                    <a:pt x="8912" y="18725"/>
                    <a:pt x="8050" y="18606"/>
                    <a:pt x="7203" y="18364"/>
                  </a:cubicBezTo>
                  <a:cubicBezTo>
                    <a:pt x="4815" y="17682"/>
                    <a:pt x="2834" y="16112"/>
                    <a:pt x="1628" y="13941"/>
                  </a:cubicBezTo>
                  <a:cubicBezTo>
                    <a:pt x="420" y="11770"/>
                    <a:pt x="130" y="9259"/>
                    <a:pt x="812" y="6870"/>
                  </a:cubicBezTo>
                  <a:cubicBezTo>
                    <a:pt x="1494" y="4482"/>
                    <a:pt x="3064" y="2503"/>
                    <a:pt x="5235" y="1295"/>
                  </a:cubicBezTo>
                  <a:cubicBezTo>
                    <a:pt x="6663" y="502"/>
                    <a:pt x="8209" y="126"/>
                    <a:pt x="9738" y="126"/>
                  </a:cubicBezTo>
                  <a:close/>
                  <a:moveTo>
                    <a:pt x="9737" y="0"/>
                  </a:moveTo>
                  <a:cubicBezTo>
                    <a:pt x="8188" y="0"/>
                    <a:pt x="6620" y="382"/>
                    <a:pt x="5173" y="1186"/>
                  </a:cubicBezTo>
                  <a:cubicBezTo>
                    <a:pt x="2973" y="2408"/>
                    <a:pt x="1381" y="4416"/>
                    <a:pt x="691" y="6836"/>
                  </a:cubicBezTo>
                  <a:cubicBezTo>
                    <a:pt x="1" y="9256"/>
                    <a:pt x="293" y="11801"/>
                    <a:pt x="1517" y="14000"/>
                  </a:cubicBezTo>
                  <a:cubicBezTo>
                    <a:pt x="2739" y="16200"/>
                    <a:pt x="4746" y="17792"/>
                    <a:pt x="7166" y="18482"/>
                  </a:cubicBezTo>
                  <a:cubicBezTo>
                    <a:pt x="8025" y="18728"/>
                    <a:pt x="8898" y="18849"/>
                    <a:pt x="9766" y="18849"/>
                  </a:cubicBezTo>
                  <a:cubicBezTo>
                    <a:pt x="11349" y="18849"/>
                    <a:pt x="12912" y="18448"/>
                    <a:pt x="14332" y="17656"/>
                  </a:cubicBezTo>
                  <a:cubicBezTo>
                    <a:pt x="16531" y="16434"/>
                    <a:pt x="18125" y="14427"/>
                    <a:pt x="18815" y="12007"/>
                  </a:cubicBezTo>
                  <a:cubicBezTo>
                    <a:pt x="19505" y="9586"/>
                    <a:pt x="19213" y="7042"/>
                    <a:pt x="17989" y="4842"/>
                  </a:cubicBezTo>
                  <a:cubicBezTo>
                    <a:pt x="16267" y="1748"/>
                    <a:pt x="13049" y="0"/>
                    <a:pt x="9737"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48"/>
            <p:cNvGrpSpPr/>
            <p:nvPr/>
          </p:nvGrpSpPr>
          <p:grpSpPr>
            <a:xfrm rot="8531975" flipH="1">
              <a:off x="7283075" y="-39380"/>
              <a:ext cx="2589807" cy="2589807"/>
              <a:chOff x="676016" y="1842553"/>
              <a:chExt cx="459655" cy="459655"/>
            </a:xfrm>
          </p:grpSpPr>
          <p:sp>
            <p:nvSpPr>
              <p:cNvPr id="586" name="Google Shape;586;p48"/>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8"/>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8"/>
              <p:cNvSpPr/>
              <p:nvPr/>
            </p:nvSpPr>
            <p:spPr>
              <a:xfrm>
                <a:off x="830509" y="2003725"/>
                <a:ext cx="150669" cy="137311"/>
              </a:xfrm>
              <a:custGeom>
                <a:avLst/>
                <a:gdLst/>
                <a:ahLst/>
                <a:cxnLst/>
                <a:rect l="l" t="t" r="r" b="b"/>
                <a:pathLst>
                  <a:path w="3113" h="2837" extrusionOk="0">
                    <a:moveTo>
                      <a:pt x="1557" y="1"/>
                    </a:moveTo>
                    <a:cubicBezTo>
                      <a:pt x="1194" y="1"/>
                      <a:pt x="831" y="139"/>
                      <a:pt x="554" y="416"/>
                    </a:cubicBezTo>
                    <a:cubicBezTo>
                      <a:pt x="1" y="970"/>
                      <a:pt x="1" y="1867"/>
                      <a:pt x="554" y="2421"/>
                    </a:cubicBezTo>
                    <a:cubicBezTo>
                      <a:pt x="831" y="2698"/>
                      <a:pt x="1194" y="2837"/>
                      <a:pt x="1557" y="2837"/>
                    </a:cubicBezTo>
                    <a:cubicBezTo>
                      <a:pt x="1919" y="2837"/>
                      <a:pt x="2282" y="2698"/>
                      <a:pt x="2559" y="2421"/>
                    </a:cubicBezTo>
                    <a:cubicBezTo>
                      <a:pt x="3112" y="1867"/>
                      <a:pt x="3112" y="970"/>
                      <a:pt x="2559" y="416"/>
                    </a:cubicBezTo>
                    <a:cubicBezTo>
                      <a:pt x="2282" y="139"/>
                      <a:pt x="1919" y="1"/>
                      <a:pt x="1557"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9" name="Google Shape;589;p48"/>
          <p:cNvGrpSpPr/>
          <p:nvPr/>
        </p:nvGrpSpPr>
        <p:grpSpPr>
          <a:xfrm>
            <a:off x="4452098" y="2619375"/>
            <a:ext cx="5784582" cy="2243152"/>
            <a:chOff x="1918448" y="2360350"/>
            <a:chExt cx="5784582" cy="2243152"/>
          </a:xfrm>
        </p:grpSpPr>
        <p:sp>
          <p:nvSpPr>
            <p:cNvPr id="590" name="Google Shape;590;p48"/>
            <p:cNvSpPr/>
            <p:nvPr/>
          </p:nvSpPr>
          <p:spPr>
            <a:xfrm rot="10800000">
              <a:off x="3142878" y="2360350"/>
              <a:ext cx="4560152" cy="2206584"/>
            </a:xfrm>
            <a:custGeom>
              <a:avLst/>
              <a:gdLst/>
              <a:ahLst/>
              <a:cxnLst/>
              <a:rect l="l" t="t" r="r" b="b"/>
              <a:pathLst>
                <a:path w="44645" h="21603" extrusionOk="0">
                  <a:moveTo>
                    <a:pt x="40354" y="0"/>
                  </a:moveTo>
                  <a:lnTo>
                    <a:pt x="18877" y="21477"/>
                  </a:lnTo>
                  <a:lnTo>
                    <a:pt x="1" y="21477"/>
                  </a:lnTo>
                  <a:lnTo>
                    <a:pt x="1" y="21602"/>
                  </a:lnTo>
                  <a:lnTo>
                    <a:pt x="18930" y="21602"/>
                  </a:lnTo>
                  <a:lnTo>
                    <a:pt x="40407" y="125"/>
                  </a:lnTo>
                  <a:lnTo>
                    <a:pt x="44644" y="125"/>
                  </a:lnTo>
                  <a:lnTo>
                    <a:pt x="44644"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8"/>
            <p:cNvSpPr/>
            <p:nvPr/>
          </p:nvSpPr>
          <p:spPr>
            <a:xfrm rot="10800000">
              <a:off x="1995797" y="2885665"/>
              <a:ext cx="3251196" cy="1279131"/>
            </a:xfrm>
            <a:custGeom>
              <a:avLst/>
              <a:gdLst/>
              <a:ahLst/>
              <a:cxnLst/>
              <a:rect l="l" t="t" r="r" b="b"/>
              <a:pathLst>
                <a:path w="31830" h="12523" extrusionOk="0">
                  <a:moveTo>
                    <a:pt x="14104" y="1"/>
                  </a:moveTo>
                  <a:lnTo>
                    <a:pt x="1709" y="12397"/>
                  </a:lnTo>
                  <a:lnTo>
                    <a:pt x="1" y="12397"/>
                  </a:lnTo>
                  <a:lnTo>
                    <a:pt x="1" y="12522"/>
                  </a:lnTo>
                  <a:lnTo>
                    <a:pt x="1762" y="12522"/>
                  </a:lnTo>
                  <a:lnTo>
                    <a:pt x="14157" y="126"/>
                  </a:lnTo>
                  <a:lnTo>
                    <a:pt x="31829" y="126"/>
                  </a:lnTo>
                  <a:lnTo>
                    <a:pt x="3182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8"/>
            <p:cNvSpPr/>
            <p:nvPr/>
          </p:nvSpPr>
          <p:spPr>
            <a:xfrm rot="10800000">
              <a:off x="2398021" y="4331903"/>
              <a:ext cx="1278416" cy="140037"/>
            </a:xfrm>
            <a:custGeom>
              <a:avLst/>
              <a:gdLst/>
              <a:ahLst/>
              <a:cxnLst/>
              <a:rect l="l" t="t" r="r" b="b"/>
              <a:pathLst>
                <a:path w="12516" h="1371" extrusionOk="0">
                  <a:moveTo>
                    <a:pt x="90" y="1"/>
                  </a:moveTo>
                  <a:lnTo>
                    <a:pt x="0" y="90"/>
                  </a:lnTo>
                  <a:lnTo>
                    <a:pt x="1281" y="1370"/>
                  </a:lnTo>
                  <a:lnTo>
                    <a:pt x="12516" y="1370"/>
                  </a:lnTo>
                  <a:lnTo>
                    <a:pt x="12516" y="1245"/>
                  </a:lnTo>
                  <a:lnTo>
                    <a:pt x="1334" y="1245"/>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8"/>
            <p:cNvSpPr/>
            <p:nvPr/>
          </p:nvSpPr>
          <p:spPr>
            <a:xfrm rot="10800000">
              <a:off x="2642344" y="3809748"/>
              <a:ext cx="862593" cy="353004"/>
            </a:xfrm>
            <a:custGeom>
              <a:avLst/>
              <a:gdLst/>
              <a:ahLst/>
              <a:cxnLst/>
              <a:rect l="l" t="t" r="r" b="b"/>
              <a:pathLst>
                <a:path w="8445" h="3456" extrusionOk="0">
                  <a:moveTo>
                    <a:pt x="87" y="0"/>
                  </a:moveTo>
                  <a:lnTo>
                    <a:pt x="0" y="89"/>
                  </a:lnTo>
                  <a:lnTo>
                    <a:pt x="3366" y="3456"/>
                  </a:lnTo>
                  <a:lnTo>
                    <a:pt x="8444" y="3456"/>
                  </a:lnTo>
                  <a:lnTo>
                    <a:pt x="8444" y="3330"/>
                  </a:lnTo>
                  <a:lnTo>
                    <a:pt x="3419" y="3330"/>
                  </a:lnTo>
                  <a:lnTo>
                    <a:pt x="87"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8"/>
            <p:cNvSpPr/>
            <p:nvPr/>
          </p:nvSpPr>
          <p:spPr>
            <a:xfrm rot="10800000">
              <a:off x="3063679" y="451770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8"/>
            <p:cNvSpPr/>
            <p:nvPr/>
          </p:nvSpPr>
          <p:spPr>
            <a:xfrm rot="10800000">
              <a:off x="1918448" y="4115359"/>
              <a:ext cx="85698" cy="85698"/>
            </a:xfrm>
            <a:custGeom>
              <a:avLst/>
              <a:gdLst/>
              <a:ahLst/>
              <a:cxnLst/>
              <a:rect l="l" t="t" r="r" b="b"/>
              <a:pathLst>
                <a:path w="839" h="839" extrusionOk="0">
                  <a:moveTo>
                    <a:pt x="420" y="125"/>
                  </a:moveTo>
                  <a:cubicBezTo>
                    <a:pt x="582" y="125"/>
                    <a:pt x="714" y="258"/>
                    <a:pt x="714" y="419"/>
                  </a:cubicBezTo>
                  <a:cubicBezTo>
                    <a:pt x="714" y="581"/>
                    <a:pt x="581" y="713"/>
                    <a:pt x="420" y="713"/>
                  </a:cubicBezTo>
                  <a:cubicBezTo>
                    <a:pt x="258" y="713"/>
                    <a:pt x="126" y="581"/>
                    <a:pt x="126" y="419"/>
                  </a:cubicBezTo>
                  <a:cubicBezTo>
                    <a:pt x="126" y="258"/>
                    <a:pt x="258" y="125"/>
                    <a:pt x="420" y="125"/>
                  </a:cubicBezTo>
                  <a:close/>
                  <a:moveTo>
                    <a:pt x="420" y="0"/>
                  </a:moveTo>
                  <a:cubicBezTo>
                    <a:pt x="188" y="0"/>
                    <a:pt x="0" y="188"/>
                    <a:pt x="0" y="419"/>
                  </a:cubicBezTo>
                  <a:cubicBezTo>
                    <a:pt x="0" y="651"/>
                    <a:pt x="189" y="839"/>
                    <a:pt x="420" y="839"/>
                  </a:cubicBezTo>
                  <a:cubicBezTo>
                    <a:pt x="651" y="839"/>
                    <a:pt x="839" y="651"/>
                    <a:pt x="839" y="419"/>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8"/>
            <p:cNvSpPr/>
            <p:nvPr/>
          </p:nvSpPr>
          <p:spPr>
            <a:xfrm rot="10800000">
              <a:off x="2318748" y="4295336"/>
              <a:ext cx="85698" cy="85800"/>
            </a:xfrm>
            <a:custGeom>
              <a:avLst/>
              <a:gdLst/>
              <a:ahLst/>
              <a:cxnLst/>
              <a:rect l="l" t="t" r="r" b="b"/>
              <a:pathLst>
                <a:path w="839" h="840" extrusionOk="0">
                  <a:moveTo>
                    <a:pt x="420" y="125"/>
                  </a:moveTo>
                  <a:cubicBezTo>
                    <a:pt x="581" y="125"/>
                    <a:pt x="712" y="258"/>
                    <a:pt x="714" y="420"/>
                  </a:cubicBezTo>
                  <a:cubicBezTo>
                    <a:pt x="714" y="581"/>
                    <a:pt x="581" y="713"/>
                    <a:pt x="420" y="713"/>
                  </a:cubicBezTo>
                  <a:cubicBezTo>
                    <a:pt x="258" y="713"/>
                    <a:pt x="125" y="581"/>
                    <a:pt x="125" y="420"/>
                  </a:cubicBezTo>
                  <a:cubicBezTo>
                    <a:pt x="125" y="258"/>
                    <a:pt x="258" y="125"/>
                    <a:pt x="420" y="125"/>
                  </a:cubicBezTo>
                  <a:close/>
                  <a:moveTo>
                    <a:pt x="420" y="0"/>
                  </a:moveTo>
                  <a:cubicBezTo>
                    <a:pt x="188" y="0"/>
                    <a:pt x="0" y="188"/>
                    <a:pt x="0" y="420"/>
                  </a:cubicBezTo>
                  <a:cubicBezTo>
                    <a:pt x="0" y="651"/>
                    <a:pt x="189" y="839"/>
                    <a:pt x="420" y="839"/>
                  </a:cubicBezTo>
                  <a:cubicBezTo>
                    <a:pt x="650" y="839"/>
                    <a:pt x="839" y="651"/>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8"/>
            <p:cNvSpPr/>
            <p:nvPr/>
          </p:nvSpPr>
          <p:spPr>
            <a:xfrm rot="10800000">
              <a:off x="2563177" y="3773281"/>
              <a:ext cx="85800" cy="85800"/>
            </a:xfrm>
            <a:custGeom>
              <a:avLst/>
              <a:gdLst/>
              <a:ahLst/>
              <a:cxnLst/>
              <a:rect l="l" t="t" r="r" b="b"/>
              <a:pathLst>
                <a:path w="840" h="840" extrusionOk="0">
                  <a:moveTo>
                    <a:pt x="420" y="127"/>
                  </a:moveTo>
                  <a:cubicBezTo>
                    <a:pt x="583" y="127"/>
                    <a:pt x="713" y="258"/>
                    <a:pt x="714" y="420"/>
                  </a:cubicBezTo>
                  <a:cubicBezTo>
                    <a:pt x="714" y="582"/>
                    <a:pt x="582" y="715"/>
                    <a:pt x="420" y="715"/>
                  </a:cubicBezTo>
                  <a:cubicBezTo>
                    <a:pt x="258" y="715"/>
                    <a:pt x="127" y="582"/>
                    <a:pt x="127" y="420"/>
                  </a:cubicBezTo>
                  <a:cubicBezTo>
                    <a:pt x="127" y="258"/>
                    <a:pt x="258" y="127"/>
                    <a:pt x="420" y="127"/>
                  </a:cubicBezTo>
                  <a:close/>
                  <a:moveTo>
                    <a:pt x="420" y="1"/>
                  </a:moveTo>
                  <a:cubicBezTo>
                    <a:pt x="188" y="1"/>
                    <a:pt x="1" y="188"/>
                    <a:pt x="1" y="420"/>
                  </a:cubicBezTo>
                  <a:cubicBezTo>
                    <a:pt x="1" y="652"/>
                    <a:pt x="189" y="840"/>
                    <a:pt x="420" y="840"/>
                  </a:cubicBezTo>
                  <a:cubicBezTo>
                    <a:pt x="652"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8" name="Google Shape;598;p48"/>
          <p:cNvSpPr/>
          <p:nvPr/>
        </p:nvSpPr>
        <p:spPr>
          <a:xfrm>
            <a:off x="5258331" y="710567"/>
            <a:ext cx="47671" cy="47671"/>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8"/>
          <p:cNvSpPr/>
          <p:nvPr/>
        </p:nvSpPr>
        <p:spPr>
          <a:xfrm>
            <a:off x="7313900" y="1448473"/>
            <a:ext cx="384076" cy="383875"/>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8"/>
          <p:cNvSpPr/>
          <p:nvPr/>
        </p:nvSpPr>
        <p:spPr>
          <a:xfrm>
            <a:off x="3933493" y="4343395"/>
            <a:ext cx="154350" cy="154350"/>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8"/>
          <p:cNvSpPr/>
          <p:nvPr/>
        </p:nvSpPr>
        <p:spPr>
          <a:xfrm>
            <a:off x="7800474" y="4155502"/>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2996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400" b="0" i="0" dirty="0">
                <a:effectLst/>
                <a:latin typeface="Open Sans" panose="020B0606030504020204" pitchFamily="34" charset="0"/>
              </a:rPr>
              <a:t>General Authentication Scheme in User-Centric </a:t>
            </a:r>
            <a:r>
              <a:rPr lang="en-US" sz="1400" b="0" i="0" dirty="0" err="1">
                <a:effectLst/>
                <a:latin typeface="Open Sans" panose="020B0606030504020204" pitchFamily="34" charset="0"/>
              </a:rPr>
              <a:t>IdM</a:t>
            </a:r>
            <a:r>
              <a:rPr lang="en-US" sz="1400" b="0" i="0" dirty="0">
                <a:effectLst/>
                <a:latin typeface="Open Sans" panose="020B0606030504020204" pitchFamily="34" charset="0"/>
              </a:rPr>
              <a:t> </a:t>
            </a:r>
            <a:endParaRPr lang="en-US" sz="1400" dirty="0"/>
          </a:p>
        </p:txBody>
      </p:sp>
      <p:sp>
        <p:nvSpPr>
          <p:cNvPr id="668" name="Google Shape;668;p52"/>
          <p:cNvSpPr txBox="1">
            <a:spLocks noGrp="1"/>
          </p:cNvSpPr>
          <p:nvPr>
            <p:ph type="subTitle" idx="1"/>
          </p:nvPr>
        </p:nvSpPr>
        <p:spPr>
          <a:xfrm rot="-264">
            <a:off x="839676" y="1219942"/>
            <a:ext cx="5117883" cy="17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50" dirty="0"/>
              <a:t>This paper presents a general authentication scheme for User-Centric Identity Management (</a:t>
            </a:r>
            <a:r>
              <a:rPr lang="en-US" sz="1050" dirty="0" err="1"/>
              <a:t>IdM</a:t>
            </a:r>
            <a:r>
              <a:rPr lang="en-US" sz="1050" dirty="0"/>
              <a:t>), aiming to provide a consistent user experience, simple message format, and user participation. The proposed scheme extends the traditional general authentication framework called SASL (Simple Authentication and Security Layer), which provides a structured interface between protocols and mechanisms. The scheme aims to provide a user-centered authentication scheme, allowing users to select an authentication mechanism that meets their service requirements.</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The general authentication scheme has a single request/response protocol message based on the SASL, with the exception of the generation/validation of security assertions. The scheme adopts a plug-in model for handling each authentication mechanism, allowing easy addition and deletion. The scheme also provides additional authentication procedures like the SASL, such as when the server requires additional authentication, such as higher level of service or expiration of an authentication session.</a:t>
            </a:r>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21" y="752756"/>
            <a:ext cx="4374243"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r>
              <a:rPr lang="en-US" sz="800" b="0" i="0" dirty="0">
                <a:effectLst/>
                <a:latin typeface="Open Sans" panose="020B0606030504020204" pitchFamily="34" charset="0"/>
              </a:rPr>
              <a:t>Seung-Hyun Kim, Soo-Hyung Kim Authentication Research Section, Electronics and Telecommunication Research Institute, Daejeon, Republic of Korea </a:t>
            </a:r>
            <a:endParaRPr lang="en-US" sz="800" dirty="0"/>
          </a:p>
        </p:txBody>
      </p:sp>
      <p:pic>
        <p:nvPicPr>
          <p:cNvPr id="9" name="Picture 8">
            <a:extLst>
              <a:ext uri="{FF2B5EF4-FFF2-40B4-BE49-F238E27FC236}">
                <a16:creationId xmlns:a16="http://schemas.microsoft.com/office/drawing/2014/main" id="{EAB6BFF5-13CB-AB9F-D27B-32305EB4DAA8}"/>
              </a:ext>
            </a:extLst>
          </p:cNvPr>
          <p:cNvPicPr>
            <a:picLocks noChangeAspect="1"/>
          </p:cNvPicPr>
          <p:nvPr/>
        </p:nvPicPr>
        <p:blipFill>
          <a:blip r:embed="rId3"/>
          <a:stretch>
            <a:fillRect/>
          </a:stretch>
        </p:blipFill>
        <p:spPr>
          <a:xfrm>
            <a:off x="6270955" y="529371"/>
            <a:ext cx="2250462" cy="31983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400" b="0" i="0" dirty="0">
                <a:effectLst/>
                <a:latin typeface="Open Sans" panose="020B0606030504020204" pitchFamily="34" charset="0"/>
              </a:rPr>
              <a:t>A Lightweight Identity-Based Authentication Protocol </a:t>
            </a:r>
            <a:endParaRPr lang="en-US" sz="1400" dirty="0"/>
          </a:p>
        </p:txBody>
      </p:sp>
      <p:sp>
        <p:nvSpPr>
          <p:cNvPr id="668" name="Google Shape;668;p52"/>
          <p:cNvSpPr txBox="1">
            <a:spLocks noGrp="1"/>
          </p:cNvSpPr>
          <p:nvPr>
            <p:ph type="subTitle" idx="1"/>
          </p:nvPr>
        </p:nvSpPr>
        <p:spPr>
          <a:xfrm rot="-264">
            <a:off x="822081" y="1359048"/>
            <a:ext cx="5117883" cy="17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50" dirty="0"/>
              <a:t>A lightweight identity-based authentication protocol is proposed to ensure the legality of access nodes in Wireless Sensor Networks (WSNs). The protocol involves pre-storing key pools with node identity on both sides of the authentication process. A one-time authentication code containing identity information is produced to confirm the identity of the authenticated node in the authentication process. This protocol has superiority in both security and efficiency compared to present authentication protocols.</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WSNs are deployed in unattended environments with limited hardware resources, making authentication technology crucial in WSNs. Currently, WSN certification protocols are divided into two categories: asymmetric cryptosystem certification and symmetric cryptosystem certification. Symmetric encryption algorithm is superior to asymmetric cryptography in terms of speed and efficiency.</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This paper proposes a lightweight authentication protocol based on symmetric cryptography, where pre-shared key pools with identity information are pre-stored on certification of the two sides. By selection and combination from the key pool, a one-time authentication code is computed. Hardware encryption devices are adapted to protect the shared key pool and key generation algorithm, making the shared key pool unnecessary to update.</a:t>
            </a:r>
            <a:endParaRPr sz="1050"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21" y="752751"/>
            <a:ext cx="4515056"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r>
              <a:rPr lang="en-IN" sz="800" b="0" i="0" dirty="0">
                <a:effectLst/>
                <a:latin typeface="Open Sans" panose="020B0606030504020204" pitchFamily="34" charset="0"/>
              </a:rPr>
              <a:t>Ying Li, </a:t>
            </a:r>
            <a:r>
              <a:rPr lang="en-IN" sz="800" b="0" i="0" dirty="0" err="1">
                <a:effectLst/>
                <a:latin typeface="Open Sans" panose="020B0606030504020204" pitchFamily="34" charset="0"/>
              </a:rPr>
              <a:t>Liping</a:t>
            </a:r>
            <a:r>
              <a:rPr lang="en-IN" sz="800" b="0" i="0" dirty="0">
                <a:effectLst/>
                <a:latin typeface="Open Sans" panose="020B0606030504020204" pitchFamily="34" charset="0"/>
              </a:rPr>
              <a:t> Du, </a:t>
            </a:r>
            <a:r>
              <a:rPr lang="en-IN" sz="800" b="0" i="0" dirty="0" err="1">
                <a:effectLst/>
                <a:latin typeface="Open Sans" panose="020B0606030504020204" pitchFamily="34" charset="0"/>
              </a:rPr>
              <a:t>Guifen</a:t>
            </a:r>
            <a:r>
              <a:rPr lang="en-IN" sz="800" b="0" i="0" dirty="0">
                <a:effectLst/>
                <a:latin typeface="Open Sans" panose="020B0606030504020204" pitchFamily="34" charset="0"/>
              </a:rPr>
              <a:t> Zhao, </a:t>
            </a:r>
            <a:r>
              <a:rPr lang="en-IN" sz="800" b="0" i="0" dirty="0" err="1">
                <a:effectLst/>
                <a:latin typeface="Open Sans" panose="020B0606030504020204" pitchFamily="34" charset="0"/>
              </a:rPr>
              <a:t>Jianwei</a:t>
            </a:r>
            <a:r>
              <a:rPr lang="en-IN" sz="800" b="0" i="0" dirty="0">
                <a:effectLst/>
                <a:latin typeface="Open Sans" panose="020B0606030504020204" pitchFamily="34" charset="0"/>
              </a:rPr>
              <a:t> Guo Beijing Municipal Institute of Science &amp; Technology Information, Beijing Key Laboratory of Network Cryptography Authentication Beijing, China </a:t>
            </a:r>
            <a:endParaRPr lang="en-US" sz="800" dirty="0"/>
          </a:p>
        </p:txBody>
      </p:sp>
      <p:pic>
        <p:nvPicPr>
          <p:cNvPr id="4" name="Picture 3">
            <a:extLst>
              <a:ext uri="{FF2B5EF4-FFF2-40B4-BE49-F238E27FC236}">
                <a16:creationId xmlns:a16="http://schemas.microsoft.com/office/drawing/2014/main" id="{15494903-AFD2-CAA5-81EA-02FDA2865E1F}"/>
              </a:ext>
            </a:extLst>
          </p:cNvPr>
          <p:cNvPicPr>
            <a:picLocks noChangeAspect="1"/>
          </p:cNvPicPr>
          <p:nvPr/>
        </p:nvPicPr>
        <p:blipFill>
          <a:blip r:embed="rId3"/>
          <a:stretch>
            <a:fillRect/>
          </a:stretch>
        </p:blipFill>
        <p:spPr>
          <a:xfrm>
            <a:off x="6081495" y="798073"/>
            <a:ext cx="2587395" cy="3372459"/>
          </a:xfrm>
          <a:prstGeom prst="rect">
            <a:avLst/>
          </a:prstGeom>
        </p:spPr>
      </p:pic>
    </p:spTree>
    <p:extLst>
      <p:ext uri="{BB962C8B-B14F-4D97-AF65-F5344CB8AC3E}">
        <p14:creationId xmlns:p14="http://schemas.microsoft.com/office/powerpoint/2010/main" val="4184068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400" dirty="0" err="1">
                <a:latin typeface="Open Sans" panose="020B0606030504020204" pitchFamily="34" charset="0"/>
              </a:rPr>
              <a:t>Authentication</a:t>
            </a:r>
            <a:r>
              <a:rPr lang="fr-FR" sz="1400" dirty="0">
                <a:latin typeface="Open Sans" panose="020B0606030504020204" pitchFamily="34" charset="0"/>
              </a:rPr>
              <a:t> Techniques For E-Commerce Applications</a:t>
            </a:r>
            <a:endParaRPr lang="en-US" sz="1400" dirty="0">
              <a:latin typeface="Open Sans" panose="020B0606030504020204" pitchFamily="34" charset="0"/>
            </a:endParaRPr>
          </a:p>
        </p:txBody>
      </p:sp>
      <p:sp>
        <p:nvSpPr>
          <p:cNvPr id="668" name="Google Shape;668;p52"/>
          <p:cNvSpPr txBox="1">
            <a:spLocks noGrp="1"/>
          </p:cNvSpPr>
          <p:nvPr>
            <p:ph type="subTitle" idx="1"/>
          </p:nvPr>
        </p:nvSpPr>
        <p:spPr>
          <a:xfrm rot="-264">
            <a:off x="822081" y="1359048"/>
            <a:ext cx="5117883" cy="17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50" dirty="0"/>
              <a:t>This paper discusses the various authentication techniques used in e-commerce applications, including single server and multi server authentication. Remote user authentication is a crucial aspect of ensuring security in these applications, as it verifies the authenticity and legitimacy of a user over an insecure network. There are various schemes available for remote user authentication, such as smart card based, password based, dynamic ID based, and cookie based authentication.</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Previously, conventional password-based, smart card based, and dynamic ID-based techniques have been proposed in single server architecture. However, these techniques are not sufficient for authentication in multi server environments, as resources are spread on different servers, leading to password compromise and increased complexity. Many multi server remote user techniques are proposed, with a comparative analysis of these techniques and their weaknesses and possible attacks.</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The paper also discusses potential threats in remote user authentication techniques, such as password guessing, replay attack, modification attack, stolen verifier attack, server spoofing attack, smart card lost attack, dictionary attack, and man-in-the-middle attack. These attacks can lead to compromised data, loss of user information, and the possibility of unauthorized access to the system.</a:t>
            </a:r>
            <a:endParaRPr sz="1050"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21" y="752751"/>
            <a:ext cx="4515056"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r>
              <a:rPr lang="en-IN" sz="800" b="0" i="0" dirty="0">
                <a:effectLst/>
                <a:latin typeface="Open Sans" panose="020B0606030504020204" pitchFamily="34" charset="0"/>
              </a:rPr>
              <a:t>Neha, </a:t>
            </a:r>
            <a:r>
              <a:rPr lang="en-US" sz="800" b="0" i="0" dirty="0">
                <a:effectLst/>
                <a:latin typeface="Open Sans" panose="020B0606030504020204" pitchFamily="34" charset="0"/>
              </a:rPr>
              <a:t>Computer Science and Engineering Department, National Institute Of Technology Patna</a:t>
            </a:r>
            <a:endParaRPr lang="en-US" sz="800" dirty="0"/>
          </a:p>
        </p:txBody>
      </p:sp>
      <p:pic>
        <p:nvPicPr>
          <p:cNvPr id="4" name="Picture 3">
            <a:extLst>
              <a:ext uri="{FF2B5EF4-FFF2-40B4-BE49-F238E27FC236}">
                <a16:creationId xmlns:a16="http://schemas.microsoft.com/office/drawing/2014/main" id="{569DC0FC-E808-611D-A05E-8B21EC585B10}"/>
              </a:ext>
            </a:extLst>
          </p:cNvPr>
          <p:cNvPicPr>
            <a:picLocks noChangeAspect="1"/>
          </p:cNvPicPr>
          <p:nvPr/>
        </p:nvPicPr>
        <p:blipFill>
          <a:blip r:embed="rId3"/>
          <a:stretch>
            <a:fillRect/>
          </a:stretch>
        </p:blipFill>
        <p:spPr>
          <a:xfrm>
            <a:off x="5963622" y="642802"/>
            <a:ext cx="2731601" cy="3570285"/>
          </a:xfrm>
          <a:prstGeom prst="rect">
            <a:avLst/>
          </a:prstGeom>
        </p:spPr>
      </p:pic>
    </p:spTree>
    <p:extLst>
      <p:ext uri="{BB962C8B-B14F-4D97-AF65-F5344CB8AC3E}">
        <p14:creationId xmlns:p14="http://schemas.microsoft.com/office/powerpoint/2010/main" val="3717970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sz="1400" b="0" i="0" dirty="0">
                <a:effectLst/>
                <a:latin typeface="Open Sans" panose="020B0606030504020204" pitchFamily="34" charset="0"/>
              </a:rPr>
              <a:t>Password-based Authenticator: P-Auth</a:t>
            </a:r>
            <a:endParaRPr lang="en-US" sz="1400" dirty="0">
              <a:latin typeface="Open Sans" panose="020B0606030504020204" pitchFamily="34" charset="0"/>
            </a:endParaRPr>
          </a:p>
        </p:txBody>
      </p:sp>
      <p:sp>
        <p:nvSpPr>
          <p:cNvPr id="668" name="Google Shape;668;p52"/>
          <p:cNvSpPr txBox="1">
            <a:spLocks noGrp="1"/>
          </p:cNvSpPr>
          <p:nvPr>
            <p:ph type="subTitle" idx="1"/>
          </p:nvPr>
        </p:nvSpPr>
        <p:spPr>
          <a:xfrm rot="-264">
            <a:off x="822081" y="1359048"/>
            <a:ext cx="5117883" cy="17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50" dirty="0"/>
              <a:t>The paper proposes a password-based authenticator, P-Auth, which uses "reputation" to generate high entropy unite secrets based on password and session key. P-Auth employs a threshold scheme to resist off-line dictionary attack and provide forward security. Currently, most existing authenticators require high entropy keys, which are hard to remember. Many existing authentication protocols are based on low entropy passwords, which are given by users in practice. P-Auth uses "reputation" to generate high entropy unite secrets that are built on password and session key</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P-Auth is an authenticator based on MT-authenticator and E-Auth, but with the combination of password and authenticator, it distinguishes itself from existing authenticators. Most existing authenticators require asymmetric key pairs, which are rarely accepted by common people. P-Auth adopts a threshold scheme to deal with off-line dictionary attack and requires no sever and can be implemented by clients. The receiver uses incept secrets and missing ones generated by the receiver to reconstruct unite secret. P-Auth also owns the character of dictionary attack resisting and forward security.</a:t>
            </a:r>
            <a:endParaRPr sz="1050"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21" y="752751"/>
            <a:ext cx="4515056"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r>
              <a:rPr lang="en-US" sz="800" dirty="0">
                <a:latin typeface="Open Sans" panose="020B0606030504020204" pitchFamily="34" charset="0"/>
              </a:rPr>
              <a:t>Wei </a:t>
            </a:r>
            <a:r>
              <a:rPr lang="en-US" sz="800" dirty="0" err="1">
                <a:latin typeface="Open Sans" panose="020B0606030504020204" pitchFamily="34" charset="0"/>
              </a:rPr>
              <a:t>Linna</a:t>
            </a:r>
            <a:r>
              <a:rPr lang="en-US" sz="800" dirty="0">
                <a:latin typeface="Open Sans" panose="020B0606030504020204" pitchFamily="34" charset="0"/>
              </a:rPr>
              <a:t> School of Computer Science and Engineering University of Electronic Science and Technology of China Chengdu, China</a:t>
            </a:r>
          </a:p>
        </p:txBody>
      </p:sp>
      <p:pic>
        <p:nvPicPr>
          <p:cNvPr id="4" name="Picture 3">
            <a:extLst>
              <a:ext uri="{FF2B5EF4-FFF2-40B4-BE49-F238E27FC236}">
                <a16:creationId xmlns:a16="http://schemas.microsoft.com/office/drawing/2014/main" id="{215319BA-A5A7-0BF9-EB8E-D7955C94FD6E}"/>
              </a:ext>
            </a:extLst>
          </p:cNvPr>
          <p:cNvPicPr>
            <a:picLocks noChangeAspect="1"/>
          </p:cNvPicPr>
          <p:nvPr/>
        </p:nvPicPr>
        <p:blipFill>
          <a:blip r:embed="rId3"/>
          <a:stretch>
            <a:fillRect/>
          </a:stretch>
        </p:blipFill>
        <p:spPr>
          <a:xfrm>
            <a:off x="6154221" y="715162"/>
            <a:ext cx="2491771" cy="3277693"/>
          </a:xfrm>
          <a:prstGeom prst="rect">
            <a:avLst/>
          </a:prstGeom>
        </p:spPr>
      </p:pic>
    </p:spTree>
    <p:extLst>
      <p:ext uri="{BB962C8B-B14F-4D97-AF65-F5344CB8AC3E}">
        <p14:creationId xmlns:p14="http://schemas.microsoft.com/office/powerpoint/2010/main" val="1805274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400" b="0" i="0" dirty="0">
                <a:effectLst/>
                <a:latin typeface="Open Sans" panose="020B0606030504020204" pitchFamily="34" charset="0"/>
              </a:rPr>
              <a:t>User Fast Authentication Method Based on Microservices</a:t>
            </a:r>
            <a:endParaRPr lang="en-US" sz="1400" dirty="0">
              <a:latin typeface="Open Sans" panose="020B0606030504020204" pitchFamily="34" charset="0"/>
            </a:endParaRPr>
          </a:p>
        </p:txBody>
      </p:sp>
      <p:sp>
        <p:nvSpPr>
          <p:cNvPr id="668" name="Google Shape;668;p52"/>
          <p:cNvSpPr txBox="1">
            <a:spLocks noGrp="1"/>
          </p:cNvSpPr>
          <p:nvPr>
            <p:ph type="subTitle" idx="1"/>
          </p:nvPr>
        </p:nvSpPr>
        <p:spPr>
          <a:xfrm rot="-264">
            <a:off x="822081" y="1234362"/>
            <a:ext cx="5117883" cy="17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50" dirty="0"/>
              <a:t>This paper proposes a user fast authentication method based on microservices, which is a storage model applying binary systems to mark abnormal user status. Combining with the present system architecture, this method rebuilds the system authentication process of microservices and solves the technical difficulties of frequent user authentication and high demand of server performance during the use of microservices architecture. The authors analyze and state the authentication bottleneck and security issues that the system faces after the emergence of microservices from the basic situation of user authentication. They come up with a general authentication process on the basis of microservices system, design a system authentication model, design system simulation test method, analyze and compare the simulation test results, and verify the feasibility of the method proposed in this paper based on test results and analyze the value and significance of the existence of this system.</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User authentication is crucial in microservice architecture, as it helps prove the identity of the user who initiates a request through key information. There are various methods of user authentication, including username/password authentication, biometric authentication, hardware authentication, and third-party authorization authentication. Open authorization (OAuth) is a mature authorization authentication scheme widely used in various products and systems. In 2018, </a:t>
            </a:r>
            <a:r>
              <a:rPr lang="en-US" sz="1050" dirty="0" err="1"/>
              <a:t>Xiuyu</a:t>
            </a:r>
            <a:r>
              <a:rPr lang="en-US" sz="1050" dirty="0"/>
              <a:t> He published a paper that used JWT (JSON Web Token) to replace simple tokens, taking gateway as the only entrance to verify user tokens. In 2019, Wang Yue et al. published Research on Spring Security Identity Authentication Mechanism Based on </a:t>
            </a:r>
            <a:r>
              <a:rPr lang="en-US" sz="1050" dirty="0" err="1"/>
              <a:t>SpringBoot</a:t>
            </a:r>
            <a:r>
              <a:rPr lang="en-US" sz="1050" dirty="0"/>
              <a:t> Microservices, which combined Spring Security identity authentication with microservices.</a:t>
            </a:r>
            <a:endParaRPr sz="1050"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21" y="752751"/>
            <a:ext cx="4515056"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r>
              <a:rPr lang="en-IN" sz="800" b="0" i="0" dirty="0" err="1">
                <a:effectLst/>
                <a:latin typeface="Open Sans" panose="020B0606030504020204" pitchFamily="34" charset="0"/>
              </a:rPr>
              <a:t>Jiangbing</a:t>
            </a:r>
            <a:r>
              <a:rPr lang="en-IN" sz="800" b="0" i="0" dirty="0">
                <a:effectLst/>
                <a:latin typeface="Open Sans" panose="020B0606030504020204" pitchFamily="34" charset="0"/>
              </a:rPr>
              <a:t> Yang School of Cyber Engineering, </a:t>
            </a:r>
            <a:r>
              <a:rPr lang="en-IN" sz="800" b="0" i="0" dirty="0" err="1">
                <a:effectLst/>
                <a:latin typeface="Open Sans" panose="020B0606030504020204" pitchFamily="34" charset="0"/>
              </a:rPr>
              <a:t>Xidian</a:t>
            </a:r>
            <a:r>
              <a:rPr lang="en-IN" sz="800" b="0" i="0" dirty="0">
                <a:effectLst/>
                <a:latin typeface="Open Sans" panose="020B0606030504020204" pitchFamily="34" charset="0"/>
              </a:rPr>
              <a:t> University, Xi’an Beijing </a:t>
            </a:r>
            <a:r>
              <a:rPr lang="en-IN" sz="800" b="0" i="0" dirty="0" err="1">
                <a:effectLst/>
                <a:latin typeface="Open Sans" panose="020B0606030504020204" pitchFamily="34" charset="0"/>
              </a:rPr>
              <a:t>Lanxum</a:t>
            </a:r>
            <a:r>
              <a:rPr lang="en-IN" sz="800" b="0" i="0" dirty="0">
                <a:effectLst/>
                <a:latin typeface="Open Sans" panose="020B0606030504020204" pitchFamily="34" charset="0"/>
              </a:rPr>
              <a:t> New Technology Co., Ltd. Beijing, China </a:t>
            </a:r>
            <a:r>
              <a:rPr lang="en-IN" sz="800" b="0" i="0" dirty="0" err="1">
                <a:effectLst/>
                <a:latin typeface="Open Sans" panose="020B0606030504020204" pitchFamily="34" charset="0"/>
              </a:rPr>
              <a:t>Haibo</a:t>
            </a:r>
            <a:r>
              <a:rPr lang="en-IN" sz="800" b="0" i="0" dirty="0">
                <a:effectLst/>
                <a:latin typeface="Open Sans" panose="020B0606030504020204" pitchFamily="34" charset="0"/>
              </a:rPr>
              <a:t> Hou</a:t>
            </a:r>
            <a:endParaRPr lang="en-US" sz="800" dirty="0">
              <a:latin typeface="Open Sans" panose="020B0606030504020204" pitchFamily="34" charset="0"/>
            </a:endParaRPr>
          </a:p>
        </p:txBody>
      </p:sp>
      <p:pic>
        <p:nvPicPr>
          <p:cNvPr id="4" name="Picture 3">
            <a:extLst>
              <a:ext uri="{FF2B5EF4-FFF2-40B4-BE49-F238E27FC236}">
                <a16:creationId xmlns:a16="http://schemas.microsoft.com/office/drawing/2014/main" id="{4673E8D8-2D5A-1311-644C-A55E476FDD38}"/>
              </a:ext>
            </a:extLst>
          </p:cNvPr>
          <p:cNvPicPr>
            <a:picLocks noChangeAspect="1"/>
          </p:cNvPicPr>
          <p:nvPr/>
        </p:nvPicPr>
        <p:blipFill>
          <a:blip r:embed="rId3"/>
          <a:stretch>
            <a:fillRect/>
          </a:stretch>
        </p:blipFill>
        <p:spPr>
          <a:xfrm>
            <a:off x="6132564" y="700277"/>
            <a:ext cx="2527244" cy="3609701"/>
          </a:xfrm>
          <a:prstGeom prst="rect">
            <a:avLst/>
          </a:prstGeom>
        </p:spPr>
      </p:pic>
    </p:spTree>
    <p:extLst>
      <p:ext uri="{BB962C8B-B14F-4D97-AF65-F5344CB8AC3E}">
        <p14:creationId xmlns:p14="http://schemas.microsoft.com/office/powerpoint/2010/main" val="3266995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400" b="0" i="0" dirty="0">
                <a:effectLst/>
                <a:latin typeface="Open Sans" panose="020B0606030504020204" pitchFamily="34" charset="0"/>
              </a:rPr>
              <a:t>Research on the Cross Domain Identity Authentication In Federated Environment </a:t>
            </a:r>
            <a:endParaRPr lang="en-US" sz="1400" dirty="0">
              <a:latin typeface="Open Sans" panose="020B0606030504020204" pitchFamily="34" charset="0"/>
            </a:endParaRPr>
          </a:p>
        </p:txBody>
      </p:sp>
      <p:sp>
        <p:nvSpPr>
          <p:cNvPr id="668" name="Google Shape;668;p52"/>
          <p:cNvSpPr txBox="1">
            <a:spLocks noGrp="1"/>
          </p:cNvSpPr>
          <p:nvPr>
            <p:ph type="subTitle" idx="1"/>
          </p:nvPr>
        </p:nvSpPr>
        <p:spPr>
          <a:xfrm rot="-264">
            <a:off x="822081" y="1359048"/>
            <a:ext cx="5117883" cy="17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50" dirty="0"/>
              <a:t>The paper discusses the research on cross domain identity authentication in a Federated Environment. The traditional cross domain authentication model has several defects, including weak cross domain ability, overload of authentication servers, hidden dangers in cookies, and non-cross domain limitations. The paper proposes a cross domain federal identity authentication model, which adopts a multi-agent authentication mechanism based on unified public key encryption and token active mass mechanism. The multi-agent authentication mechanism effectively prevents cookie and token forgery, improves cross domain access efficiency, and shortens transmission time. The token mass mechanism in the agent service converts the authentication model from a passive request pattern to an active response pattern, reducing transmission time. The security analysis and verification of the new model show that it has higher cross domain ability and processing efficiency, while ensuring information transmission security. The paper also addresses the limitations of traditional cross-domain identity authentication models, such as not considering cross domain transfer security and WS-Security at the expense of system performance and message overhead.</a:t>
            </a:r>
          </a:p>
          <a:p>
            <a:pPr marL="0" lvl="0" indent="0" algn="l" rtl="0">
              <a:spcBef>
                <a:spcPts val="0"/>
              </a:spcBef>
              <a:spcAft>
                <a:spcPts val="0"/>
              </a:spcAft>
              <a:buClr>
                <a:schemeClr val="dk1"/>
              </a:buClr>
              <a:buSzPts val="1100"/>
              <a:buFont typeface="Arial"/>
              <a:buNone/>
            </a:pPr>
            <a:endParaRPr lang="en-US" sz="1050"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07" y="898789"/>
            <a:ext cx="4515056"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r>
              <a:rPr lang="en-US" sz="1050" dirty="0"/>
              <a:t>Hong-</a:t>
            </a:r>
            <a:r>
              <a:rPr lang="en-US" sz="1050" dirty="0" err="1"/>
              <a:t>yun</a:t>
            </a:r>
            <a:r>
              <a:rPr lang="en-US" sz="1050" dirty="0"/>
              <a:t> Ning, Yun-</a:t>
            </a:r>
            <a:r>
              <a:rPr lang="en-US" sz="1050" dirty="0" err="1"/>
              <a:t>yun</a:t>
            </a:r>
            <a:r>
              <a:rPr lang="en-US" sz="1050" dirty="0"/>
              <a:t> </a:t>
            </a:r>
            <a:r>
              <a:rPr lang="en-US" sz="1050" dirty="0" err="1"/>
              <a:t>Du,Yan-xia</a:t>
            </a:r>
            <a:r>
              <a:rPr lang="en-US" sz="1050" dirty="0"/>
              <a:t> Cui, Yang </a:t>
            </a:r>
            <a:r>
              <a:rPr lang="en-US" sz="1050" dirty="0" err="1"/>
              <a:t>Yang</a:t>
            </a:r>
            <a:r>
              <a:rPr lang="en-US" sz="1050" dirty="0"/>
              <a:t> </a:t>
            </a:r>
            <a:endParaRPr lang="en-US" sz="800" dirty="0">
              <a:latin typeface="Open Sans" panose="020B0606030504020204" pitchFamily="34" charset="0"/>
            </a:endParaRPr>
          </a:p>
        </p:txBody>
      </p:sp>
      <p:pic>
        <p:nvPicPr>
          <p:cNvPr id="8" name="Picture 7">
            <a:extLst>
              <a:ext uri="{FF2B5EF4-FFF2-40B4-BE49-F238E27FC236}">
                <a16:creationId xmlns:a16="http://schemas.microsoft.com/office/drawing/2014/main" id="{5ED6AA50-44FC-F00A-C7C2-E6C89D7D9F99}"/>
              </a:ext>
            </a:extLst>
          </p:cNvPr>
          <p:cNvPicPr>
            <a:picLocks noChangeAspect="1"/>
          </p:cNvPicPr>
          <p:nvPr/>
        </p:nvPicPr>
        <p:blipFill>
          <a:blip r:embed="rId3"/>
          <a:stretch>
            <a:fillRect/>
          </a:stretch>
        </p:blipFill>
        <p:spPr>
          <a:xfrm>
            <a:off x="6124445" y="379300"/>
            <a:ext cx="2763756" cy="3578896"/>
          </a:xfrm>
          <a:prstGeom prst="rect">
            <a:avLst/>
          </a:prstGeom>
        </p:spPr>
      </p:pic>
    </p:spTree>
    <p:extLst>
      <p:ext uri="{BB962C8B-B14F-4D97-AF65-F5344CB8AC3E}">
        <p14:creationId xmlns:p14="http://schemas.microsoft.com/office/powerpoint/2010/main" val="3437768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400" b="0" i="0" dirty="0">
                <a:effectLst/>
                <a:latin typeface="Open Sans" panose="020B0606030504020204" pitchFamily="34" charset="0"/>
              </a:rPr>
              <a:t>User Authentication Mechanism Using Authentication Server in </a:t>
            </a:r>
            <a:r>
              <a:rPr lang="en-US" sz="1400" b="0" i="0" dirty="0" err="1">
                <a:effectLst/>
                <a:latin typeface="Open Sans" panose="020B0606030504020204" pitchFamily="34" charset="0"/>
              </a:rPr>
              <a:t>HomeNetwork</a:t>
            </a:r>
            <a:endParaRPr lang="en-US" sz="1400" dirty="0">
              <a:latin typeface="Open Sans" panose="020B0606030504020204" pitchFamily="34" charset="0"/>
            </a:endParaRPr>
          </a:p>
        </p:txBody>
      </p:sp>
      <p:sp>
        <p:nvSpPr>
          <p:cNvPr id="668" name="Google Shape;668;p52"/>
          <p:cNvSpPr txBox="1">
            <a:spLocks noGrp="1"/>
          </p:cNvSpPr>
          <p:nvPr>
            <p:ph type="subTitle" idx="1"/>
          </p:nvPr>
        </p:nvSpPr>
        <p:spPr>
          <a:xfrm rot="-264">
            <a:off x="822081" y="1359048"/>
            <a:ext cx="5117883" cy="17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50" dirty="0"/>
              <a:t>This paper proposes a secure home network service that enables non-authorized users to use the network. The system provides various authentication methods, such as ID-password, certificate, messenger service, email service, e-commerce, and biometric information. Home network security is necessary for users to access various internet content at home.</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The proposed user authentication mechanism considers the home network as a star topology, with home users authenticated by their favorite authentication gateway. The system consists of three home network services: remote home information (URL address), user application control by indoor home network service user, and authentication server security from outdoor attackers.</a:t>
            </a:r>
          </a:p>
          <a:p>
            <a:pPr marL="0" lvl="0" indent="0" algn="l" rtl="0">
              <a:spcBef>
                <a:spcPts val="0"/>
              </a:spcBef>
              <a:spcAft>
                <a:spcPts val="0"/>
              </a:spcAft>
              <a:buClr>
                <a:schemeClr val="dk1"/>
              </a:buClr>
              <a:buSzPts val="1100"/>
              <a:buFont typeface="Arial"/>
              <a:buNone/>
            </a:pPr>
            <a:endParaRPr lang="en-US" sz="1050" dirty="0"/>
          </a:p>
          <a:p>
            <a:pPr marL="0" lvl="0" indent="0" algn="l" rtl="0">
              <a:spcBef>
                <a:spcPts val="0"/>
              </a:spcBef>
              <a:spcAft>
                <a:spcPts val="0"/>
              </a:spcAft>
              <a:buClr>
                <a:schemeClr val="dk1"/>
              </a:buClr>
              <a:buSzPts val="1100"/>
              <a:buFont typeface="Arial"/>
              <a:buNone/>
            </a:pPr>
            <a:r>
              <a:rPr lang="en-US" sz="1050" dirty="0"/>
              <a:t>Home network service users must pre-register user authentication information to the authentication server, store content servers, and ensure that the authentication server is secure from outdoor attacks. The first home network service, such as remote home application control, authenticates users using a computer with database data. The second connected home network service, such as using internet content provided by user authentication, uses client devices connected to the authentication server.</a:t>
            </a:r>
            <a:endParaRPr sz="1050"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21" y="752751"/>
            <a:ext cx="4515056"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br>
              <a:rPr lang="en-US" sz="1050" dirty="0"/>
            </a:br>
            <a:r>
              <a:rPr lang="en-US" sz="800" b="0" i="0" dirty="0">
                <a:effectLst/>
                <a:latin typeface="Open Sans" panose="020B0606030504020204" pitchFamily="34" charset="0"/>
              </a:rPr>
              <a:t>Yun-</a:t>
            </a:r>
            <a:r>
              <a:rPr lang="en-US" sz="800" b="0" i="0" dirty="0" err="1">
                <a:effectLst/>
                <a:latin typeface="Open Sans" panose="020B0606030504020204" pitchFamily="34" charset="0"/>
              </a:rPr>
              <a:t>kyung</a:t>
            </a:r>
            <a:r>
              <a:rPr lang="en-US" sz="800" b="0" i="0" dirty="0">
                <a:effectLst/>
                <a:latin typeface="Open Sans" panose="020B0606030504020204" pitchFamily="34" charset="0"/>
              </a:rPr>
              <a:t> Lee Electronics and Telecommunications Research Institute </a:t>
            </a:r>
            <a:r>
              <a:rPr lang="en-US" sz="800" b="0" i="0" dirty="0" err="1">
                <a:effectLst/>
                <a:latin typeface="Open Sans" panose="020B0606030504020204" pitchFamily="34" charset="0"/>
              </a:rPr>
              <a:t>neohappy</a:t>
            </a:r>
            <a:r>
              <a:rPr lang="en-US" sz="800" b="0" i="0" dirty="0">
                <a:effectLst/>
                <a:latin typeface="Open Sans" panose="020B0606030504020204" pitchFamily="34" charset="0"/>
              </a:rPr>
              <a:t>(a) e.kr Hong-il Ju Electronics</a:t>
            </a:r>
            <a:endParaRPr lang="en-US" sz="800" dirty="0">
              <a:latin typeface="Open Sans" panose="020B0606030504020204" pitchFamily="34" charset="0"/>
            </a:endParaRPr>
          </a:p>
        </p:txBody>
      </p:sp>
      <p:pic>
        <p:nvPicPr>
          <p:cNvPr id="5" name="Picture 4">
            <a:extLst>
              <a:ext uri="{FF2B5EF4-FFF2-40B4-BE49-F238E27FC236}">
                <a16:creationId xmlns:a16="http://schemas.microsoft.com/office/drawing/2014/main" id="{78A0203B-FC40-BDF3-0630-43D88D37AE43}"/>
              </a:ext>
            </a:extLst>
          </p:cNvPr>
          <p:cNvPicPr>
            <a:picLocks noChangeAspect="1"/>
          </p:cNvPicPr>
          <p:nvPr/>
        </p:nvPicPr>
        <p:blipFill>
          <a:blip r:embed="rId3"/>
          <a:stretch>
            <a:fillRect/>
          </a:stretch>
        </p:blipFill>
        <p:spPr>
          <a:xfrm>
            <a:off x="6124445" y="663771"/>
            <a:ext cx="2519430" cy="3577136"/>
          </a:xfrm>
          <a:prstGeom prst="rect">
            <a:avLst/>
          </a:prstGeom>
        </p:spPr>
      </p:pic>
    </p:spTree>
    <p:extLst>
      <p:ext uri="{BB962C8B-B14F-4D97-AF65-F5344CB8AC3E}">
        <p14:creationId xmlns:p14="http://schemas.microsoft.com/office/powerpoint/2010/main" val="2633878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80" name="Google Shape;580;p48"/>
          <p:cNvSpPr txBox="1">
            <a:spLocks noGrp="1"/>
          </p:cNvSpPr>
          <p:nvPr>
            <p:ph type="title"/>
          </p:nvPr>
        </p:nvSpPr>
        <p:spPr>
          <a:xfrm>
            <a:off x="703149" y="1642439"/>
            <a:ext cx="5738749" cy="144930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r>
              <a:rPr lang="en" sz="2800"/>
              <a:t> Summary</a:t>
            </a:r>
            <a:r>
              <a:rPr lang="en" sz="2800" dirty="0"/>
              <a:t>/gap</a:t>
            </a:r>
            <a:endParaRPr sz="2800" dirty="0"/>
          </a:p>
        </p:txBody>
      </p:sp>
      <p:cxnSp>
        <p:nvCxnSpPr>
          <p:cNvPr id="581" name="Google Shape;581;p48"/>
          <p:cNvCxnSpPr/>
          <p:nvPr/>
        </p:nvCxnSpPr>
        <p:spPr>
          <a:xfrm>
            <a:off x="703150" y="3009150"/>
            <a:ext cx="4678500" cy="0"/>
          </a:xfrm>
          <a:prstGeom prst="straightConnector1">
            <a:avLst/>
          </a:prstGeom>
          <a:noFill/>
          <a:ln w="9525" cap="flat" cmpd="sng">
            <a:solidFill>
              <a:schemeClr val="dk1"/>
            </a:solidFill>
            <a:prstDash val="solid"/>
            <a:round/>
            <a:headEnd type="none" w="med" len="med"/>
            <a:tailEnd type="oval" w="med" len="med"/>
          </a:ln>
        </p:spPr>
      </p:cxnSp>
      <p:grpSp>
        <p:nvGrpSpPr>
          <p:cNvPr id="582" name="Google Shape;582;p48"/>
          <p:cNvGrpSpPr/>
          <p:nvPr/>
        </p:nvGrpSpPr>
        <p:grpSpPr>
          <a:xfrm>
            <a:off x="5381640" y="-695315"/>
            <a:ext cx="2792217" cy="2565841"/>
            <a:chOff x="6503938" y="-561308"/>
            <a:chExt cx="3954422" cy="3633821"/>
          </a:xfrm>
        </p:grpSpPr>
        <p:sp>
          <p:nvSpPr>
            <p:cNvPr id="583" name="Google Shape;583;p48"/>
            <p:cNvSpPr/>
            <p:nvPr/>
          </p:nvSpPr>
          <p:spPr>
            <a:xfrm>
              <a:off x="6503938" y="-561284"/>
              <a:ext cx="3954422" cy="3633797"/>
            </a:xfrm>
            <a:custGeom>
              <a:avLst/>
              <a:gdLst/>
              <a:ahLst/>
              <a:cxnLst/>
              <a:rect l="l" t="t" r="r" b="b"/>
              <a:pathLst>
                <a:path w="22796" h="20948" extrusionOk="0">
                  <a:moveTo>
                    <a:pt x="11944" y="125"/>
                  </a:moveTo>
                  <a:cubicBezTo>
                    <a:pt x="12897" y="125"/>
                    <a:pt x="13856" y="259"/>
                    <a:pt x="14798" y="527"/>
                  </a:cubicBezTo>
                  <a:cubicBezTo>
                    <a:pt x="17455" y="1286"/>
                    <a:pt x="19659" y="3034"/>
                    <a:pt x="21001" y="5449"/>
                  </a:cubicBezTo>
                  <a:cubicBezTo>
                    <a:pt x="22345" y="7864"/>
                    <a:pt x="22667" y="10658"/>
                    <a:pt x="21908" y="13315"/>
                  </a:cubicBezTo>
                  <a:cubicBezTo>
                    <a:pt x="21150" y="15973"/>
                    <a:pt x="19401" y="18175"/>
                    <a:pt x="16986" y="19519"/>
                  </a:cubicBezTo>
                  <a:cubicBezTo>
                    <a:pt x="15398" y="20402"/>
                    <a:pt x="13675" y="20820"/>
                    <a:pt x="11976" y="20820"/>
                  </a:cubicBezTo>
                  <a:cubicBezTo>
                    <a:pt x="8340" y="20820"/>
                    <a:pt x="4806" y="18901"/>
                    <a:pt x="2916" y="15504"/>
                  </a:cubicBezTo>
                  <a:cubicBezTo>
                    <a:pt x="1573" y="13089"/>
                    <a:pt x="1251" y="10295"/>
                    <a:pt x="2010" y="7638"/>
                  </a:cubicBezTo>
                  <a:cubicBezTo>
                    <a:pt x="2769" y="4980"/>
                    <a:pt x="4516" y="2776"/>
                    <a:pt x="6931" y="1434"/>
                  </a:cubicBezTo>
                  <a:cubicBezTo>
                    <a:pt x="8492" y="567"/>
                    <a:pt x="10208" y="125"/>
                    <a:pt x="11944" y="125"/>
                  </a:cubicBezTo>
                  <a:close/>
                  <a:moveTo>
                    <a:pt x="11943" y="1"/>
                  </a:moveTo>
                  <a:cubicBezTo>
                    <a:pt x="10185" y="1"/>
                    <a:pt x="8448" y="447"/>
                    <a:pt x="6870" y="1325"/>
                  </a:cubicBezTo>
                  <a:cubicBezTo>
                    <a:pt x="1824" y="4130"/>
                    <a:pt x="0" y="10518"/>
                    <a:pt x="2806" y="15566"/>
                  </a:cubicBezTo>
                  <a:cubicBezTo>
                    <a:pt x="4719" y="19006"/>
                    <a:pt x="8294" y="20947"/>
                    <a:pt x="11976" y="20947"/>
                  </a:cubicBezTo>
                  <a:cubicBezTo>
                    <a:pt x="13697" y="20947"/>
                    <a:pt x="15440" y="20523"/>
                    <a:pt x="17048" y="19629"/>
                  </a:cubicBezTo>
                  <a:cubicBezTo>
                    <a:pt x="19492" y="18269"/>
                    <a:pt x="21260" y="16041"/>
                    <a:pt x="22029" y="13351"/>
                  </a:cubicBezTo>
                  <a:cubicBezTo>
                    <a:pt x="22795" y="10661"/>
                    <a:pt x="22471" y="7833"/>
                    <a:pt x="21111" y="5389"/>
                  </a:cubicBezTo>
                  <a:cubicBezTo>
                    <a:pt x="19751" y="2943"/>
                    <a:pt x="17522" y="1175"/>
                    <a:pt x="14832" y="408"/>
                  </a:cubicBezTo>
                  <a:cubicBezTo>
                    <a:pt x="13879" y="135"/>
                    <a:pt x="12908" y="1"/>
                    <a:pt x="1194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8"/>
            <p:cNvSpPr/>
            <p:nvPr/>
          </p:nvSpPr>
          <p:spPr>
            <a:xfrm>
              <a:off x="6886611" y="-378276"/>
              <a:ext cx="3383532" cy="3269689"/>
            </a:xfrm>
            <a:custGeom>
              <a:avLst/>
              <a:gdLst/>
              <a:ahLst/>
              <a:cxnLst/>
              <a:rect l="l" t="t" r="r" b="b"/>
              <a:pathLst>
                <a:path w="19505" h="18849" extrusionOk="0">
                  <a:moveTo>
                    <a:pt x="9738" y="126"/>
                  </a:moveTo>
                  <a:cubicBezTo>
                    <a:pt x="13006" y="126"/>
                    <a:pt x="16181" y="1851"/>
                    <a:pt x="17879" y="4905"/>
                  </a:cubicBezTo>
                  <a:cubicBezTo>
                    <a:pt x="19086" y="7075"/>
                    <a:pt x="19376" y="9586"/>
                    <a:pt x="18695" y="11974"/>
                  </a:cubicBezTo>
                  <a:cubicBezTo>
                    <a:pt x="18013" y="14363"/>
                    <a:pt x="16443" y="16342"/>
                    <a:pt x="14271" y="17550"/>
                  </a:cubicBezTo>
                  <a:cubicBezTo>
                    <a:pt x="12871" y="18328"/>
                    <a:pt x="11329" y="18725"/>
                    <a:pt x="9769" y="18725"/>
                  </a:cubicBezTo>
                  <a:cubicBezTo>
                    <a:pt x="8912" y="18725"/>
                    <a:pt x="8050" y="18606"/>
                    <a:pt x="7203" y="18364"/>
                  </a:cubicBezTo>
                  <a:cubicBezTo>
                    <a:pt x="4815" y="17682"/>
                    <a:pt x="2834" y="16112"/>
                    <a:pt x="1628" y="13941"/>
                  </a:cubicBezTo>
                  <a:cubicBezTo>
                    <a:pt x="420" y="11770"/>
                    <a:pt x="130" y="9259"/>
                    <a:pt x="812" y="6870"/>
                  </a:cubicBezTo>
                  <a:cubicBezTo>
                    <a:pt x="1494" y="4482"/>
                    <a:pt x="3064" y="2503"/>
                    <a:pt x="5235" y="1295"/>
                  </a:cubicBezTo>
                  <a:cubicBezTo>
                    <a:pt x="6663" y="502"/>
                    <a:pt x="8209" y="126"/>
                    <a:pt x="9738" y="126"/>
                  </a:cubicBezTo>
                  <a:close/>
                  <a:moveTo>
                    <a:pt x="9737" y="0"/>
                  </a:moveTo>
                  <a:cubicBezTo>
                    <a:pt x="8188" y="0"/>
                    <a:pt x="6620" y="382"/>
                    <a:pt x="5173" y="1186"/>
                  </a:cubicBezTo>
                  <a:cubicBezTo>
                    <a:pt x="2973" y="2408"/>
                    <a:pt x="1381" y="4416"/>
                    <a:pt x="691" y="6836"/>
                  </a:cubicBezTo>
                  <a:cubicBezTo>
                    <a:pt x="1" y="9256"/>
                    <a:pt x="293" y="11801"/>
                    <a:pt x="1517" y="14000"/>
                  </a:cubicBezTo>
                  <a:cubicBezTo>
                    <a:pt x="2739" y="16200"/>
                    <a:pt x="4746" y="17792"/>
                    <a:pt x="7166" y="18482"/>
                  </a:cubicBezTo>
                  <a:cubicBezTo>
                    <a:pt x="8025" y="18728"/>
                    <a:pt x="8898" y="18849"/>
                    <a:pt x="9766" y="18849"/>
                  </a:cubicBezTo>
                  <a:cubicBezTo>
                    <a:pt x="11349" y="18849"/>
                    <a:pt x="12912" y="18448"/>
                    <a:pt x="14332" y="17656"/>
                  </a:cubicBezTo>
                  <a:cubicBezTo>
                    <a:pt x="16531" y="16434"/>
                    <a:pt x="18125" y="14427"/>
                    <a:pt x="18815" y="12007"/>
                  </a:cubicBezTo>
                  <a:cubicBezTo>
                    <a:pt x="19505" y="9586"/>
                    <a:pt x="19213" y="7042"/>
                    <a:pt x="17989" y="4842"/>
                  </a:cubicBezTo>
                  <a:cubicBezTo>
                    <a:pt x="16267" y="1748"/>
                    <a:pt x="13049" y="0"/>
                    <a:pt x="9737"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48"/>
            <p:cNvGrpSpPr/>
            <p:nvPr/>
          </p:nvGrpSpPr>
          <p:grpSpPr>
            <a:xfrm rot="8531975" flipH="1">
              <a:off x="7283075" y="-39380"/>
              <a:ext cx="2589807" cy="2589807"/>
              <a:chOff x="676016" y="1842553"/>
              <a:chExt cx="459655" cy="459655"/>
            </a:xfrm>
          </p:grpSpPr>
          <p:sp>
            <p:nvSpPr>
              <p:cNvPr id="586" name="Google Shape;586;p48"/>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8"/>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8"/>
              <p:cNvSpPr/>
              <p:nvPr/>
            </p:nvSpPr>
            <p:spPr>
              <a:xfrm>
                <a:off x="830509" y="2003725"/>
                <a:ext cx="150669" cy="137311"/>
              </a:xfrm>
              <a:custGeom>
                <a:avLst/>
                <a:gdLst/>
                <a:ahLst/>
                <a:cxnLst/>
                <a:rect l="l" t="t" r="r" b="b"/>
                <a:pathLst>
                  <a:path w="3113" h="2837" extrusionOk="0">
                    <a:moveTo>
                      <a:pt x="1557" y="1"/>
                    </a:moveTo>
                    <a:cubicBezTo>
                      <a:pt x="1194" y="1"/>
                      <a:pt x="831" y="139"/>
                      <a:pt x="554" y="416"/>
                    </a:cubicBezTo>
                    <a:cubicBezTo>
                      <a:pt x="1" y="970"/>
                      <a:pt x="1" y="1867"/>
                      <a:pt x="554" y="2421"/>
                    </a:cubicBezTo>
                    <a:cubicBezTo>
                      <a:pt x="831" y="2698"/>
                      <a:pt x="1194" y="2837"/>
                      <a:pt x="1557" y="2837"/>
                    </a:cubicBezTo>
                    <a:cubicBezTo>
                      <a:pt x="1919" y="2837"/>
                      <a:pt x="2282" y="2698"/>
                      <a:pt x="2559" y="2421"/>
                    </a:cubicBezTo>
                    <a:cubicBezTo>
                      <a:pt x="3112" y="1867"/>
                      <a:pt x="3112" y="970"/>
                      <a:pt x="2559" y="416"/>
                    </a:cubicBezTo>
                    <a:cubicBezTo>
                      <a:pt x="2282" y="139"/>
                      <a:pt x="1919" y="1"/>
                      <a:pt x="1557"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9" name="Google Shape;589;p48"/>
          <p:cNvGrpSpPr/>
          <p:nvPr/>
        </p:nvGrpSpPr>
        <p:grpSpPr>
          <a:xfrm>
            <a:off x="4452098" y="2619375"/>
            <a:ext cx="5784582" cy="2243152"/>
            <a:chOff x="1918448" y="2360350"/>
            <a:chExt cx="5784582" cy="2243152"/>
          </a:xfrm>
        </p:grpSpPr>
        <p:sp>
          <p:nvSpPr>
            <p:cNvPr id="590" name="Google Shape;590;p48"/>
            <p:cNvSpPr/>
            <p:nvPr/>
          </p:nvSpPr>
          <p:spPr>
            <a:xfrm rot="10800000">
              <a:off x="3142878" y="2360350"/>
              <a:ext cx="4560152" cy="2206584"/>
            </a:xfrm>
            <a:custGeom>
              <a:avLst/>
              <a:gdLst/>
              <a:ahLst/>
              <a:cxnLst/>
              <a:rect l="l" t="t" r="r" b="b"/>
              <a:pathLst>
                <a:path w="44645" h="21603" extrusionOk="0">
                  <a:moveTo>
                    <a:pt x="40354" y="0"/>
                  </a:moveTo>
                  <a:lnTo>
                    <a:pt x="18877" y="21477"/>
                  </a:lnTo>
                  <a:lnTo>
                    <a:pt x="1" y="21477"/>
                  </a:lnTo>
                  <a:lnTo>
                    <a:pt x="1" y="21602"/>
                  </a:lnTo>
                  <a:lnTo>
                    <a:pt x="18930" y="21602"/>
                  </a:lnTo>
                  <a:lnTo>
                    <a:pt x="40407" y="125"/>
                  </a:lnTo>
                  <a:lnTo>
                    <a:pt x="44644" y="125"/>
                  </a:lnTo>
                  <a:lnTo>
                    <a:pt x="44644"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8"/>
            <p:cNvSpPr/>
            <p:nvPr/>
          </p:nvSpPr>
          <p:spPr>
            <a:xfrm rot="10800000">
              <a:off x="1995797" y="2885665"/>
              <a:ext cx="3251196" cy="1279131"/>
            </a:xfrm>
            <a:custGeom>
              <a:avLst/>
              <a:gdLst/>
              <a:ahLst/>
              <a:cxnLst/>
              <a:rect l="l" t="t" r="r" b="b"/>
              <a:pathLst>
                <a:path w="31830" h="12523" extrusionOk="0">
                  <a:moveTo>
                    <a:pt x="14104" y="1"/>
                  </a:moveTo>
                  <a:lnTo>
                    <a:pt x="1709" y="12397"/>
                  </a:lnTo>
                  <a:lnTo>
                    <a:pt x="1" y="12397"/>
                  </a:lnTo>
                  <a:lnTo>
                    <a:pt x="1" y="12522"/>
                  </a:lnTo>
                  <a:lnTo>
                    <a:pt x="1762" y="12522"/>
                  </a:lnTo>
                  <a:lnTo>
                    <a:pt x="14157" y="126"/>
                  </a:lnTo>
                  <a:lnTo>
                    <a:pt x="31829" y="126"/>
                  </a:lnTo>
                  <a:lnTo>
                    <a:pt x="3182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8"/>
            <p:cNvSpPr/>
            <p:nvPr/>
          </p:nvSpPr>
          <p:spPr>
            <a:xfrm rot="10800000">
              <a:off x="2398021" y="4331903"/>
              <a:ext cx="1278416" cy="140037"/>
            </a:xfrm>
            <a:custGeom>
              <a:avLst/>
              <a:gdLst/>
              <a:ahLst/>
              <a:cxnLst/>
              <a:rect l="l" t="t" r="r" b="b"/>
              <a:pathLst>
                <a:path w="12516" h="1371" extrusionOk="0">
                  <a:moveTo>
                    <a:pt x="90" y="1"/>
                  </a:moveTo>
                  <a:lnTo>
                    <a:pt x="0" y="90"/>
                  </a:lnTo>
                  <a:lnTo>
                    <a:pt x="1281" y="1370"/>
                  </a:lnTo>
                  <a:lnTo>
                    <a:pt x="12516" y="1370"/>
                  </a:lnTo>
                  <a:lnTo>
                    <a:pt x="12516" y="1245"/>
                  </a:lnTo>
                  <a:lnTo>
                    <a:pt x="1334" y="1245"/>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8"/>
            <p:cNvSpPr/>
            <p:nvPr/>
          </p:nvSpPr>
          <p:spPr>
            <a:xfrm rot="10800000">
              <a:off x="2642344" y="3809748"/>
              <a:ext cx="862593" cy="353004"/>
            </a:xfrm>
            <a:custGeom>
              <a:avLst/>
              <a:gdLst/>
              <a:ahLst/>
              <a:cxnLst/>
              <a:rect l="l" t="t" r="r" b="b"/>
              <a:pathLst>
                <a:path w="8445" h="3456" extrusionOk="0">
                  <a:moveTo>
                    <a:pt x="87" y="0"/>
                  </a:moveTo>
                  <a:lnTo>
                    <a:pt x="0" y="89"/>
                  </a:lnTo>
                  <a:lnTo>
                    <a:pt x="3366" y="3456"/>
                  </a:lnTo>
                  <a:lnTo>
                    <a:pt x="8444" y="3456"/>
                  </a:lnTo>
                  <a:lnTo>
                    <a:pt x="8444" y="3330"/>
                  </a:lnTo>
                  <a:lnTo>
                    <a:pt x="3419" y="3330"/>
                  </a:lnTo>
                  <a:lnTo>
                    <a:pt x="87"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8"/>
            <p:cNvSpPr/>
            <p:nvPr/>
          </p:nvSpPr>
          <p:spPr>
            <a:xfrm rot="10800000">
              <a:off x="3063679" y="451770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8"/>
            <p:cNvSpPr/>
            <p:nvPr/>
          </p:nvSpPr>
          <p:spPr>
            <a:xfrm rot="10800000">
              <a:off x="1918448" y="4115359"/>
              <a:ext cx="85698" cy="85698"/>
            </a:xfrm>
            <a:custGeom>
              <a:avLst/>
              <a:gdLst/>
              <a:ahLst/>
              <a:cxnLst/>
              <a:rect l="l" t="t" r="r" b="b"/>
              <a:pathLst>
                <a:path w="839" h="839" extrusionOk="0">
                  <a:moveTo>
                    <a:pt x="420" y="125"/>
                  </a:moveTo>
                  <a:cubicBezTo>
                    <a:pt x="582" y="125"/>
                    <a:pt x="714" y="258"/>
                    <a:pt x="714" y="419"/>
                  </a:cubicBezTo>
                  <a:cubicBezTo>
                    <a:pt x="714" y="581"/>
                    <a:pt x="581" y="713"/>
                    <a:pt x="420" y="713"/>
                  </a:cubicBezTo>
                  <a:cubicBezTo>
                    <a:pt x="258" y="713"/>
                    <a:pt x="126" y="581"/>
                    <a:pt x="126" y="419"/>
                  </a:cubicBezTo>
                  <a:cubicBezTo>
                    <a:pt x="126" y="258"/>
                    <a:pt x="258" y="125"/>
                    <a:pt x="420" y="125"/>
                  </a:cubicBezTo>
                  <a:close/>
                  <a:moveTo>
                    <a:pt x="420" y="0"/>
                  </a:moveTo>
                  <a:cubicBezTo>
                    <a:pt x="188" y="0"/>
                    <a:pt x="0" y="188"/>
                    <a:pt x="0" y="419"/>
                  </a:cubicBezTo>
                  <a:cubicBezTo>
                    <a:pt x="0" y="651"/>
                    <a:pt x="189" y="839"/>
                    <a:pt x="420" y="839"/>
                  </a:cubicBezTo>
                  <a:cubicBezTo>
                    <a:pt x="651" y="839"/>
                    <a:pt x="839" y="651"/>
                    <a:pt x="839" y="419"/>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8"/>
            <p:cNvSpPr/>
            <p:nvPr/>
          </p:nvSpPr>
          <p:spPr>
            <a:xfrm rot="10800000">
              <a:off x="2318748" y="4295336"/>
              <a:ext cx="85698" cy="85800"/>
            </a:xfrm>
            <a:custGeom>
              <a:avLst/>
              <a:gdLst/>
              <a:ahLst/>
              <a:cxnLst/>
              <a:rect l="l" t="t" r="r" b="b"/>
              <a:pathLst>
                <a:path w="839" h="840" extrusionOk="0">
                  <a:moveTo>
                    <a:pt x="420" y="125"/>
                  </a:moveTo>
                  <a:cubicBezTo>
                    <a:pt x="581" y="125"/>
                    <a:pt x="712" y="258"/>
                    <a:pt x="714" y="420"/>
                  </a:cubicBezTo>
                  <a:cubicBezTo>
                    <a:pt x="714" y="581"/>
                    <a:pt x="581" y="713"/>
                    <a:pt x="420" y="713"/>
                  </a:cubicBezTo>
                  <a:cubicBezTo>
                    <a:pt x="258" y="713"/>
                    <a:pt x="125" y="581"/>
                    <a:pt x="125" y="420"/>
                  </a:cubicBezTo>
                  <a:cubicBezTo>
                    <a:pt x="125" y="258"/>
                    <a:pt x="258" y="125"/>
                    <a:pt x="420" y="125"/>
                  </a:cubicBezTo>
                  <a:close/>
                  <a:moveTo>
                    <a:pt x="420" y="0"/>
                  </a:moveTo>
                  <a:cubicBezTo>
                    <a:pt x="188" y="0"/>
                    <a:pt x="0" y="188"/>
                    <a:pt x="0" y="420"/>
                  </a:cubicBezTo>
                  <a:cubicBezTo>
                    <a:pt x="0" y="651"/>
                    <a:pt x="189" y="839"/>
                    <a:pt x="420" y="839"/>
                  </a:cubicBezTo>
                  <a:cubicBezTo>
                    <a:pt x="650" y="839"/>
                    <a:pt x="839" y="651"/>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8"/>
            <p:cNvSpPr/>
            <p:nvPr/>
          </p:nvSpPr>
          <p:spPr>
            <a:xfrm rot="10800000">
              <a:off x="2563177" y="3773281"/>
              <a:ext cx="85800" cy="85800"/>
            </a:xfrm>
            <a:custGeom>
              <a:avLst/>
              <a:gdLst/>
              <a:ahLst/>
              <a:cxnLst/>
              <a:rect l="l" t="t" r="r" b="b"/>
              <a:pathLst>
                <a:path w="840" h="840" extrusionOk="0">
                  <a:moveTo>
                    <a:pt x="420" y="127"/>
                  </a:moveTo>
                  <a:cubicBezTo>
                    <a:pt x="583" y="127"/>
                    <a:pt x="713" y="258"/>
                    <a:pt x="714" y="420"/>
                  </a:cubicBezTo>
                  <a:cubicBezTo>
                    <a:pt x="714" y="582"/>
                    <a:pt x="582" y="715"/>
                    <a:pt x="420" y="715"/>
                  </a:cubicBezTo>
                  <a:cubicBezTo>
                    <a:pt x="258" y="715"/>
                    <a:pt x="127" y="582"/>
                    <a:pt x="127" y="420"/>
                  </a:cubicBezTo>
                  <a:cubicBezTo>
                    <a:pt x="127" y="258"/>
                    <a:pt x="258" y="127"/>
                    <a:pt x="420" y="127"/>
                  </a:cubicBezTo>
                  <a:close/>
                  <a:moveTo>
                    <a:pt x="420" y="1"/>
                  </a:moveTo>
                  <a:cubicBezTo>
                    <a:pt x="188" y="1"/>
                    <a:pt x="1" y="188"/>
                    <a:pt x="1" y="420"/>
                  </a:cubicBezTo>
                  <a:cubicBezTo>
                    <a:pt x="1" y="652"/>
                    <a:pt x="189" y="840"/>
                    <a:pt x="420" y="840"/>
                  </a:cubicBezTo>
                  <a:cubicBezTo>
                    <a:pt x="652"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8" name="Google Shape;598;p48"/>
          <p:cNvSpPr/>
          <p:nvPr/>
        </p:nvSpPr>
        <p:spPr>
          <a:xfrm>
            <a:off x="5258331" y="710567"/>
            <a:ext cx="47671" cy="47671"/>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8"/>
          <p:cNvSpPr/>
          <p:nvPr/>
        </p:nvSpPr>
        <p:spPr>
          <a:xfrm>
            <a:off x="7313900" y="1448473"/>
            <a:ext cx="384076" cy="383875"/>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8"/>
          <p:cNvSpPr/>
          <p:nvPr/>
        </p:nvSpPr>
        <p:spPr>
          <a:xfrm>
            <a:off x="3933493" y="4343395"/>
            <a:ext cx="154350" cy="154350"/>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8"/>
          <p:cNvSpPr/>
          <p:nvPr/>
        </p:nvSpPr>
        <p:spPr>
          <a:xfrm>
            <a:off x="7800474" y="4155502"/>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430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400" b="0" i="0" dirty="0">
                <a:effectLst/>
                <a:latin typeface="Open Sans" panose="020B0606030504020204" pitchFamily="34" charset="0"/>
              </a:rPr>
              <a:t>Advantage over traditional Authentications over compared systems </a:t>
            </a:r>
            <a:endParaRPr lang="en-US" sz="1400" dirty="0">
              <a:latin typeface="Open Sans" panose="020B0606030504020204" pitchFamily="34" charset="0"/>
            </a:endParaRPr>
          </a:p>
        </p:txBody>
      </p:sp>
      <p:sp>
        <p:nvSpPr>
          <p:cNvPr id="668" name="Google Shape;668;p52"/>
          <p:cNvSpPr txBox="1">
            <a:spLocks noGrp="1"/>
          </p:cNvSpPr>
          <p:nvPr>
            <p:ph type="subTitle" idx="1"/>
          </p:nvPr>
        </p:nvSpPr>
        <p:spPr>
          <a:xfrm rot="-264">
            <a:off x="518103" y="1125603"/>
            <a:ext cx="6285584" cy="1696904"/>
          </a:xfrm>
          <a:prstGeom prst="rect">
            <a:avLst/>
          </a:prstGeom>
        </p:spPr>
        <p:txBody>
          <a:bodyPr spcFirstLastPara="1" wrap="square" lIns="91425" tIns="91425" rIns="91425" bIns="91425" anchor="t" anchorCtr="0">
            <a:noAutofit/>
          </a:bodyPr>
          <a:lstStyle/>
          <a:p>
            <a:r>
              <a:rPr lang="en-US" sz="900" dirty="0"/>
              <a:t>OAuth 2.0 offers significant advantages over traditional authentication methods like basic, password-based, and session-based authentication. In general authentication, users typically provide a username and password to authenticate their identity. However, this method exposes sensitive credentials, which can be vulnerable to attacks like phishing or data breaches. OAuth 2.0, on the other hand, enhances security by using tokens instead of credentials, allowing users to grant limited, time-bound access to third-party applications without sharing their password. Tokens can also be scoped, restricting the level of access granted to applications, which offers more granular control compared to traditional methods.</a:t>
            </a:r>
          </a:p>
          <a:p>
            <a:endParaRPr lang="en-US" sz="900" dirty="0"/>
          </a:p>
          <a:p>
            <a:r>
              <a:rPr lang="en-US" sz="900" dirty="0"/>
              <a:t>When compared to Identity-Based Authentication Protocols and cross-domain authentication, OAuth 2.0 streamlines the process of accessing resources across multiple domains without the need for repeated logins. Traditional cross-domain authentication methods often require complex configurations like cookies or federation services to handle the authentication requests. OAuth 2.0 provides a standardized approach that supports multiple devices and platforms seamlessly, making it easier for users to authenticate across services. Additionally, OAuth 2.0’s delegation mechanism enables users to authorize third-party apps to act on their behalf without revealing personal credentials, reducing security risks in scenarios where multiple domains are involved.</a:t>
            </a:r>
          </a:p>
          <a:p>
            <a:endParaRPr lang="en-US" sz="900" dirty="0"/>
          </a:p>
          <a:p>
            <a:r>
              <a:rPr lang="en-US" sz="900" dirty="0"/>
              <a:t>OAuth 2.0 also outperforms session-based and home authentication methods by offering stateless token-based access. While session-based authentication relies on server-side session storage, which can become cumbersome in distributed systems, OAuth 2.0 is more scalable since it eliminates the need for managing session data. Users can log in once and maintain secure access across multiple applications without needing session persistence. Moreover, OAuth 2.0 tokens can be refreshed without requiring the user to re-authenticate, providing a smoother and more user-friendly experience. This makes OAuth 2.0 a superior choice for modern web and mobile applications that require secure, flexible, and scalable authentication.</a:t>
            </a:r>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21" y="752751"/>
            <a:ext cx="4515056"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br>
              <a:rPr lang="en-US" sz="1050" dirty="0"/>
            </a:br>
            <a:endParaRPr lang="en-US" sz="800" dirty="0">
              <a:latin typeface="Open Sans" panose="020B0606030504020204" pitchFamily="34" charset="0"/>
            </a:endParaRPr>
          </a:p>
        </p:txBody>
      </p:sp>
    </p:spTree>
    <p:extLst>
      <p:ext uri="{BB962C8B-B14F-4D97-AF65-F5344CB8AC3E}">
        <p14:creationId xmlns:p14="http://schemas.microsoft.com/office/powerpoint/2010/main" val="4188698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80" name="Google Shape;580;p48"/>
          <p:cNvSpPr txBox="1">
            <a:spLocks noGrp="1"/>
          </p:cNvSpPr>
          <p:nvPr>
            <p:ph type="title"/>
          </p:nvPr>
        </p:nvSpPr>
        <p:spPr>
          <a:xfrm>
            <a:off x="703149" y="1642439"/>
            <a:ext cx="5738749" cy="144930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r>
              <a:rPr lang="en" sz="2800" dirty="0"/>
              <a:t> Objective</a:t>
            </a:r>
            <a:endParaRPr sz="2800" dirty="0"/>
          </a:p>
        </p:txBody>
      </p:sp>
      <p:cxnSp>
        <p:nvCxnSpPr>
          <p:cNvPr id="581" name="Google Shape;581;p48"/>
          <p:cNvCxnSpPr/>
          <p:nvPr/>
        </p:nvCxnSpPr>
        <p:spPr>
          <a:xfrm>
            <a:off x="703150" y="3009150"/>
            <a:ext cx="4678500" cy="0"/>
          </a:xfrm>
          <a:prstGeom prst="straightConnector1">
            <a:avLst/>
          </a:prstGeom>
          <a:noFill/>
          <a:ln w="9525" cap="flat" cmpd="sng">
            <a:solidFill>
              <a:schemeClr val="dk1"/>
            </a:solidFill>
            <a:prstDash val="solid"/>
            <a:round/>
            <a:headEnd type="none" w="med" len="med"/>
            <a:tailEnd type="oval" w="med" len="med"/>
          </a:ln>
        </p:spPr>
      </p:cxnSp>
      <p:grpSp>
        <p:nvGrpSpPr>
          <p:cNvPr id="582" name="Google Shape;582;p48"/>
          <p:cNvGrpSpPr/>
          <p:nvPr/>
        </p:nvGrpSpPr>
        <p:grpSpPr>
          <a:xfrm>
            <a:off x="5381640" y="-695315"/>
            <a:ext cx="2792217" cy="2565841"/>
            <a:chOff x="6503938" y="-561308"/>
            <a:chExt cx="3954422" cy="3633821"/>
          </a:xfrm>
        </p:grpSpPr>
        <p:sp>
          <p:nvSpPr>
            <p:cNvPr id="583" name="Google Shape;583;p48"/>
            <p:cNvSpPr/>
            <p:nvPr/>
          </p:nvSpPr>
          <p:spPr>
            <a:xfrm>
              <a:off x="6503938" y="-561284"/>
              <a:ext cx="3954422" cy="3633797"/>
            </a:xfrm>
            <a:custGeom>
              <a:avLst/>
              <a:gdLst/>
              <a:ahLst/>
              <a:cxnLst/>
              <a:rect l="l" t="t" r="r" b="b"/>
              <a:pathLst>
                <a:path w="22796" h="20948" extrusionOk="0">
                  <a:moveTo>
                    <a:pt x="11944" y="125"/>
                  </a:moveTo>
                  <a:cubicBezTo>
                    <a:pt x="12897" y="125"/>
                    <a:pt x="13856" y="259"/>
                    <a:pt x="14798" y="527"/>
                  </a:cubicBezTo>
                  <a:cubicBezTo>
                    <a:pt x="17455" y="1286"/>
                    <a:pt x="19659" y="3034"/>
                    <a:pt x="21001" y="5449"/>
                  </a:cubicBezTo>
                  <a:cubicBezTo>
                    <a:pt x="22345" y="7864"/>
                    <a:pt x="22667" y="10658"/>
                    <a:pt x="21908" y="13315"/>
                  </a:cubicBezTo>
                  <a:cubicBezTo>
                    <a:pt x="21150" y="15973"/>
                    <a:pt x="19401" y="18175"/>
                    <a:pt x="16986" y="19519"/>
                  </a:cubicBezTo>
                  <a:cubicBezTo>
                    <a:pt x="15398" y="20402"/>
                    <a:pt x="13675" y="20820"/>
                    <a:pt x="11976" y="20820"/>
                  </a:cubicBezTo>
                  <a:cubicBezTo>
                    <a:pt x="8340" y="20820"/>
                    <a:pt x="4806" y="18901"/>
                    <a:pt x="2916" y="15504"/>
                  </a:cubicBezTo>
                  <a:cubicBezTo>
                    <a:pt x="1573" y="13089"/>
                    <a:pt x="1251" y="10295"/>
                    <a:pt x="2010" y="7638"/>
                  </a:cubicBezTo>
                  <a:cubicBezTo>
                    <a:pt x="2769" y="4980"/>
                    <a:pt x="4516" y="2776"/>
                    <a:pt x="6931" y="1434"/>
                  </a:cubicBezTo>
                  <a:cubicBezTo>
                    <a:pt x="8492" y="567"/>
                    <a:pt x="10208" y="125"/>
                    <a:pt x="11944" y="125"/>
                  </a:cubicBezTo>
                  <a:close/>
                  <a:moveTo>
                    <a:pt x="11943" y="1"/>
                  </a:moveTo>
                  <a:cubicBezTo>
                    <a:pt x="10185" y="1"/>
                    <a:pt x="8448" y="447"/>
                    <a:pt x="6870" y="1325"/>
                  </a:cubicBezTo>
                  <a:cubicBezTo>
                    <a:pt x="1824" y="4130"/>
                    <a:pt x="0" y="10518"/>
                    <a:pt x="2806" y="15566"/>
                  </a:cubicBezTo>
                  <a:cubicBezTo>
                    <a:pt x="4719" y="19006"/>
                    <a:pt x="8294" y="20947"/>
                    <a:pt x="11976" y="20947"/>
                  </a:cubicBezTo>
                  <a:cubicBezTo>
                    <a:pt x="13697" y="20947"/>
                    <a:pt x="15440" y="20523"/>
                    <a:pt x="17048" y="19629"/>
                  </a:cubicBezTo>
                  <a:cubicBezTo>
                    <a:pt x="19492" y="18269"/>
                    <a:pt x="21260" y="16041"/>
                    <a:pt x="22029" y="13351"/>
                  </a:cubicBezTo>
                  <a:cubicBezTo>
                    <a:pt x="22795" y="10661"/>
                    <a:pt x="22471" y="7833"/>
                    <a:pt x="21111" y="5389"/>
                  </a:cubicBezTo>
                  <a:cubicBezTo>
                    <a:pt x="19751" y="2943"/>
                    <a:pt x="17522" y="1175"/>
                    <a:pt x="14832" y="408"/>
                  </a:cubicBezTo>
                  <a:cubicBezTo>
                    <a:pt x="13879" y="135"/>
                    <a:pt x="12908" y="1"/>
                    <a:pt x="1194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8"/>
            <p:cNvSpPr/>
            <p:nvPr/>
          </p:nvSpPr>
          <p:spPr>
            <a:xfrm>
              <a:off x="6886611" y="-378276"/>
              <a:ext cx="3383532" cy="3269689"/>
            </a:xfrm>
            <a:custGeom>
              <a:avLst/>
              <a:gdLst/>
              <a:ahLst/>
              <a:cxnLst/>
              <a:rect l="l" t="t" r="r" b="b"/>
              <a:pathLst>
                <a:path w="19505" h="18849" extrusionOk="0">
                  <a:moveTo>
                    <a:pt x="9738" y="126"/>
                  </a:moveTo>
                  <a:cubicBezTo>
                    <a:pt x="13006" y="126"/>
                    <a:pt x="16181" y="1851"/>
                    <a:pt x="17879" y="4905"/>
                  </a:cubicBezTo>
                  <a:cubicBezTo>
                    <a:pt x="19086" y="7075"/>
                    <a:pt x="19376" y="9586"/>
                    <a:pt x="18695" y="11974"/>
                  </a:cubicBezTo>
                  <a:cubicBezTo>
                    <a:pt x="18013" y="14363"/>
                    <a:pt x="16443" y="16342"/>
                    <a:pt x="14271" y="17550"/>
                  </a:cubicBezTo>
                  <a:cubicBezTo>
                    <a:pt x="12871" y="18328"/>
                    <a:pt x="11329" y="18725"/>
                    <a:pt x="9769" y="18725"/>
                  </a:cubicBezTo>
                  <a:cubicBezTo>
                    <a:pt x="8912" y="18725"/>
                    <a:pt x="8050" y="18606"/>
                    <a:pt x="7203" y="18364"/>
                  </a:cubicBezTo>
                  <a:cubicBezTo>
                    <a:pt x="4815" y="17682"/>
                    <a:pt x="2834" y="16112"/>
                    <a:pt x="1628" y="13941"/>
                  </a:cubicBezTo>
                  <a:cubicBezTo>
                    <a:pt x="420" y="11770"/>
                    <a:pt x="130" y="9259"/>
                    <a:pt x="812" y="6870"/>
                  </a:cubicBezTo>
                  <a:cubicBezTo>
                    <a:pt x="1494" y="4482"/>
                    <a:pt x="3064" y="2503"/>
                    <a:pt x="5235" y="1295"/>
                  </a:cubicBezTo>
                  <a:cubicBezTo>
                    <a:pt x="6663" y="502"/>
                    <a:pt x="8209" y="126"/>
                    <a:pt x="9738" y="126"/>
                  </a:cubicBezTo>
                  <a:close/>
                  <a:moveTo>
                    <a:pt x="9737" y="0"/>
                  </a:moveTo>
                  <a:cubicBezTo>
                    <a:pt x="8188" y="0"/>
                    <a:pt x="6620" y="382"/>
                    <a:pt x="5173" y="1186"/>
                  </a:cubicBezTo>
                  <a:cubicBezTo>
                    <a:pt x="2973" y="2408"/>
                    <a:pt x="1381" y="4416"/>
                    <a:pt x="691" y="6836"/>
                  </a:cubicBezTo>
                  <a:cubicBezTo>
                    <a:pt x="1" y="9256"/>
                    <a:pt x="293" y="11801"/>
                    <a:pt x="1517" y="14000"/>
                  </a:cubicBezTo>
                  <a:cubicBezTo>
                    <a:pt x="2739" y="16200"/>
                    <a:pt x="4746" y="17792"/>
                    <a:pt x="7166" y="18482"/>
                  </a:cubicBezTo>
                  <a:cubicBezTo>
                    <a:pt x="8025" y="18728"/>
                    <a:pt x="8898" y="18849"/>
                    <a:pt x="9766" y="18849"/>
                  </a:cubicBezTo>
                  <a:cubicBezTo>
                    <a:pt x="11349" y="18849"/>
                    <a:pt x="12912" y="18448"/>
                    <a:pt x="14332" y="17656"/>
                  </a:cubicBezTo>
                  <a:cubicBezTo>
                    <a:pt x="16531" y="16434"/>
                    <a:pt x="18125" y="14427"/>
                    <a:pt x="18815" y="12007"/>
                  </a:cubicBezTo>
                  <a:cubicBezTo>
                    <a:pt x="19505" y="9586"/>
                    <a:pt x="19213" y="7042"/>
                    <a:pt x="17989" y="4842"/>
                  </a:cubicBezTo>
                  <a:cubicBezTo>
                    <a:pt x="16267" y="1748"/>
                    <a:pt x="13049" y="0"/>
                    <a:pt x="9737"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48"/>
            <p:cNvGrpSpPr/>
            <p:nvPr/>
          </p:nvGrpSpPr>
          <p:grpSpPr>
            <a:xfrm rot="8531975" flipH="1">
              <a:off x="7283075" y="-39380"/>
              <a:ext cx="2589807" cy="2589807"/>
              <a:chOff x="676016" y="1842553"/>
              <a:chExt cx="459655" cy="459655"/>
            </a:xfrm>
          </p:grpSpPr>
          <p:sp>
            <p:nvSpPr>
              <p:cNvPr id="586" name="Google Shape;586;p48"/>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8"/>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8"/>
              <p:cNvSpPr/>
              <p:nvPr/>
            </p:nvSpPr>
            <p:spPr>
              <a:xfrm>
                <a:off x="830509" y="2003725"/>
                <a:ext cx="150669" cy="137311"/>
              </a:xfrm>
              <a:custGeom>
                <a:avLst/>
                <a:gdLst/>
                <a:ahLst/>
                <a:cxnLst/>
                <a:rect l="l" t="t" r="r" b="b"/>
                <a:pathLst>
                  <a:path w="3113" h="2837" extrusionOk="0">
                    <a:moveTo>
                      <a:pt x="1557" y="1"/>
                    </a:moveTo>
                    <a:cubicBezTo>
                      <a:pt x="1194" y="1"/>
                      <a:pt x="831" y="139"/>
                      <a:pt x="554" y="416"/>
                    </a:cubicBezTo>
                    <a:cubicBezTo>
                      <a:pt x="1" y="970"/>
                      <a:pt x="1" y="1867"/>
                      <a:pt x="554" y="2421"/>
                    </a:cubicBezTo>
                    <a:cubicBezTo>
                      <a:pt x="831" y="2698"/>
                      <a:pt x="1194" y="2837"/>
                      <a:pt x="1557" y="2837"/>
                    </a:cubicBezTo>
                    <a:cubicBezTo>
                      <a:pt x="1919" y="2837"/>
                      <a:pt x="2282" y="2698"/>
                      <a:pt x="2559" y="2421"/>
                    </a:cubicBezTo>
                    <a:cubicBezTo>
                      <a:pt x="3112" y="1867"/>
                      <a:pt x="3112" y="970"/>
                      <a:pt x="2559" y="416"/>
                    </a:cubicBezTo>
                    <a:cubicBezTo>
                      <a:pt x="2282" y="139"/>
                      <a:pt x="1919" y="1"/>
                      <a:pt x="1557"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9" name="Google Shape;589;p48"/>
          <p:cNvGrpSpPr/>
          <p:nvPr/>
        </p:nvGrpSpPr>
        <p:grpSpPr>
          <a:xfrm>
            <a:off x="4452098" y="2619375"/>
            <a:ext cx="5784582" cy="2243152"/>
            <a:chOff x="1918448" y="2360350"/>
            <a:chExt cx="5784582" cy="2243152"/>
          </a:xfrm>
        </p:grpSpPr>
        <p:sp>
          <p:nvSpPr>
            <p:cNvPr id="590" name="Google Shape;590;p48"/>
            <p:cNvSpPr/>
            <p:nvPr/>
          </p:nvSpPr>
          <p:spPr>
            <a:xfrm rot="10800000">
              <a:off x="3142878" y="2360350"/>
              <a:ext cx="4560152" cy="2206584"/>
            </a:xfrm>
            <a:custGeom>
              <a:avLst/>
              <a:gdLst/>
              <a:ahLst/>
              <a:cxnLst/>
              <a:rect l="l" t="t" r="r" b="b"/>
              <a:pathLst>
                <a:path w="44645" h="21603" extrusionOk="0">
                  <a:moveTo>
                    <a:pt x="40354" y="0"/>
                  </a:moveTo>
                  <a:lnTo>
                    <a:pt x="18877" y="21477"/>
                  </a:lnTo>
                  <a:lnTo>
                    <a:pt x="1" y="21477"/>
                  </a:lnTo>
                  <a:lnTo>
                    <a:pt x="1" y="21602"/>
                  </a:lnTo>
                  <a:lnTo>
                    <a:pt x="18930" y="21602"/>
                  </a:lnTo>
                  <a:lnTo>
                    <a:pt x="40407" y="125"/>
                  </a:lnTo>
                  <a:lnTo>
                    <a:pt x="44644" y="125"/>
                  </a:lnTo>
                  <a:lnTo>
                    <a:pt x="44644"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8"/>
            <p:cNvSpPr/>
            <p:nvPr/>
          </p:nvSpPr>
          <p:spPr>
            <a:xfrm rot="10800000">
              <a:off x="1995797" y="2885665"/>
              <a:ext cx="3251196" cy="1279131"/>
            </a:xfrm>
            <a:custGeom>
              <a:avLst/>
              <a:gdLst/>
              <a:ahLst/>
              <a:cxnLst/>
              <a:rect l="l" t="t" r="r" b="b"/>
              <a:pathLst>
                <a:path w="31830" h="12523" extrusionOk="0">
                  <a:moveTo>
                    <a:pt x="14104" y="1"/>
                  </a:moveTo>
                  <a:lnTo>
                    <a:pt x="1709" y="12397"/>
                  </a:lnTo>
                  <a:lnTo>
                    <a:pt x="1" y="12397"/>
                  </a:lnTo>
                  <a:lnTo>
                    <a:pt x="1" y="12522"/>
                  </a:lnTo>
                  <a:lnTo>
                    <a:pt x="1762" y="12522"/>
                  </a:lnTo>
                  <a:lnTo>
                    <a:pt x="14157" y="126"/>
                  </a:lnTo>
                  <a:lnTo>
                    <a:pt x="31829" y="126"/>
                  </a:lnTo>
                  <a:lnTo>
                    <a:pt x="3182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8"/>
            <p:cNvSpPr/>
            <p:nvPr/>
          </p:nvSpPr>
          <p:spPr>
            <a:xfrm rot="10800000">
              <a:off x="2398021" y="4331903"/>
              <a:ext cx="1278416" cy="140037"/>
            </a:xfrm>
            <a:custGeom>
              <a:avLst/>
              <a:gdLst/>
              <a:ahLst/>
              <a:cxnLst/>
              <a:rect l="l" t="t" r="r" b="b"/>
              <a:pathLst>
                <a:path w="12516" h="1371" extrusionOk="0">
                  <a:moveTo>
                    <a:pt x="90" y="1"/>
                  </a:moveTo>
                  <a:lnTo>
                    <a:pt x="0" y="90"/>
                  </a:lnTo>
                  <a:lnTo>
                    <a:pt x="1281" y="1370"/>
                  </a:lnTo>
                  <a:lnTo>
                    <a:pt x="12516" y="1370"/>
                  </a:lnTo>
                  <a:lnTo>
                    <a:pt x="12516" y="1245"/>
                  </a:lnTo>
                  <a:lnTo>
                    <a:pt x="1334" y="1245"/>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8"/>
            <p:cNvSpPr/>
            <p:nvPr/>
          </p:nvSpPr>
          <p:spPr>
            <a:xfrm rot="10800000">
              <a:off x="2642344" y="3809748"/>
              <a:ext cx="862593" cy="353004"/>
            </a:xfrm>
            <a:custGeom>
              <a:avLst/>
              <a:gdLst/>
              <a:ahLst/>
              <a:cxnLst/>
              <a:rect l="l" t="t" r="r" b="b"/>
              <a:pathLst>
                <a:path w="8445" h="3456" extrusionOk="0">
                  <a:moveTo>
                    <a:pt x="87" y="0"/>
                  </a:moveTo>
                  <a:lnTo>
                    <a:pt x="0" y="89"/>
                  </a:lnTo>
                  <a:lnTo>
                    <a:pt x="3366" y="3456"/>
                  </a:lnTo>
                  <a:lnTo>
                    <a:pt x="8444" y="3456"/>
                  </a:lnTo>
                  <a:lnTo>
                    <a:pt x="8444" y="3330"/>
                  </a:lnTo>
                  <a:lnTo>
                    <a:pt x="3419" y="3330"/>
                  </a:lnTo>
                  <a:lnTo>
                    <a:pt x="87"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8"/>
            <p:cNvSpPr/>
            <p:nvPr/>
          </p:nvSpPr>
          <p:spPr>
            <a:xfrm rot="10800000">
              <a:off x="3063679" y="451770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8"/>
            <p:cNvSpPr/>
            <p:nvPr/>
          </p:nvSpPr>
          <p:spPr>
            <a:xfrm rot="10800000">
              <a:off x="1918448" y="4115359"/>
              <a:ext cx="85698" cy="85698"/>
            </a:xfrm>
            <a:custGeom>
              <a:avLst/>
              <a:gdLst/>
              <a:ahLst/>
              <a:cxnLst/>
              <a:rect l="l" t="t" r="r" b="b"/>
              <a:pathLst>
                <a:path w="839" h="839" extrusionOk="0">
                  <a:moveTo>
                    <a:pt x="420" y="125"/>
                  </a:moveTo>
                  <a:cubicBezTo>
                    <a:pt x="582" y="125"/>
                    <a:pt x="714" y="258"/>
                    <a:pt x="714" y="419"/>
                  </a:cubicBezTo>
                  <a:cubicBezTo>
                    <a:pt x="714" y="581"/>
                    <a:pt x="581" y="713"/>
                    <a:pt x="420" y="713"/>
                  </a:cubicBezTo>
                  <a:cubicBezTo>
                    <a:pt x="258" y="713"/>
                    <a:pt x="126" y="581"/>
                    <a:pt x="126" y="419"/>
                  </a:cubicBezTo>
                  <a:cubicBezTo>
                    <a:pt x="126" y="258"/>
                    <a:pt x="258" y="125"/>
                    <a:pt x="420" y="125"/>
                  </a:cubicBezTo>
                  <a:close/>
                  <a:moveTo>
                    <a:pt x="420" y="0"/>
                  </a:moveTo>
                  <a:cubicBezTo>
                    <a:pt x="188" y="0"/>
                    <a:pt x="0" y="188"/>
                    <a:pt x="0" y="419"/>
                  </a:cubicBezTo>
                  <a:cubicBezTo>
                    <a:pt x="0" y="651"/>
                    <a:pt x="189" y="839"/>
                    <a:pt x="420" y="839"/>
                  </a:cubicBezTo>
                  <a:cubicBezTo>
                    <a:pt x="651" y="839"/>
                    <a:pt x="839" y="651"/>
                    <a:pt x="839" y="419"/>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8"/>
            <p:cNvSpPr/>
            <p:nvPr/>
          </p:nvSpPr>
          <p:spPr>
            <a:xfrm rot="10800000">
              <a:off x="2318748" y="4295336"/>
              <a:ext cx="85698" cy="85800"/>
            </a:xfrm>
            <a:custGeom>
              <a:avLst/>
              <a:gdLst/>
              <a:ahLst/>
              <a:cxnLst/>
              <a:rect l="l" t="t" r="r" b="b"/>
              <a:pathLst>
                <a:path w="839" h="840" extrusionOk="0">
                  <a:moveTo>
                    <a:pt x="420" y="125"/>
                  </a:moveTo>
                  <a:cubicBezTo>
                    <a:pt x="581" y="125"/>
                    <a:pt x="712" y="258"/>
                    <a:pt x="714" y="420"/>
                  </a:cubicBezTo>
                  <a:cubicBezTo>
                    <a:pt x="714" y="581"/>
                    <a:pt x="581" y="713"/>
                    <a:pt x="420" y="713"/>
                  </a:cubicBezTo>
                  <a:cubicBezTo>
                    <a:pt x="258" y="713"/>
                    <a:pt x="125" y="581"/>
                    <a:pt x="125" y="420"/>
                  </a:cubicBezTo>
                  <a:cubicBezTo>
                    <a:pt x="125" y="258"/>
                    <a:pt x="258" y="125"/>
                    <a:pt x="420" y="125"/>
                  </a:cubicBezTo>
                  <a:close/>
                  <a:moveTo>
                    <a:pt x="420" y="0"/>
                  </a:moveTo>
                  <a:cubicBezTo>
                    <a:pt x="188" y="0"/>
                    <a:pt x="0" y="188"/>
                    <a:pt x="0" y="420"/>
                  </a:cubicBezTo>
                  <a:cubicBezTo>
                    <a:pt x="0" y="651"/>
                    <a:pt x="189" y="839"/>
                    <a:pt x="420" y="839"/>
                  </a:cubicBezTo>
                  <a:cubicBezTo>
                    <a:pt x="650" y="839"/>
                    <a:pt x="839" y="651"/>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8"/>
            <p:cNvSpPr/>
            <p:nvPr/>
          </p:nvSpPr>
          <p:spPr>
            <a:xfrm rot="10800000">
              <a:off x="2563177" y="3773281"/>
              <a:ext cx="85800" cy="85800"/>
            </a:xfrm>
            <a:custGeom>
              <a:avLst/>
              <a:gdLst/>
              <a:ahLst/>
              <a:cxnLst/>
              <a:rect l="l" t="t" r="r" b="b"/>
              <a:pathLst>
                <a:path w="840" h="840" extrusionOk="0">
                  <a:moveTo>
                    <a:pt x="420" y="127"/>
                  </a:moveTo>
                  <a:cubicBezTo>
                    <a:pt x="583" y="127"/>
                    <a:pt x="713" y="258"/>
                    <a:pt x="714" y="420"/>
                  </a:cubicBezTo>
                  <a:cubicBezTo>
                    <a:pt x="714" y="582"/>
                    <a:pt x="582" y="715"/>
                    <a:pt x="420" y="715"/>
                  </a:cubicBezTo>
                  <a:cubicBezTo>
                    <a:pt x="258" y="715"/>
                    <a:pt x="127" y="582"/>
                    <a:pt x="127" y="420"/>
                  </a:cubicBezTo>
                  <a:cubicBezTo>
                    <a:pt x="127" y="258"/>
                    <a:pt x="258" y="127"/>
                    <a:pt x="420" y="127"/>
                  </a:cubicBezTo>
                  <a:close/>
                  <a:moveTo>
                    <a:pt x="420" y="1"/>
                  </a:moveTo>
                  <a:cubicBezTo>
                    <a:pt x="188" y="1"/>
                    <a:pt x="1" y="188"/>
                    <a:pt x="1" y="420"/>
                  </a:cubicBezTo>
                  <a:cubicBezTo>
                    <a:pt x="1" y="652"/>
                    <a:pt x="189" y="840"/>
                    <a:pt x="420" y="840"/>
                  </a:cubicBezTo>
                  <a:cubicBezTo>
                    <a:pt x="652"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8" name="Google Shape;598;p48"/>
          <p:cNvSpPr/>
          <p:nvPr/>
        </p:nvSpPr>
        <p:spPr>
          <a:xfrm>
            <a:off x="5258331" y="710567"/>
            <a:ext cx="47671" cy="47671"/>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8"/>
          <p:cNvSpPr/>
          <p:nvPr/>
        </p:nvSpPr>
        <p:spPr>
          <a:xfrm>
            <a:off x="7313900" y="1448473"/>
            <a:ext cx="384076" cy="383875"/>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8"/>
          <p:cNvSpPr/>
          <p:nvPr/>
        </p:nvSpPr>
        <p:spPr>
          <a:xfrm>
            <a:off x="3933493" y="4343395"/>
            <a:ext cx="154350" cy="154350"/>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8"/>
          <p:cNvSpPr/>
          <p:nvPr/>
        </p:nvSpPr>
        <p:spPr>
          <a:xfrm>
            <a:off x="7800474" y="4155502"/>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5403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56216" y="525202"/>
            <a:ext cx="4934426" cy="369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a:latin typeface="Open Sans" panose="020B0606030504020204" pitchFamily="34" charset="0"/>
              </a:rPr>
              <a:t>Proposed Solution</a:t>
            </a:r>
          </a:p>
        </p:txBody>
      </p:sp>
      <p:sp>
        <p:nvSpPr>
          <p:cNvPr id="668" name="Google Shape;668;p52"/>
          <p:cNvSpPr txBox="1">
            <a:spLocks noGrp="1"/>
          </p:cNvSpPr>
          <p:nvPr>
            <p:ph type="subTitle" idx="1"/>
          </p:nvPr>
        </p:nvSpPr>
        <p:spPr>
          <a:xfrm rot="-264">
            <a:off x="518103" y="1125632"/>
            <a:ext cx="5521996" cy="1696904"/>
          </a:xfrm>
          <a:prstGeom prst="rect">
            <a:avLst/>
          </a:prstGeom>
        </p:spPr>
        <p:txBody>
          <a:bodyPr spcFirstLastPara="1" wrap="square" lIns="91425" tIns="91425" rIns="91425" bIns="91425" anchor="t" anchorCtr="0">
            <a:noAutofit/>
          </a:bodyPr>
          <a:lstStyle/>
          <a:p>
            <a:r>
              <a:rPr lang="en-US" sz="1100" dirty="0"/>
              <a:t>The objective of proposing OAuth 2.0 as a solution is to provide a secure, scalable, and flexible authorization framework for modern applications. OAuth 2.0 enables users to grant third-party applications access to their resources without sharing sensitive credentials, mitigating the risks of data breaches and unauthorized access. By leveraging token-based authentication, OAuth 2.0 enhances security through limited, time-bound access while offering granular control over permissions, improving both user privacy and the overall security posture.</a:t>
            </a:r>
          </a:p>
          <a:p>
            <a:endParaRPr lang="en-US" sz="1100" dirty="0"/>
          </a:p>
          <a:p>
            <a:r>
              <a:rPr lang="en-US" sz="1100" dirty="0"/>
              <a:t>Additionally, OAuth 2.0 supports a wide range of platforms, making it suitable for cross-domain and multi-device environments. It simplifies the authorization process, allowing seamless integration between services without the need for repeated logins or complex session management. As a solution, OAuth 2.0 ensures an optimal balance between user convenience, security, and the scalability needed for distributed and cloud-based systems.</a:t>
            </a:r>
          </a:p>
          <a:p>
            <a:endParaRPr lang="en-US" sz="900"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8;p52">
            <a:extLst>
              <a:ext uri="{FF2B5EF4-FFF2-40B4-BE49-F238E27FC236}">
                <a16:creationId xmlns:a16="http://schemas.microsoft.com/office/drawing/2014/main" id="{DD3C5443-C410-663D-8F73-D2F34C06D68A}"/>
              </a:ext>
            </a:extLst>
          </p:cNvPr>
          <p:cNvSpPr txBox="1">
            <a:spLocks/>
          </p:cNvSpPr>
          <p:nvPr/>
        </p:nvSpPr>
        <p:spPr>
          <a:xfrm rot="-264">
            <a:off x="860321" y="752751"/>
            <a:ext cx="4515056" cy="368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iro"/>
              <a:buChar char="●"/>
              <a:defRPr sz="12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1600"/>
              </a:spcBef>
              <a:spcAft>
                <a:spcPts val="0"/>
              </a:spcAft>
              <a:buClr>
                <a:schemeClr val="dk1"/>
              </a:buClr>
              <a:buSzPts val="1400"/>
              <a:buFont typeface="Cairo"/>
              <a:buChar char="○"/>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1600"/>
              </a:spcBef>
              <a:spcAft>
                <a:spcPts val="1600"/>
              </a:spcAft>
              <a:buClr>
                <a:schemeClr val="dk1"/>
              </a:buClr>
              <a:buSzPts val="1400"/>
              <a:buFont typeface="Cairo"/>
              <a:buChar char="■"/>
              <a:defRPr sz="1400" b="0" i="0" u="none" strike="noStrike" cap="none">
                <a:solidFill>
                  <a:schemeClr val="dk1"/>
                </a:solidFill>
                <a:latin typeface="Cairo"/>
                <a:ea typeface="Cairo"/>
                <a:cs typeface="Cairo"/>
                <a:sym typeface="Cairo"/>
              </a:defRPr>
            </a:lvl9pPr>
          </a:lstStyle>
          <a:p>
            <a:pPr marL="0" indent="0">
              <a:buSzPts val="1100"/>
              <a:buFont typeface="Arial"/>
              <a:buNone/>
            </a:pPr>
            <a:br>
              <a:rPr lang="en-US" sz="1050" dirty="0"/>
            </a:br>
            <a:endParaRPr lang="en-US" sz="800" dirty="0">
              <a:latin typeface="Open Sans" panose="020B0606030504020204" pitchFamily="34" charset="0"/>
            </a:endParaRPr>
          </a:p>
        </p:txBody>
      </p:sp>
    </p:spTree>
    <p:extLst>
      <p:ext uri="{BB962C8B-B14F-4D97-AF65-F5344CB8AC3E}">
        <p14:creationId xmlns:p14="http://schemas.microsoft.com/office/powerpoint/2010/main" val="379587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80" name="Google Shape;580;p48"/>
          <p:cNvSpPr txBox="1">
            <a:spLocks noGrp="1"/>
          </p:cNvSpPr>
          <p:nvPr>
            <p:ph type="title"/>
          </p:nvPr>
        </p:nvSpPr>
        <p:spPr>
          <a:xfrm>
            <a:off x="703149" y="1642439"/>
            <a:ext cx="5738749" cy="144930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r>
              <a:rPr lang="en" sz="2800" dirty="0"/>
              <a:t> System Architecture</a:t>
            </a:r>
            <a:endParaRPr sz="2800" dirty="0"/>
          </a:p>
        </p:txBody>
      </p:sp>
      <p:cxnSp>
        <p:nvCxnSpPr>
          <p:cNvPr id="581" name="Google Shape;581;p48"/>
          <p:cNvCxnSpPr/>
          <p:nvPr/>
        </p:nvCxnSpPr>
        <p:spPr>
          <a:xfrm>
            <a:off x="703150" y="3009150"/>
            <a:ext cx="4678500" cy="0"/>
          </a:xfrm>
          <a:prstGeom prst="straightConnector1">
            <a:avLst/>
          </a:prstGeom>
          <a:noFill/>
          <a:ln w="9525" cap="flat" cmpd="sng">
            <a:solidFill>
              <a:schemeClr val="dk1"/>
            </a:solidFill>
            <a:prstDash val="solid"/>
            <a:round/>
            <a:headEnd type="none" w="med" len="med"/>
            <a:tailEnd type="oval" w="med" len="med"/>
          </a:ln>
        </p:spPr>
      </p:cxnSp>
      <p:grpSp>
        <p:nvGrpSpPr>
          <p:cNvPr id="582" name="Google Shape;582;p48"/>
          <p:cNvGrpSpPr/>
          <p:nvPr/>
        </p:nvGrpSpPr>
        <p:grpSpPr>
          <a:xfrm>
            <a:off x="5381640" y="-695315"/>
            <a:ext cx="2792217" cy="2565841"/>
            <a:chOff x="6503938" y="-561308"/>
            <a:chExt cx="3954422" cy="3633821"/>
          </a:xfrm>
        </p:grpSpPr>
        <p:sp>
          <p:nvSpPr>
            <p:cNvPr id="583" name="Google Shape;583;p48"/>
            <p:cNvSpPr/>
            <p:nvPr/>
          </p:nvSpPr>
          <p:spPr>
            <a:xfrm>
              <a:off x="6503938" y="-561284"/>
              <a:ext cx="3954422" cy="3633797"/>
            </a:xfrm>
            <a:custGeom>
              <a:avLst/>
              <a:gdLst/>
              <a:ahLst/>
              <a:cxnLst/>
              <a:rect l="l" t="t" r="r" b="b"/>
              <a:pathLst>
                <a:path w="22796" h="20948" extrusionOk="0">
                  <a:moveTo>
                    <a:pt x="11944" y="125"/>
                  </a:moveTo>
                  <a:cubicBezTo>
                    <a:pt x="12897" y="125"/>
                    <a:pt x="13856" y="259"/>
                    <a:pt x="14798" y="527"/>
                  </a:cubicBezTo>
                  <a:cubicBezTo>
                    <a:pt x="17455" y="1286"/>
                    <a:pt x="19659" y="3034"/>
                    <a:pt x="21001" y="5449"/>
                  </a:cubicBezTo>
                  <a:cubicBezTo>
                    <a:pt x="22345" y="7864"/>
                    <a:pt x="22667" y="10658"/>
                    <a:pt x="21908" y="13315"/>
                  </a:cubicBezTo>
                  <a:cubicBezTo>
                    <a:pt x="21150" y="15973"/>
                    <a:pt x="19401" y="18175"/>
                    <a:pt x="16986" y="19519"/>
                  </a:cubicBezTo>
                  <a:cubicBezTo>
                    <a:pt x="15398" y="20402"/>
                    <a:pt x="13675" y="20820"/>
                    <a:pt x="11976" y="20820"/>
                  </a:cubicBezTo>
                  <a:cubicBezTo>
                    <a:pt x="8340" y="20820"/>
                    <a:pt x="4806" y="18901"/>
                    <a:pt x="2916" y="15504"/>
                  </a:cubicBezTo>
                  <a:cubicBezTo>
                    <a:pt x="1573" y="13089"/>
                    <a:pt x="1251" y="10295"/>
                    <a:pt x="2010" y="7638"/>
                  </a:cubicBezTo>
                  <a:cubicBezTo>
                    <a:pt x="2769" y="4980"/>
                    <a:pt x="4516" y="2776"/>
                    <a:pt x="6931" y="1434"/>
                  </a:cubicBezTo>
                  <a:cubicBezTo>
                    <a:pt x="8492" y="567"/>
                    <a:pt x="10208" y="125"/>
                    <a:pt x="11944" y="125"/>
                  </a:cubicBezTo>
                  <a:close/>
                  <a:moveTo>
                    <a:pt x="11943" y="1"/>
                  </a:moveTo>
                  <a:cubicBezTo>
                    <a:pt x="10185" y="1"/>
                    <a:pt x="8448" y="447"/>
                    <a:pt x="6870" y="1325"/>
                  </a:cubicBezTo>
                  <a:cubicBezTo>
                    <a:pt x="1824" y="4130"/>
                    <a:pt x="0" y="10518"/>
                    <a:pt x="2806" y="15566"/>
                  </a:cubicBezTo>
                  <a:cubicBezTo>
                    <a:pt x="4719" y="19006"/>
                    <a:pt x="8294" y="20947"/>
                    <a:pt x="11976" y="20947"/>
                  </a:cubicBezTo>
                  <a:cubicBezTo>
                    <a:pt x="13697" y="20947"/>
                    <a:pt x="15440" y="20523"/>
                    <a:pt x="17048" y="19629"/>
                  </a:cubicBezTo>
                  <a:cubicBezTo>
                    <a:pt x="19492" y="18269"/>
                    <a:pt x="21260" y="16041"/>
                    <a:pt x="22029" y="13351"/>
                  </a:cubicBezTo>
                  <a:cubicBezTo>
                    <a:pt x="22795" y="10661"/>
                    <a:pt x="22471" y="7833"/>
                    <a:pt x="21111" y="5389"/>
                  </a:cubicBezTo>
                  <a:cubicBezTo>
                    <a:pt x="19751" y="2943"/>
                    <a:pt x="17522" y="1175"/>
                    <a:pt x="14832" y="408"/>
                  </a:cubicBezTo>
                  <a:cubicBezTo>
                    <a:pt x="13879" y="135"/>
                    <a:pt x="12908" y="1"/>
                    <a:pt x="1194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8"/>
            <p:cNvSpPr/>
            <p:nvPr/>
          </p:nvSpPr>
          <p:spPr>
            <a:xfrm>
              <a:off x="6886611" y="-378276"/>
              <a:ext cx="3383532" cy="3269689"/>
            </a:xfrm>
            <a:custGeom>
              <a:avLst/>
              <a:gdLst/>
              <a:ahLst/>
              <a:cxnLst/>
              <a:rect l="l" t="t" r="r" b="b"/>
              <a:pathLst>
                <a:path w="19505" h="18849" extrusionOk="0">
                  <a:moveTo>
                    <a:pt x="9738" y="126"/>
                  </a:moveTo>
                  <a:cubicBezTo>
                    <a:pt x="13006" y="126"/>
                    <a:pt x="16181" y="1851"/>
                    <a:pt x="17879" y="4905"/>
                  </a:cubicBezTo>
                  <a:cubicBezTo>
                    <a:pt x="19086" y="7075"/>
                    <a:pt x="19376" y="9586"/>
                    <a:pt x="18695" y="11974"/>
                  </a:cubicBezTo>
                  <a:cubicBezTo>
                    <a:pt x="18013" y="14363"/>
                    <a:pt x="16443" y="16342"/>
                    <a:pt x="14271" y="17550"/>
                  </a:cubicBezTo>
                  <a:cubicBezTo>
                    <a:pt x="12871" y="18328"/>
                    <a:pt x="11329" y="18725"/>
                    <a:pt x="9769" y="18725"/>
                  </a:cubicBezTo>
                  <a:cubicBezTo>
                    <a:pt x="8912" y="18725"/>
                    <a:pt x="8050" y="18606"/>
                    <a:pt x="7203" y="18364"/>
                  </a:cubicBezTo>
                  <a:cubicBezTo>
                    <a:pt x="4815" y="17682"/>
                    <a:pt x="2834" y="16112"/>
                    <a:pt x="1628" y="13941"/>
                  </a:cubicBezTo>
                  <a:cubicBezTo>
                    <a:pt x="420" y="11770"/>
                    <a:pt x="130" y="9259"/>
                    <a:pt x="812" y="6870"/>
                  </a:cubicBezTo>
                  <a:cubicBezTo>
                    <a:pt x="1494" y="4482"/>
                    <a:pt x="3064" y="2503"/>
                    <a:pt x="5235" y="1295"/>
                  </a:cubicBezTo>
                  <a:cubicBezTo>
                    <a:pt x="6663" y="502"/>
                    <a:pt x="8209" y="126"/>
                    <a:pt x="9738" y="126"/>
                  </a:cubicBezTo>
                  <a:close/>
                  <a:moveTo>
                    <a:pt x="9737" y="0"/>
                  </a:moveTo>
                  <a:cubicBezTo>
                    <a:pt x="8188" y="0"/>
                    <a:pt x="6620" y="382"/>
                    <a:pt x="5173" y="1186"/>
                  </a:cubicBezTo>
                  <a:cubicBezTo>
                    <a:pt x="2973" y="2408"/>
                    <a:pt x="1381" y="4416"/>
                    <a:pt x="691" y="6836"/>
                  </a:cubicBezTo>
                  <a:cubicBezTo>
                    <a:pt x="1" y="9256"/>
                    <a:pt x="293" y="11801"/>
                    <a:pt x="1517" y="14000"/>
                  </a:cubicBezTo>
                  <a:cubicBezTo>
                    <a:pt x="2739" y="16200"/>
                    <a:pt x="4746" y="17792"/>
                    <a:pt x="7166" y="18482"/>
                  </a:cubicBezTo>
                  <a:cubicBezTo>
                    <a:pt x="8025" y="18728"/>
                    <a:pt x="8898" y="18849"/>
                    <a:pt x="9766" y="18849"/>
                  </a:cubicBezTo>
                  <a:cubicBezTo>
                    <a:pt x="11349" y="18849"/>
                    <a:pt x="12912" y="18448"/>
                    <a:pt x="14332" y="17656"/>
                  </a:cubicBezTo>
                  <a:cubicBezTo>
                    <a:pt x="16531" y="16434"/>
                    <a:pt x="18125" y="14427"/>
                    <a:pt x="18815" y="12007"/>
                  </a:cubicBezTo>
                  <a:cubicBezTo>
                    <a:pt x="19505" y="9586"/>
                    <a:pt x="19213" y="7042"/>
                    <a:pt x="17989" y="4842"/>
                  </a:cubicBezTo>
                  <a:cubicBezTo>
                    <a:pt x="16267" y="1748"/>
                    <a:pt x="13049" y="0"/>
                    <a:pt x="9737"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48"/>
            <p:cNvGrpSpPr/>
            <p:nvPr/>
          </p:nvGrpSpPr>
          <p:grpSpPr>
            <a:xfrm rot="8531975" flipH="1">
              <a:off x="7283075" y="-39380"/>
              <a:ext cx="2589807" cy="2589807"/>
              <a:chOff x="676016" y="1842553"/>
              <a:chExt cx="459655" cy="459655"/>
            </a:xfrm>
          </p:grpSpPr>
          <p:sp>
            <p:nvSpPr>
              <p:cNvPr id="586" name="Google Shape;586;p48"/>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8"/>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8"/>
              <p:cNvSpPr/>
              <p:nvPr/>
            </p:nvSpPr>
            <p:spPr>
              <a:xfrm>
                <a:off x="830509" y="2003725"/>
                <a:ext cx="150669" cy="137311"/>
              </a:xfrm>
              <a:custGeom>
                <a:avLst/>
                <a:gdLst/>
                <a:ahLst/>
                <a:cxnLst/>
                <a:rect l="l" t="t" r="r" b="b"/>
                <a:pathLst>
                  <a:path w="3113" h="2837" extrusionOk="0">
                    <a:moveTo>
                      <a:pt x="1557" y="1"/>
                    </a:moveTo>
                    <a:cubicBezTo>
                      <a:pt x="1194" y="1"/>
                      <a:pt x="831" y="139"/>
                      <a:pt x="554" y="416"/>
                    </a:cubicBezTo>
                    <a:cubicBezTo>
                      <a:pt x="1" y="970"/>
                      <a:pt x="1" y="1867"/>
                      <a:pt x="554" y="2421"/>
                    </a:cubicBezTo>
                    <a:cubicBezTo>
                      <a:pt x="831" y="2698"/>
                      <a:pt x="1194" y="2837"/>
                      <a:pt x="1557" y="2837"/>
                    </a:cubicBezTo>
                    <a:cubicBezTo>
                      <a:pt x="1919" y="2837"/>
                      <a:pt x="2282" y="2698"/>
                      <a:pt x="2559" y="2421"/>
                    </a:cubicBezTo>
                    <a:cubicBezTo>
                      <a:pt x="3112" y="1867"/>
                      <a:pt x="3112" y="970"/>
                      <a:pt x="2559" y="416"/>
                    </a:cubicBezTo>
                    <a:cubicBezTo>
                      <a:pt x="2282" y="139"/>
                      <a:pt x="1919" y="1"/>
                      <a:pt x="1557"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9" name="Google Shape;589;p48"/>
          <p:cNvGrpSpPr/>
          <p:nvPr/>
        </p:nvGrpSpPr>
        <p:grpSpPr>
          <a:xfrm>
            <a:off x="4452098" y="2619375"/>
            <a:ext cx="5784582" cy="2243152"/>
            <a:chOff x="1918448" y="2360350"/>
            <a:chExt cx="5784582" cy="2243152"/>
          </a:xfrm>
        </p:grpSpPr>
        <p:sp>
          <p:nvSpPr>
            <p:cNvPr id="590" name="Google Shape;590;p48"/>
            <p:cNvSpPr/>
            <p:nvPr/>
          </p:nvSpPr>
          <p:spPr>
            <a:xfrm rot="10800000">
              <a:off x="3142878" y="2360350"/>
              <a:ext cx="4560152" cy="2206584"/>
            </a:xfrm>
            <a:custGeom>
              <a:avLst/>
              <a:gdLst/>
              <a:ahLst/>
              <a:cxnLst/>
              <a:rect l="l" t="t" r="r" b="b"/>
              <a:pathLst>
                <a:path w="44645" h="21603" extrusionOk="0">
                  <a:moveTo>
                    <a:pt x="40354" y="0"/>
                  </a:moveTo>
                  <a:lnTo>
                    <a:pt x="18877" y="21477"/>
                  </a:lnTo>
                  <a:lnTo>
                    <a:pt x="1" y="21477"/>
                  </a:lnTo>
                  <a:lnTo>
                    <a:pt x="1" y="21602"/>
                  </a:lnTo>
                  <a:lnTo>
                    <a:pt x="18930" y="21602"/>
                  </a:lnTo>
                  <a:lnTo>
                    <a:pt x="40407" y="125"/>
                  </a:lnTo>
                  <a:lnTo>
                    <a:pt x="44644" y="125"/>
                  </a:lnTo>
                  <a:lnTo>
                    <a:pt x="44644"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8"/>
            <p:cNvSpPr/>
            <p:nvPr/>
          </p:nvSpPr>
          <p:spPr>
            <a:xfrm rot="10800000">
              <a:off x="1995797" y="2885665"/>
              <a:ext cx="3251196" cy="1279131"/>
            </a:xfrm>
            <a:custGeom>
              <a:avLst/>
              <a:gdLst/>
              <a:ahLst/>
              <a:cxnLst/>
              <a:rect l="l" t="t" r="r" b="b"/>
              <a:pathLst>
                <a:path w="31830" h="12523" extrusionOk="0">
                  <a:moveTo>
                    <a:pt x="14104" y="1"/>
                  </a:moveTo>
                  <a:lnTo>
                    <a:pt x="1709" y="12397"/>
                  </a:lnTo>
                  <a:lnTo>
                    <a:pt x="1" y="12397"/>
                  </a:lnTo>
                  <a:lnTo>
                    <a:pt x="1" y="12522"/>
                  </a:lnTo>
                  <a:lnTo>
                    <a:pt x="1762" y="12522"/>
                  </a:lnTo>
                  <a:lnTo>
                    <a:pt x="14157" y="126"/>
                  </a:lnTo>
                  <a:lnTo>
                    <a:pt x="31829" y="126"/>
                  </a:lnTo>
                  <a:lnTo>
                    <a:pt x="3182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8"/>
            <p:cNvSpPr/>
            <p:nvPr/>
          </p:nvSpPr>
          <p:spPr>
            <a:xfrm rot="10800000">
              <a:off x="2398021" y="4331903"/>
              <a:ext cx="1278416" cy="140037"/>
            </a:xfrm>
            <a:custGeom>
              <a:avLst/>
              <a:gdLst/>
              <a:ahLst/>
              <a:cxnLst/>
              <a:rect l="l" t="t" r="r" b="b"/>
              <a:pathLst>
                <a:path w="12516" h="1371" extrusionOk="0">
                  <a:moveTo>
                    <a:pt x="90" y="1"/>
                  </a:moveTo>
                  <a:lnTo>
                    <a:pt x="0" y="90"/>
                  </a:lnTo>
                  <a:lnTo>
                    <a:pt x="1281" y="1370"/>
                  </a:lnTo>
                  <a:lnTo>
                    <a:pt x="12516" y="1370"/>
                  </a:lnTo>
                  <a:lnTo>
                    <a:pt x="12516" y="1245"/>
                  </a:lnTo>
                  <a:lnTo>
                    <a:pt x="1334" y="1245"/>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8"/>
            <p:cNvSpPr/>
            <p:nvPr/>
          </p:nvSpPr>
          <p:spPr>
            <a:xfrm rot="10800000">
              <a:off x="2642344" y="3809748"/>
              <a:ext cx="862593" cy="353004"/>
            </a:xfrm>
            <a:custGeom>
              <a:avLst/>
              <a:gdLst/>
              <a:ahLst/>
              <a:cxnLst/>
              <a:rect l="l" t="t" r="r" b="b"/>
              <a:pathLst>
                <a:path w="8445" h="3456" extrusionOk="0">
                  <a:moveTo>
                    <a:pt x="87" y="0"/>
                  </a:moveTo>
                  <a:lnTo>
                    <a:pt x="0" y="89"/>
                  </a:lnTo>
                  <a:lnTo>
                    <a:pt x="3366" y="3456"/>
                  </a:lnTo>
                  <a:lnTo>
                    <a:pt x="8444" y="3456"/>
                  </a:lnTo>
                  <a:lnTo>
                    <a:pt x="8444" y="3330"/>
                  </a:lnTo>
                  <a:lnTo>
                    <a:pt x="3419" y="3330"/>
                  </a:lnTo>
                  <a:lnTo>
                    <a:pt x="87"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8"/>
            <p:cNvSpPr/>
            <p:nvPr/>
          </p:nvSpPr>
          <p:spPr>
            <a:xfrm rot="10800000">
              <a:off x="3063679" y="451770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8"/>
            <p:cNvSpPr/>
            <p:nvPr/>
          </p:nvSpPr>
          <p:spPr>
            <a:xfrm rot="10800000">
              <a:off x="1918448" y="4115359"/>
              <a:ext cx="85698" cy="85698"/>
            </a:xfrm>
            <a:custGeom>
              <a:avLst/>
              <a:gdLst/>
              <a:ahLst/>
              <a:cxnLst/>
              <a:rect l="l" t="t" r="r" b="b"/>
              <a:pathLst>
                <a:path w="839" h="839" extrusionOk="0">
                  <a:moveTo>
                    <a:pt x="420" y="125"/>
                  </a:moveTo>
                  <a:cubicBezTo>
                    <a:pt x="582" y="125"/>
                    <a:pt x="714" y="258"/>
                    <a:pt x="714" y="419"/>
                  </a:cubicBezTo>
                  <a:cubicBezTo>
                    <a:pt x="714" y="581"/>
                    <a:pt x="581" y="713"/>
                    <a:pt x="420" y="713"/>
                  </a:cubicBezTo>
                  <a:cubicBezTo>
                    <a:pt x="258" y="713"/>
                    <a:pt x="126" y="581"/>
                    <a:pt x="126" y="419"/>
                  </a:cubicBezTo>
                  <a:cubicBezTo>
                    <a:pt x="126" y="258"/>
                    <a:pt x="258" y="125"/>
                    <a:pt x="420" y="125"/>
                  </a:cubicBezTo>
                  <a:close/>
                  <a:moveTo>
                    <a:pt x="420" y="0"/>
                  </a:moveTo>
                  <a:cubicBezTo>
                    <a:pt x="188" y="0"/>
                    <a:pt x="0" y="188"/>
                    <a:pt x="0" y="419"/>
                  </a:cubicBezTo>
                  <a:cubicBezTo>
                    <a:pt x="0" y="651"/>
                    <a:pt x="189" y="839"/>
                    <a:pt x="420" y="839"/>
                  </a:cubicBezTo>
                  <a:cubicBezTo>
                    <a:pt x="651" y="839"/>
                    <a:pt x="839" y="651"/>
                    <a:pt x="839" y="419"/>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8"/>
            <p:cNvSpPr/>
            <p:nvPr/>
          </p:nvSpPr>
          <p:spPr>
            <a:xfrm rot="10800000">
              <a:off x="2318748" y="4295336"/>
              <a:ext cx="85698" cy="85800"/>
            </a:xfrm>
            <a:custGeom>
              <a:avLst/>
              <a:gdLst/>
              <a:ahLst/>
              <a:cxnLst/>
              <a:rect l="l" t="t" r="r" b="b"/>
              <a:pathLst>
                <a:path w="839" h="840" extrusionOk="0">
                  <a:moveTo>
                    <a:pt x="420" y="125"/>
                  </a:moveTo>
                  <a:cubicBezTo>
                    <a:pt x="581" y="125"/>
                    <a:pt x="712" y="258"/>
                    <a:pt x="714" y="420"/>
                  </a:cubicBezTo>
                  <a:cubicBezTo>
                    <a:pt x="714" y="581"/>
                    <a:pt x="581" y="713"/>
                    <a:pt x="420" y="713"/>
                  </a:cubicBezTo>
                  <a:cubicBezTo>
                    <a:pt x="258" y="713"/>
                    <a:pt x="125" y="581"/>
                    <a:pt x="125" y="420"/>
                  </a:cubicBezTo>
                  <a:cubicBezTo>
                    <a:pt x="125" y="258"/>
                    <a:pt x="258" y="125"/>
                    <a:pt x="420" y="125"/>
                  </a:cubicBezTo>
                  <a:close/>
                  <a:moveTo>
                    <a:pt x="420" y="0"/>
                  </a:moveTo>
                  <a:cubicBezTo>
                    <a:pt x="188" y="0"/>
                    <a:pt x="0" y="188"/>
                    <a:pt x="0" y="420"/>
                  </a:cubicBezTo>
                  <a:cubicBezTo>
                    <a:pt x="0" y="651"/>
                    <a:pt x="189" y="839"/>
                    <a:pt x="420" y="839"/>
                  </a:cubicBezTo>
                  <a:cubicBezTo>
                    <a:pt x="650" y="839"/>
                    <a:pt x="839" y="651"/>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8"/>
            <p:cNvSpPr/>
            <p:nvPr/>
          </p:nvSpPr>
          <p:spPr>
            <a:xfrm rot="10800000">
              <a:off x="2563177" y="3773281"/>
              <a:ext cx="85800" cy="85800"/>
            </a:xfrm>
            <a:custGeom>
              <a:avLst/>
              <a:gdLst/>
              <a:ahLst/>
              <a:cxnLst/>
              <a:rect l="l" t="t" r="r" b="b"/>
              <a:pathLst>
                <a:path w="840" h="840" extrusionOk="0">
                  <a:moveTo>
                    <a:pt x="420" y="127"/>
                  </a:moveTo>
                  <a:cubicBezTo>
                    <a:pt x="583" y="127"/>
                    <a:pt x="713" y="258"/>
                    <a:pt x="714" y="420"/>
                  </a:cubicBezTo>
                  <a:cubicBezTo>
                    <a:pt x="714" y="582"/>
                    <a:pt x="582" y="715"/>
                    <a:pt x="420" y="715"/>
                  </a:cubicBezTo>
                  <a:cubicBezTo>
                    <a:pt x="258" y="715"/>
                    <a:pt x="127" y="582"/>
                    <a:pt x="127" y="420"/>
                  </a:cubicBezTo>
                  <a:cubicBezTo>
                    <a:pt x="127" y="258"/>
                    <a:pt x="258" y="127"/>
                    <a:pt x="420" y="127"/>
                  </a:cubicBezTo>
                  <a:close/>
                  <a:moveTo>
                    <a:pt x="420" y="1"/>
                  </a:moveTo>
                  <a:cubicBezTo>
                    <a:pt x="188" y="1"/>
                    <a:pt x="1" y="188"/>
                    <a:pt x="1" y="420"/>
                  </a:cubicBezTo>
                  <a:cubicBezTo>
                    <a:pt x="1" y="652"/>
                    <a:pt x="189" y="840"/>
                    <a:pt x="420" y="840"/>
                  </a:cubicBezTo>
                  <a:cubicBezTo>
                    <a:pt x="652"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8" name="Google Shape;598;p48"/>
          <p:cNvSpPr/>
          <p:nvPr/>
        </p:nvSpPr>
        <p:spPr>
          <a:xfrm>
            <a:off x="5258331" y="710567"/>
            <a:ext cx="47671" cy="47671"/>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8"/>
          <p:cNvSpPr/>
          <p:nvPr/>
        </p:nvSpPr>
        <p:spPr>
          <a:xfrm>
            <a:off x="7313900" y="1448473"/>
            <a:ext cx="384076" cy="383875"/>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8"/>
          <p:cNvSpPr/>
          <p:nvPr/>
        </p:nvSpPr>
        <p:spPr>
          <a:xfrm>
            <a:off x="3933493" y="4343395"/>
            <a:ext cx="154350" cy="154350"/>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8"/>
          <p:cNvSpPr/>
          <p:nvPr/>
        </p:nvSpPr>
        <p:spPr>
          <a:xfrm>
            <a:off x="7800474" y="4155502"/>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34300" y="1167150"/>
            <a:ext cx="3909000" cy="108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IMPLEMENTATION : Spring Security</a:t>
            </a:r>
            <a:endParaRPr dirty="0"/>
          </a:p>
        </p:txBody>
      </p:sp>
      <p:sp>
        <p:nvSpPr>
          <p:cNvPr id="668" name="Google Shape;668;p52"/>
          <p:cNvSpPr txBox="1">
            <a:spLocks noGrp="1"/>
          </p:cNvSpPr>
          <p:nvPr>
            <p:ph type="subTitle" idx="1"/>
          </p:nvPr>
        </p:nvSpPr>
        <p:spPr>
          <a:xfrm rot="-264">
            <a:off x="834299" y="2255972"/>
            <a:ext cx="4775391" cy="1720200"/>
          </a:xfrm>
          <a:prstGeom prst="rect">
            <a:avLst/>
          </a:prstGeom>
        </p:spPr>
        <p:txBody>
          <a:bodyPr spcFirstLastPara="1" wrap="square" lIns="91425" tIns="91425" rIns="91425" bIns="91425" anchor="t" anchorCtr="0">
            <a:noAutofit/>
          </a:bodyPr>
          <a:lstStyle/>
          <a:p>
            <a:pPr marL="457200" lvl="0" indent="-304800" algn="l" rtl="0">
              <a:spcBef>
                <a:spcPts val="1000"/>
              </a:spcBef>
              <a:spcAft>
                <a:spcPts val="0"/>
              </a:spcAft>
              <a:buSzPts val="1200"/>
              <a:buChar char="●"/>
            </a:pPr>
            <a:r>
              <a:rPr lang="en-US" dirty="0"/>
              <a:t>Spring Security provides comprehensive support for implementing OAuth 2.0 using its OAuth2 module, allowing secure access to APIs.</a:t>
            </a:r>
            <a:endParaRPr dirty="0"/>
          </a:p>
          <a:p>
            <a:pPr marL="457200" lvl="0" indent="-304800" algn="l" rtl="0">
              <a:spcBef>
                <a:spcPts val="0"/>
              </a:spcBef>
              <a:spcAft>
                <a:spcPts val="0"/>
              </a:spcAft>
              <a:buSzPts val="1200"/>
              <a:buChar char="●"/>
            </a:pPr>
            <a:r>
              <a:rPr lang="en-US" dirty="0"/>
              <a:t>This module simplifies the process of integrating with various OAuth 2.0 authorization servers, such as Google, Facebook, or a custom authorization server.</a:t>
            </a:r>
            <a:endParaRPr dirty="0"/>
          </a:p>
          <a:p>
            <a:pPr marL="457200" lvl="0" indent="-304800" algn="l" rtl="0">
              <a:spcBef>
                <a:spcPts val="0"/>
              </a:spcBef>
              <a:spcAft>
                <a:spcPts val="0"/>
              </a:spcAft>
              <a:buSzPts val="1200"/>
              <a:buChar char="●"/>
            </a:pPr>
            <a:r>
              <a:rPr lang="en-US" dirty="0"/>
              <a:t>Spring Boot includes built-in support for OAuth 2.0 Authorization Code Grant, Client Credentials, Password Grant, and Refresh Token flows, providing flexibility depending on the use case.</a:t>
            </a:r>
            <a:endParaRPr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5659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56"/>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IMPLEMENTATION :</a:t>
            </a:r>
            <a:br>
              <a:rPr lang="en" dirty="0"/>
            </a:br>
            <a:r>
              <a:rPr lang="en" dirty="0"/>
              <a:t>Key Components</a:t>
            </a:r>
            <a:endParaRPr dirty="0"/>
          </a:p>
        </p:txBody>
      </p:sp>
      <p:sp>
        <p:nvSpPr>
          <p:cNvPr id="774" name="Google Shape;774;p56"/>
          <p:cNvSpPr txBox="1">
            <a:spLocks noGrp="1"/>
          </p:cNvSpPr>
          <p:nvPr>
            <p:ph type="title" idx="2"/>
          </p:nvPr>
        </p:nvSpPr>
        <p:spPr>
          <a:xfrm>
            <a:off x="1651025" y="1209450"/>
            <a:ext cx="25530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Resource Owner</a:t>
            </a:r>
            <a:endParaRPr dirty="0"/>
          </a:p>
        </p:txBody>
      </p:sp>
      <p:sp>
        <p:nvSpPr>
          <p:cNvPr id="775" name="Google Shape;775;p56"/>
          <p:cNvSpPr txBox="1">
            <a:spLocks noGrp="1"/>
          </p:cNvSpPr>
          <p:nvPr>
            <p:ph type="subTitle" idx="1"/>
          </p:nvPr>
        </p:nvSpPr>
        <p:spPr>
          <a:xfrm>
            <a:off x="1639032" y="1638014"/>
            <a:ext cx="2666230" cy="89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Resource Owner is typically the user who holds ownership of the data or resources being accessed. In most cases, this is a person using a service (e.g., a user with a Google account), but it could also be a machine or service in certain automated contexts.</a:t>
            </a:r>
            <a:endParaRPr dirty="0"/>
          </a:p>
        </p:txBody>
      </p:sp>
      <p:sp>
        <p:nvSpPr>
          <p:cNvPr id="776" name="Google Shape;776;p56"/>
          <p:cNvSpPr txBox="1">
            <a:spLocks noGrp="1"/>
          </p:cNvSpPr>
          <p:nvPr>
            <p:ph type="title" idx="3"/>
          </p:nvPr>
        </p:nvSpPr>
        <p:spPr>
          <a:xfrm>
            <a:off x="5606373" y="1228122"/>
            <a:ext cx="25530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Client</a:t>
            </a:r>
            <a:endParaRPr dirty="0"/>
          </a:p>
        </p:txBody>
      </p:sp>
      <p:sp>
        <p:nvSpPr>
          <p:cNvPr id="777" name="Google Shape;777;p56"/>
          <p:cNvSpPr txBox="1">
            <a:spLocks noGrp="1"/>
          </p:cNvSpPr>
          <p:nvPr>
            <p:ph type="subTitle" idx="4"/>
          </p:nvPr>
        </p:nvSpPr>
        <p:spPr>
          <a:xfrm>
            <a:off x="5613424" y="1638014"/>
            <a:ext cx="2553000" cy="89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Client is the application or service that seeks to gain access to the resource owner’s data. This can be a web app, mobile app, or even a server. The Client obtains an access token from the Authorization Server to access the Resource Server on the user's behalf</a:t>
            </a:r>
            <a:endParaRPr dirty="0"/>
          </a:p>
        </p:txBody>
      </p:sp>
      <p:sp>
        <p:nvSpPr>
          <p:cNvPr id="778" name="Google Shape;778;p56"/>
          <p:cNvSpPr txBox="1">
            <a:spLocks noGrp="1"/>
          </p:cNvSpPr>
          <p:nvPr>
            <p:ph type="title" idx="5"/>
          </p:nvPr>
        </p:nvSpPr>
        <p:spPr>
          <a:xfrm>
            <a:off x="1635201" y="3022718"/>
            <a:ext cx="3028445"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Authorization Server</a:t>
            </a:r>
            <a:endParaRPr dirty="0"/>
          </a:p>
        </p:txBody>
      </p:sp>
      <p:sp>
        <p:nvSpPr>
          <p:cNvPr id="779" name="Google Shape;779;p56"/>
          <p:cNvSpPr txBox="1">
            <a:spLocks noGrp="1"/>
          </p:cNvSpPr>
          <p:nvPr>
            <p:ph type="subTitle" idx="6"/>
          </p:nvPr>
        </p:nvSpPr>
        <p:spPr>
          <a:xfrm>
            <a:off x="1651024" y="3415490"/>
            <a:ext cx="2654235" cy="89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Authorization Server is responsible for authenticating the client and ensuring the request is </a:t>
            </a:r>
            <a:r>
              <a:rPr lang="en-US" dirty="0" err="1"/>
              <a:t>legitimate.It</a:t>
            </a:r>
            <a:r>
              <a:rPr lang="en-US" dirty="0"/>
              <a:t> issues an access token (and sometimes a refresh token) after verifying the identity of the Resource Owner and confirming their consent to share data.</a:t>
            </a:r>
            <a:endParaRPr dirty="0"/>
          </a:p>
        </p:txBody>
      </p:sp>
      <p:sp>
        <p:nvSpPr>
          <p:cNvPr id="780" name="Google Shape;780;p56"/>
          <p:cNvSpPr txBox="1">
            <a:spLocks noGrp="1"/>
          </p:cNvSpPr>
          <p:nvPr>
            <p:ph type="title" idx="7"/>
          </p:nvPr>
        </p:nvSpPr>
        <p:spPr>
          <a:xfrm>
            <a:off x="5573315" y="3150187"/>
            <a:ext cx="25530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Resource Server</a:t>
            </a:r>
            <a:endParaRPr dirty="0"/>
          </a:p>
        </p:txBody>
      </p:sp>
      <p:sp>
        <p:nvSpPr>
          <p:cNvPr id="781" name="Google Shape;781;p56"/>
          <p:cNvSpPr txBox="1">
            <a:spLocks noGrp="1"/>
          </p:cNvSpPr>
          <p:nvPr>
            <p:ph type="subTitle" idx="8"/>
          </p:nvPr>
        </p:nvSpPr>
        <p:spPr>
          <a:xfrm>
            <a:off x="5584102" y="3564148"/>
            <a:ext cx="2839891" cy="89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Resource Server is the server or system that holds the actual resources (e.g., data, files, services).It validates the access token provided by the Client and, if valid, grants access to the requested resources. The Resource Server must trust the Authorization Server.</a:t>
            </a:r>
            <a:endParaRPr dirty="0"/>
          </a:p>
        </p:txBody>
      </p:sp>
      <p:cxnSp>
        <p:nvCxnSpPr>
          <p:cNvPr id="782" name="Google Shape;782;p56"/>
          <p:cNvCxnSpPr/>
          <p:nvPr/>
        </p:nvCxnSpPr>
        <p:spPr>
          <a:xfrm>
            <a:off x="1460563" y="1473300"/>
            <a:ext cx="0" cy="1431900"/>
          </a:xfrm>
          <a:prstGeom prst="straightConnector1">
            <a:avLst/>
          </a:prstGeom>
          <a:noFill/>
          <a:ln w="9525" cap="flat" cmpd="sng">
            <a:solidFill>
              <a:schemeClr val="dk1"/>
            </a:solidFill>
            <a:prstDash val="solid"/>
            <a:round/>
            <a:headEnd type="none" w="med" len="med"/>
            <a:tailEnd type="oval" w="med" len="med"/>
          </a:ln>
        </p:spPr>
      </p:cxnSp>
      <p:cxnSp>
        <p:nvCxnSpPr>
          <p:cNvPr id="783" name="Google Shape;783;p56"/>
          <p:cNvCxnSpPr/>
          <p:nvPr/>
        </p:nvCxnSpPr>
        <p:spPr>
          <a:xfrm>
            <a:off x="1460563" y="3274200"/>
            <a:ext cx="0" cy="1431900"/>
          </a:xfrm>
          <a:prstGeom prst="straightConnector1">
            <a:avLst/>
          </a:prstGeom>
          <a:noFill/>
          <a:ln w="9525" cap="flat" cmpd="sng">
            <a:solidFill>
              <a:schemeClr val="dk1"/>
            </a:solidFill>
            <a:prstDash val="solid"/>
            <a:round/>
            <a:headEnd type="none" w="med" len="med"/>
            <a:tailEnd type="oval" w="med" len="med"/>
          </a:ln>
        </p:spPr>
      </p:cxnSp>
      <p:cxnSp>
        <p:nvCxnSpPr>
          <p:cNvPr id="784" name="Google Shape;784;p56"/>
          <p:cNvCxnSpPr/>
          <p:nvPr/>
        </p:nvCxnSpPr>
        <p:spPr>
          <a:xfrm>
            <a:off x="5422963" y="1473300"/>
            <a:ext cx="0" cy="1431900"/>
          </a:xfrm>
          <a:prstGeom prst="straightConnector1">
            <a:avLst/>
          </a:prstGeom>
          <a:noFill/>
          <a:ln w="9525" cap="flat" cmpd="sng">
            <a:solidFill>
              <a:schemeClr val="dk1"/>
            </a:solidFill>
            <a:prstDash val="solid"/>
            <a:round/>
            <a:headEnd type="none" w="med" len="med"/>
            <a:tailEnd type="oval" w="med" len="med"/>
          </a:ln>
        </p:spPr>
      </p:cxnSp>
      <p:cxnSp>
        <p:nvCxnSpPr>
          <p:cNvPr id="785" name="Google Shape;785;p56"/>
          <p:cNvCxnSpPr/>
          <p:nvPr/>
        </p:nvCxnSpPr>
        <p:spPr>
          <a:xfrm>
            <a:off x="5422963" y="3274200"/>
            <a:ext cx="0" cy="1431900"/>
          </a:xfrm>
          <a:prstGeom prst="straightConnector1">
            <a:avLst/>
          </a:prstGeom>
          <a:noFill/>
          <a:ln w="9525" cap="flat" cmpd="sng">
            <a:solidFill>
              <a:schemeClr val="dk1"/>
            </a:solidFill>
            <a:prstDash val="solid"/>
            <a:round/>
            <a:headEnd type="none" w="med" len="med"/>
            <a:tailEnd type="oval" w="med" len="med"/>
          </a:ln>
        </p:spPr>
      </p:cxnSp>
      <p:sp>
        <p:nvSpPr>
          <p:cNvPr id="825" name="Google Shape;825;p56"/>
          <p:cNvSpPr/>
          <p:nvPr/>
        </p:nvSpPr>
        <p:spPr>
          <a:xfrm>
            <a:off x="782712" y="2804241"/>
            <a:ext cx="100964" cy="100964"/>
          </a:xfrm>
          <a:custGeom>
            <a:avLst/>
            <a:gdLst/>
            <a:ahLst/>
            <a:cxnLst/>
            <a:rect l="l" t="t" r="r" b="b"/>
            <a:pathLst>
              <a:path w="988" h="988" extrusionOk="0">
                <a:moveTo>
                  <a:pt x="494" y="1"/>
                </a:moveTo>
                <a:cubicBezTo>
                  <a:pt x="222" y="1"/>
                  <a:pt x="1" y="222"/>
                  <a:pt x="1" y="494"/>
                </a:cubicBezTo>
                <a:cubicBezTo>
                  <a:pt x="1" y="766"/>
                  <a:pt x="222" y="987"/>
                  <a:pt x="494" y="987"/>
                </a:cubicBezTo>
                <a:cubicBezTo>
                  <a:pt x="766" y="987"/>
                  <a:pt x="987" y="766"/>
                  <a:pt x="987" y="494"/>
                </a:cubicBezTo>
                <a:cubicBezTo>
                  <a:pt x="987" y="222"/>
                  <a:pt x="766" y="1"/>
                  <a:pt x="494"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6"/>
          <p:cNvSpPr/>
          <p:nvPr/>
        </p:nvSpPr>
        <p:spPr>
          <a:xfrm>
            <a:off x="8089431" y="3142617"/>
            <a:ext cx="47672" cy="47672"/>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6"/>
          <p:cNvSpPr/>
          <p:nvPr/>
        </p:nvSpPr>
        <p:spPr>
          <a:xfrm>
            <a:off x="4803940" y="4443068"/>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 name="Google Shape;1601;p80">
            <a:extLst>
              <a:ext uri="{FF2B5EF4-FFF2-40B4-BE49-F238E27FC236}">
                <a16:creationId xmlns:a16="http://schemas.microsoft.com/office/drawing/2014/main" id="{CF945401-85BA-0B7B-3E6C-2D35D6851C32}"/>
              </a:ext>
            </a:extLst>
          </p:cNvPr>
          <p:cNvGrpSpPr/>
          <p:nvPr/>
        </p:nvGrpSpPr>
        <p:grpSpPr>
          <a:xfrm>
            <a:off x="883676" y="1580963"/>
            <a:ext cx="335488" cy="373307"/>
            <a:chOff x="5627505" y="1537460"/>
            <a:chExt cx="335488" cy="373307"/>
          </a:xfrm>
        </p:grpSpPr>
        <p:sp>
          <p:nvSpPr>
            <p:cNvPr id="4" name="Google Shape;1602;p80">
              <a:extLst>
                <a:ext uri="{FF2B5EF4-FFF2-40B4-BE49-F238E27FC236}">
                  <a16:creationId xmlns:a16="http://schemas.microsoft.com/office/drawing/2014/main" id="{7CAE3FB9-AF16-8089-06D8-AFBAD81ABDE8}"/>
                </a:ext>
              </a:extLst>
            </p:cNvPr>
            <p:cNvSpPr/>
            <p:nvPr/>
          </p:nvSpPr>
          <p:spPr>
            <a:xfrm>
              <a:off x="5627505" y="1537460"/>
              <a:ext cx="335488" cy="373307"/>
            </a:xfrm>
            <a:custGeom>
              <a:avLst/>
              <a:gdLst/>
              <a:ahLst/>
              <a:cxnLst/>
              <a:rect l="l" t="t" r="r" b="b"/>
              <a:pathLst>
                <a:path w="8516" h="9476" extrusionOk="0">
                  <a:moveTo>
                    <a:pt x="4267" y="1"/>
                  </a:moveTo>
                  <a:cubicBezTo>
                    <a:pt x="4186" y="1"/>
                    <a:pt x="4112" y="32"/>
                    <a:pt x="4056" y="87"/>
                  </a:cubicBezTo>
                  <a:lnTo>
                    <a:pt x="3574" y="570"/>
                  </a:lnTo>
                  <a:cubicBezTo>
                    <a:pt x="3356" y="789"/>
                    <a:pt x="3080" y="928"/>
                    <a:pt x="2774" y="972"/>
                  </a:cubicBezTo>
                  <a:cubicBezTo>
                    <a:pt x="2704" y="983"/>
                    <a:pt x="2634" y="988"/>
                    <a:pt x="2565" y="988"/>
                  </a:cubicBezTo>
                  <a:cubicBezTo>
                    <a:pt x="2330" y="988"/>
                    <a:pt x="2101" y="929"/>
                    <a:pt x="1891" y="817"/>
                  </a:cubicBezTo>
                  <a:lnTo>
                    <a:pt x="1772" y="752"/>
                  </a:lnTo>
                  <a:cubicBezTo>
                    <a:pt x="1713" y="720"/>
                    <a:pt x="1650" y="705"/>
                    <a:pt x="1587" y="705"/>
                  </a:cubicBezTo>
                  <a:cubicBezTo>
                    <a:pt x="1482" y="705"/>
                    <a:pt x="1379" y="748"/>
                    <a:pt x="1303" y="830"/>
                  </a:cubicBezTo>
                  <a:lnTo>
                    <a:pt x="197" y="2023"/>
                  </a:lnTo>
                  <a:cubicBezTo>
                    <a:pt x="78" y="2152"/>
                    <a:pt x="59" y="2343"/>
                    <a:pt x="150" y="2490"/>
                  </a:cubicBezTo>
                  <a:lnTo>
                    <a:pt x="807" y="3555"/>
                  </a:lnTo>
                  <a:cubicBezTo>
                    <a:pt x="859" y="3637"/>
                    <a:pt x="857" y="3745"/>
                    <a:pt x="803" y="3826"/>
                  </a:cubicBezTo>
                  <a:lnTo>
                    <a:pt x="513" y="4267"/>
                  </a:lnTo>
                  <a:cubicBezTo>
                    <a:pt x="127" y="4853"/>
                    <a:pt x="0" y="5552"/>
                    <a:pt x="154" y="6237"/>
                  </a:cubicBezTo>
                  <a:cubicBezTo>
                    <a:pt x="308" y="6922"/>
                    <a:pt x="724" y="7498"/>
                    <a:pt x="1325" y="7862"/>
                  </a:cubicBezTo>
                  <a:lnTo>
                    <a:pt x="3763" y="9337"/>
                  </a:lnTo>
                  <a:cubicBezTo>
                    <a:pt x="3916" y="9429"/>
                    <a:pt x="4088" y="9475"/>
                    <a:pt x="4259" y="9475"/>
                  </a:cubicBezTo>
                  <a:cubicBezTo>
                    <a:pt x="4431" y="9475"/>
                    <a:pt x="4601" y="9429"/>
                    <a:pt x="4754" y="9337"/>
                  </a:cubicBezTo>
                  <a:lnTo>
                    <a:pt x="7192" y="7862"/>
                  </a:lnTo>
                  <a:cubicBezTo>
                    <a:pt x="7792" y="7499"/>
                    <a:pt x="8208" y="6922"/>
                    <a:pt x="8363" y="6237"/>
                  </a:cubicBezTo>
                  <a:cubicBezTo>
                    <a:pt x="8516" y="5552"/>
                    <a:pt x="8388" y="4854"/>
                    <a:pt x="8003" y="4267"/>
                  </a:cubicBezTo>
                  <a:lnTo>
                    <a:pt x="7713" y="3826"/>
                  </a:lnTo>
                  <a:cubicBezTo>
                    <a:pt x="7659" y="3745"/>
                    <a:pt x="7657" y="3637"/>
                    <a:pt x="7709" y="3555"/>
                  </a:cubicBezTo>
                  <a:lnTo>
                    <a:pt x="8366" y="2490"/>
                  </a:lnTo>
                  <a:cubicBezTo>
                    <a:pt x="8457" y="2343"/>
                    <a:pt x="8438" y="2150"/>
                    <a:pt x="8320" y="2023"/>
                  </a:cubicBezTo>
                  <a:lnTo>
                    <a:pt x="7972" y="1651"/>
                  </a:lnTo>
                  <a:cubicBezTo>
                    <a:pt x="7945" y="1621"/>
                    <a:pt x="7907" y="1606"/>
                    <a:pt x="7869" y="1606"/>
                  </a:cubicBezTo>
                  <a:cubicBezTo>
                    <a:pt x="7836" y="1606"/>
                    <a:pt x="7802" y="1618"/>
                    <a:pt x="7776" y="1642"/>
                  </a:cubicBezTo>
                  <a:cubicBezTo>
                    <a:pt x="7719" y="1695"/>
                    <a:pt x="7717" y="1784"/>
                    <a:pt x="7768" y="1838"/>
                  </a:cubicBezTo>
                  <a:lnTo>
                    <a:pt x="8115" y="2212"/>
                  </a:lnTo>
                  <a:cubicBezTo>
                    <a:pt x="8148" y="2248"/>
                    <a:pt x="8153" y="2302"/>
                    <a:pt x="8129" y="2343"/>
                  </a:cubicBezTo>
                  <a:lnTo>
                    <a:pt x="7471" y="3406"/>
                  </a:lnTo>
                  <a:cubicBezTo>
                    <a:pt x="7364" y="3582"/>
                    <a:pt x="7366" y="3806"/>
                    <a:pt x="7480" y="3978"/>
                  </a:cubicBezTo>
                  <a:lnTo>
                    <a:pt x="7770" y="4418"/>
                  </a:lnTo>
                  <a:cubicBezTo>
                    <a:pt x="8114" y="4940"/>
                    <a:pt x="8227" y="5563"/>
                    <a:pt x="8088" y="6174"/>
                  </a:cubicBezTo>
                  <a:cubicBezTo>
                    <a:pt x="7951" y="6783"/>
                    <a:pt x="7581" y="7297"/>
                    <a:pt x="7045" y="7620"/>
                  </a:cubicBezTo>
                  <a:lnTo>
                    <a:pt x="4608" y="9095"/>
                  </a:lnTo>
                  <a:cubicBezTo>
                    <a:pt x="4500" y="9160"/>
                    <a:pt x="4378" y="9193"/>
                    <a:pt x="4257" y="9193"/>
                  </a:cubicBezTo>
                  <a:cubicBezTo>
                    <a:pt x="4136" y="9193"/>
                    <a:pt x="4014" y="9160"/>
                    <a:pt x="3906" y="9095"/>
                  </a:cubicBezTo>
                  <a:lnTo>
                    <a:pt x="1469" y="7620"/>
                  </a:lnTo>
                  <a:cubicBezTo>
                    <a:pt x="935" y="7297"/>
                    <a:pt x="565" y="6783"/>
                    <a:pt x="427" y="6174"/>
                  </a:cubicBezTo>
                  <a:cubicBezTo>
                    <a:pt x="289" y="5565"/>
                    <a:pt x="402" y="4940"/>
                    <a:pt x="745" y="4418"/>
                  </a:cubicBezTo>
                  <a:lnTo>
                    <a:pt x="1035" y="3978"/>
                  </a:lnTo>
                  <a:cubicBezTo>
                    <a:pt x="1149" y="3806"/>
                    <a:pt x="1151" y="3580"/>
                    <a:pt x="1044" y="3406"/>
                  </a:cubicBezTo>
                  <a:lnTo>
                    <a:pt x="386" y="2343"/>
                  </a:lnTo>
                  <a:cubicBezTo>
                    <a:pt x="361" y="2302"/>
                    <a:pt x="366" y="2248"/>
                    <a:pt x="400" y="2212"/>
                  </a:cubicBezTo>
                  <a:lnTo>
                    <a:pt x="1506" y="1019"/>
                  </a:lnTo>
                  <a:cubicBezTo>
                    <a:pt x="1527" y="996"/>
                    <a:pt x="1556" y="984"/>
                    <a:pt x="1585" y="984"/>
                  </a:cubicBezTo>
                  <a:cubicBezTo>
                    <a:pt x="1603" y="984"/>
                    <a:pt x="1621" y="988"/>
                    <a:pt x="1638" y="998"/>
                  </a:cubicBezTo>
                  <a:lnTo>
                    <a:pt x="1758" y="1062"/>
                  </a:lnTo>
                  <a:cubicBezTo>
                    <a:pt x="2009" y="1197"/>
                    <a:pt x="2285" y="1267"/>
                    <a:pt x="2565" y="1267"/>
                  </a:cubicBezTo>
                  <a:cubicBezTo>
                    <a:pt x="2648" y="1267"/>
                    <a:pt x="2730" y="1261"/>
                    <a:pt x="2813" y="1249"/>
                  </a:cubicBezTo>
                  <a:cubicBezTo>
                    <a:pt x="3178" y="1195"/>
                    <a:pt x="3509" y="1029"/>
                    <a:pt x="3771" y="768"/>
                  </a:cubicBezTo>
                  <a:lnTo>
                    <a:pt x="4252" y="285"/>
                  </a:lnTo>
                  <a:cubicBezTo>
                    <a:pt x="4258" y="280"/>
                    <a:pt x="4263" y="280"/>
                    <a:pt x="4267" y="280"/>
                  </a:cubicBezTo>
                  <a:cubicBezTo>
                    <a:pt x="4268" y="280"/>
                    <a:pt x="4269" y="279"/>
                    <a:pt x="4269" y="279"/>
                  </a:cubicBezTo>
                  <a:cubicBezTo>
                    <a:pt x="4272" y="279"/>
                    <a:pt x="4277" y="282"/>
                    <a:pt x="4281" y="285"/>
                  </a:cubicBezTo>
                  <a:lnTo>
                    <a:pt x="4744" y="756"/>
                  </a:lnTo>
                  <a:cubicBezTo>
                    <a:pt x="5006" y="1020"/>
                    <a:pt x="5336" y="1189"/>
                    <a:pt x="5703" y="1243"/>
                  </a:cubicBezTo>
                  <a:cubicBezTo>
                    <a:pt x="5789" y="1256"/>
                    <a:pt x="5874" y="1263"/>
                    <a:pt x="5960" y="1263"/>
                  </a:cubicBezTo>
                  <a:cubicBezTo>
                    <a:pt x="6239" y="1263"/>
                    <a:pt x="6513" y="1193"/>
                    <a:pt x="6763" y="1058"/>
                  </a:cubicBezTo>
                  <a:lnTo>
                    <a:pt x="6875" y="998"/>
                  </a:lnTo>
                  <a:cubicBezTo>
                    <a:pt x="6891" y="988"/>
                    <a:pt x="6909" y="984"/>
                    <a:pt x="6927" y="984"/>
                  </a:cubicBezTo>
                  <a:cubicBezTo>
                    <a:pt x="6957" y="984"/>
                    <a:pt x="6986" y="996"/>
                    <a:pt x="7007" y="1019"/>
                  </a:cubicBezTo>
                  <a:lnTo>
                    <a:pt x="7364" y="1402"/>
                  </a:lnTo>
                  <a:cubicBezTo>
                    <a:pt x="7391" y="1432"/>
                    <a:pt x="7429" y="1447"/>
                    <a:pt x="7466" y="1447"/>
                  </a:cubicBezTo>
                  <a:cubicBezTo>
                    <a:pt x="7500" y="1447"/>
                    <a:pt x="7533" y="1435"/>
                    <a:pt x="7560" y="1410"/>
                  </a:cubicBezTo>
                  <a:cubicBezTo>
                    <a:pt x="7617" y="1357"/>
                    <a:pt x="7619" y="1269"/>
                    <a:pt x="7567" y="1214"/>
                  </a:cubicBezTo>
                  <a:lnTo>
                    <a:pt x="7212" y="830"/>
                  </a:lnTo>
                  <a:cubicBezTo>
                    <a:pt x="7136" y="748"/>
                    <a:pt x="7033" y="706"/>
                    <a:pt x="6927" y="706"/>
                  </a:cubicBezTo>
                  <a:cubicBezTo>
                    <a:pt x="6865" y="706"/>
                    <a:pt x="6801" y="721"/>
                    <a:pt x="6743" y="752"/>
                  </a:cubicBezTo>
                  <a:lnTo>
                    <a:pt x="6631" y="813"/>
                  </a:lnTo>
                  <a:cubicBezTo>
                    <a:pt x="6420" y="927"/>
                    <a:pt x="6189" y="982"/>
                    <a:pt x="5958" y="982"/>
                  </a:cubicBezTo>
                  <a:cubicBezTo>
                    <a:pt x="5585" y="982"/>
                    <a:pt x="5215" y="837"/>
                    <a:pt x="4943" y="560"/>
                  </a:cubicBezTo>
                  <a:lnTo>
                    <a:pt x="4480" y="89"/>
                  </a:lnTo>
                  <a:cubicBezTo>
                    <a:pt x="4423" y="32"/>
                    <a:pt x="4348" y="1"/>
                    <a:pt x="4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603;p80">
              <a:extLst>
                <a:ext uri="{FF2B5EF4-FFF2-40B4-BE49-F238E27FC236}">
                  <a16:creationId xmlns:a16="http://schemas.microsoft.com/office/drawing/2014/main" id="{82BD7286-16FB-1B2F-B154-ACC96FEA0636}"/>
                </a:ext>
              </a:extLst>
            </p:cNvPr>
            <p:cNvSpPr/>
            <p:nvPr/>
          </p:nvSpPr>
          <p:spPr>
            <a:xfrm>
              <a:off x="5733123" y="1571300"/>
              <a:ext cx="203199" cy="313702"/>
            </a:xfrm>
            <a:custGeom>
              <a:avLst/>
              <a:gdLst/>
              <a:ahLst/>
              <a:cxnLst/>
              <a:rect l="l" t="t" r="r" b="b"/>
              <a:pathLst>
                <a:path w="5158" h="7963" extrusionOk="0">
                  <a:moveTo>
                    <a:pt x="1582" y="0"/>
                  </a:moveTo>
                  <a:cubicBezTo>
                    <a:pt x="1545" y="0"/>
                    <a:pt x="1509" y="14"/>
                    <a:pt x="1483" y="40"/>
                  </a:cubicBezTo>
                  <a:lnTo>
                    <a:pt x="1351" y="172"/>
                  </a:lnTo>
                  <a:cubicBezTo>
                    <a:pt x="1095" y="429"/>
                    <a:pt x="779" y="613"/>
                    <a:pt x="434" y="707"/>
                  </a:cubicBezTo>
                  <a:cubicBezTo>
                    <a:pt x="360" y="726"/>
                    <a:pt x="316" y="804"/>
                    <a:pt x="337" y="878"/>
                  </a:cubicBezTo>
                  <a:cubicBezTo>
                    <a:pt x="354" y="940"/>
                    <a:pt x="410" y="981"/>
                    <a:pt x="471" y="981"/>
                  </a:cubicBezTo>
                  <a:cubicBezTo>
                    <a:pt x="483" y="981"/>
                    <a:pt x="495" y="980"/>
                    <a:pt x="508" y="976"/>
                  </a:cubicBezTo>
                  <a:cubicBezTo>
                    <a:pt x="900" y="869"/>
                    <a:pt x="1260" y="660"/>
                    <a:pt x="1549" y="370"/>
                  </a:cubicBezTo>
                  <a:lnTo>
                    <a:pt x="1581" y="338"/>
                  </a:lnTo>
                  <a:lnTo>
                    <a:pt x="1598" y="355"/>
                  </a:lnTo>
                  <a:cubicBezTo>
                    <a:pt x="2043" y="807"/>
                    <a:pt x="2638" y="1055"/>
                    <a:pt x="3272" y="1055"/>
                  </a:cubicBezTo>
                  <a:cubicBezTo>
                    <a:pt x="3560" y="1055"/>
                    <a:pt x="3850" y="1001"/>
                    <a:pt x="4119" y="897"/>
                  </a:cubicBezTo>
                  <a:lnTo>
                    <a:pt x="4673" y="1494"/>
                  </a:lnTo>
                  <a:lnTo>
                    <a:pt x="4232" y="2206"/>
                  </a:lnTo>
                  <a:cubicBezTo>
                    <a:pt x="3993" y="2597"/>
                    <a:pt x="3999" y="3095"/>
                    <a:pt x="4251" y="3478"/>
                  </a:cubicBezTo>
                  <a:lnTo>
                    <a:pt x="4541" y="3918"/>
                  </a:lnTo>
                  <a:cubicBezTo>
                    <a:pt x="4786" y="4291"/>
                    <a:pt x="4868" y="4736"/>
                    <a:pt x="4769" y="5171"/>
                  </a:cubicBezTo>
                  <a:cubicBezTo>
                    <a:pt x="4670" y="5606"/>
                    <a:pt x="4406" y="5974"/>
                    <a:pt x="4024" y="6205"/>
                  </a:cubicBezTo>
                  <a:lnTo>
                    <a:pt x="1587" y="7679"/>
                  </a:lnTo>
                  <a:cubicBezTo>
                    <a:pt x="1583" y="7682"/>
                    <a:pt x="1578" y="7683"/>
                    <a:pt x="1573" y="7683"/>
                  </a:cubicBezTo>
                  <a:cubicBezTo>
                    <a:pt x="1568" y="7683"/>
                    <a:pt x="1563" y="7682"/>
                    <a:pt x="1560" y="7679"/>
                  </a:cubicBezTo>
                  <a:lnTo>
                    <a:pt x="231" y="6876"/>
                  </a:lnTo>
                  <a:cubicBezTo>
                    <a:pt x="209" y="6863"/>
                    <a:pt x="184" y="6857"/>
                    <a:pt x="160" y="6857"/>
                  </a:cubicBezTo>
                  <a:cubicBezTo>
                    <a:pt x="112" y="6857"/>
                    <a:pt x="66" y="6881"/>
                    <a:pt x="39" y="6924"/>
                  </a:cubicBezTo>
                  <a:cubicBezTo>
                    <a:pt x="0" y="6990"/>
                    <a:pt x="21" y="7076"/>
                    <a:pt x="88" y="7115"/>
                  </a:cubicBezTo>
                  <a:lnTo>
                    <a:pt x="1415" y="7919"/>
                  </a:lnTo>
                  <a:cubicBezTo>
                    <a:pt x="1463" y="7947"/>
                    <a:pt x="1518" y="7963"/>
                    <a:pt x="1573" y="7963"/>
                  </a:cubicBezTo>
                  <a:cubicBezTo>
                    <a:pt x="1629" y="7963"/>
                    <a:pt x="1684" y="7947"/>
                    <a:pt x="1732" y="7919"/>
                  </a:cubicBezTo>
                  <a:lnTo>
                    <a:pt x="4169" y="6444"/>
                  </a:lnTo>
                  <a:cubicBezTo>
                    <a:pt x="4616" y="6174"/>
                    <a:pt x="4926" y="5743"/>
                    <a:pt x="5042" y="5233"/>
                  </a:cubicBezTo>
                  <a:cubicBezTo>
                    <a:pt x="5157" y="4723"/>
                    <a:pt x="5062" y="4202"/>
                    <a:pt x="4774" y="3765"/>
                  </a:cubicBezTo>
                  <a:lnTo>
                    <a:pt x="4484" y="3325"/>
                  </a:lnTo>
                  <a:cubicBezTo>
                    <a:pt x="4292" y="3032"/>
                    <a:pt x="4287" y="2651"/>
                    <a:pt x="4470" y="2353"/>
                  </a:cubicBezTo>
                  <a:lnTo>
                    <a:pt x="4965" y="1549"/>
                  </a:lnTo>
                  <a:cubicBezTo>
                    <a:pt x="4999" y="1496"/>
                    <a:pt x="4992" y="1427"/>
                    <a:pt x="4950" y="1382"/>
                  </a:cubicBezTo>
                  <a:lnTo>
                    <a:pt x="4257" y="635"/>
                  </a:lnTo>
                  <a:cubicBezTo>
                    <a:pt x="4233" y="607"/>
                    <a:pt x="4196" y="592"/>
                    <a:pt x="4158" y="592"/>
                  </a:cubicBezTo>
                  <a:cubicBezTo>
                    <a:pt x="4139" y="592"/>
                    <a:pt x="4120" y="596"/>
                    <a:pt x="4101" y="604"/>
                  </a:cubicBezTo>
                  <a:cubicBezTo>
                    <a:pt x="3842" y="718"/>
                    <a:pt x="3556" y="777"/>
                    <a:pt x="3274" y="777"/>
                  </a:cubicBezTo>
                  <a:cubicBezTo>
                    <a:pt x="2715" y="777"/>
                    <a:pt x="2190" y="557"/>
                    <a:pt x="1797" y="160"/>
                  </a:cubicBezTo>
                  <a:lnTo>
                    <a:pt x="1681" y="43"/>
                  </a:lnTo>
                  <a:cubicBezTo>
                    <a:pt x="1655" y="16"/>
                    <a:pt x="1619" y="1"/>
                    <a:pt x="15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04;p80">
              <a:extLst>
                <a:ext uri="{FF2B5EF4-FFF2-40B4-BE49-F238E27FC236}">
                  <a16:creationId xmlns:a16="http://schemas.microsoft.com/office/drawing/2014/main" id="{3977EB12-1AB3-F8FE-9642-5DB394174708}"/>
                </a:ext>
              </a:extLst>
            </p:cNvPr>
            <p:cNvSpPr/>
            <p:nvPr/>
          </p:nvSpPr>
          <p:spPr>
            <a:xfrm>
              <a:off x="5653860" y="1594977"/>
              <a:ext cx="80917" cy="245707"/>
            </a:xfrm>
            <a:custGeom>
              <a:avLst/>
              <a:gdLst/>
              <a:ahLst/>
              <a:cxnLst/>
              <a:rect l="l" t="t" r="r" b="b"/>
              <a:pathLst>
                <a:path w="2054" h="6237" extrusionOk="0">
                  <a:moveTo>
                    <a:pt x="1006" y="0"/>
                  </a:moveTo>
                  <a:cubicBezTo>
                    <a:pt x="968" y="0"/>
                    <a:pt x="931" y="16"/>
                    <a:pt x="903" y="45"/>
                  </a:cubicBezTo>
                  <a:lnTo>
                    <a:pt x="212" y="790"/>
                  </a:lnTo>
                  <a:cubicBezTo>
                    <a:pt x="170" y="836"/>
                    <a:pt x="164" y="905"/>
                    <a:pt x="196" y="958"/>
                  </a:cubicBezTo>
                  <a:lnTo>
                    <a:pt x="692" y="1761"/>
                  </a:lnTo>
                  <a:cubicBezTo>
                    <a:pt x="876" y="2059"/>
                    <a:pt x="871" y="2440"/>
                    <a:pt x="678" y="2733"/>
                  </a:cubicBezTo>
                  <a:lnTo>
                    <a:pt x="387" y="3173"/>
                  </a:lnTo>
                  <a:cubicBezTo>
                    <a:pt x="91" y="3623"/>
                    <a:pt x="0" y="4164"/>
                    <a:pt x="132" y="4688"/>
                  </a:cubicBezTo>
                  <a:cubicBezTo>
                    <a:pt x="256" y="5181"/>
                    <a:pt x="576" y="5600"/>
                    <a:pt x="1010" y="5863"/>
                  </a:cubicBezTo>
                  <a:lnTo>
                    <a:pt x="1594" y="6216"/>
                  </a:lnTo>
                  <a:cubicBezTo>
                    <a:pt x="1617" y="6229"/>
                    <a:pt x="1642" y="6236"/>
                    <a:pt x="1667" y="6236"/>
                  </a:cubicBezTo>
                  <a:cubicBezTo>
                    <a:pt x="1722" y="6236"/>
                    <a:pt x="1776" y="6202"/>
                    <a:pt x="1799" y="6143"/>
                  </a:cubicBezTo>
                  <a:cubicBezTo>
                    <a:pt x="1822" y="6080"/>
                    <a:pt x="1794" y="6010"/>
                    <a:pt x="1736" y="5975"/>
                  </a:cubicBezTo>
                  <a:lnTo>
                    <a:pt x="1138" y="5614"/>
                  </a:lnTo>
                  <a:cubicBezTo>
                    <a:pt x="756" y="5383"/>
                    <a:pt x="492" y="5014"/>
                    <a:pt x="393" y="4580"/>
                  </a:cubicBezTo>
                  <a:cubicBezTo>
                    <a:pt x="294" y="4144"/>
                    <a:pt x="376" y="3699"/>
                    <a:pt x="621" y="3326"/>
                  </a:cubicBezTo>
                  <a:lnTo>
                    <a:pt x="911" y="2886"/>
                  </a:lnTo>
                  <a:cubicBezTo>
                    <a:pt x="1163" y="2503"/>
                    <a:pt x="1171" y="2003"/>
                    <a:pt x="930" y="1615"/>
                  </a:cubicBezTo>
                  <a:lnTo>
                    <a:pt x="489" y="903"/>
                  </a:lnTo>
                  <a:lnTo>
                    <a:pt x="1043" y="307"/>
                  </a:lnTo>
                  <a:cubicBezTo>
                    <a:pt x="1312" y="412"/>
                    <a:pt x="1604" y="467"/>
                    <a:pt x="1891" y="467"/>
                  </a:cubicBezTo>
                  <a:cubicBezTo>
                    <a:pt x="1950" y="467"/>
                    <a:pt x="2005" y="430"/>
                    <a:pt x="2023" y="373"/>
                  </a:cubicBezTo>
                  <a:cubicBezTo>
                    <a:pt x="2053" y="277"/>
                    <a:pt x="1984" y="189"/>
                    <a:pt x="1891" y="187"/>
                  </a:cubicBezTo>
                  <a:cubicBezTo>
                    <a:pt x="1609" y="186"/>
                    <a:pt x="1321" y="125"/>
                    <a:pt x="1062" y="12"/>
                  </a:cubicBezTo>
                  <a:cubicBezTo>
                    <a:pt x="1044" y="4"/>
                    <a:pt x="1025" y="0"/>
                    <a:pt x="1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05;p80">
              <a:extLst>
                <a:ext uri="{FF2B5EF4-FFF2-40B4-BE49-F238E27FC236}">
                  <a16:creationId xmlns:a16="http://schemas.microsoft.com/office/drawing/2014/main" id="{25F71280-82D0-4FFC-88AE-04EB0017CD5D}"/>
                </a:ext>
              </a:extLst>
            </p:cNvPr>
            <p:cNvSpPr/>
            <p:nvPr/>
          </p:nvSpPr>
          <p:spPr>
            <a:xfrm>
              <a:off x="5708738" y="1637326"/>
              <a:ext cx="173574" cy="173535"/>
            </a:xfrm>
            <a:custGeom>
              <a:avLst/>
              <a:gdLst/>
              <a:ahLst/>
              <a:cxnLst/>
              <a:rect l="l" t="t" r="r" b="b"/>
              <a:pathLst>
                <a:path w="4406" h="4405" extrusionOk="0">
                  <a:moveTo>
                    <a:pt x="2202" y="1"/>
                  </a:moveTo>
                  <a:cubicBezTo>
                    <a:pt x="989" y="1"/>
                    <a:pt x="1" y="989"/>
                    <a:pt x="1" y="2203"/>
                  </a:cubicBezTo>
                  <a:cubicBezTo>
                    <a:pt x="1" y="3416"/>
                    <a:pt x="992" y="4405"/>
                    <a:pt x="2205" y="4405"/>
                  </a:cubicBezTo>
                  <a:cubicBezTo>
                    <a:pt x="3418" y="4405"/>
                    <a:pt x="4406" y="3417"/>
                    <a:pt x="4406" y="2204"/>
                  </a:cubicBezTo>
                  <a:cubicBezTo>
                    <a:pt x="4406" y="2001"/>
                    <a:pt x="4377" y="1799"/>
                    <a:pt x="4323" y="1604"/>
                  </a:cubicBezTo>
                  <a:cubicBezTo>
                    <a:pt x="4305" y="1542"/>
                    <a:pt x="4250" y="1502"/>
                    <a:pt x="4188" y="1502"/>
                  </a:cubicBezTo>
                  <a:cubicBezTo>
                    <a:pt x="4176" y="1502"/>
                    <a:pt x="4163" y="1504"/>
                    <a:pt x="4150" y="1507"/>
                  </a:cubicBezTo>
                  <a:cubicBezTo>
                    <a:pt x="4076" y="1529"/>
                    <a:pt x="4032" y="1606"/>
                    <a:pt x="4053" y="1681"/>
                  </a:cubicBezTo>
                  <a:cubicBezTo>
                    <a:pt x="4101" y="1850"/>
                    <a:pt x="4126" y="2026"/>
                    <a:pt x="4126" y="2204"/>
                  </a:cubicBezTo>
                  <a:cubicBezTo>
                    <a:pt x="4126" y="3264"/>
                    <a:pt x="3263" y="4127"/>
                    <a:pt x="2203" y="4127"/>
                  </a:cubicBezTo>
                  <a:cubicBezTo>
                    <a:pt x="1143" y="4127"/>
                    <a:pt x="281" y="3264"/>
                    <a:pt x="281" y="2204"/>
                  </a:cubicBezTo>
                  <a:cubicBezTo>
                    <a:pt x="281" y="1143"/>
                    <a:pt x="1143" y="281"/>
                    <a:pt x="2203" y="281"/>
                  </a:cubicBezTo>
                  <a:cubicBezTo>
                    <a:pt x="2456" y="281"/>
                    <a:pt x="2702" y="330"/>
                    <a:pt x="2934" y="425"/>
                  </a:cubicBezTo>
                  <a:cubicBezTo>
                    <a:pt x="2951" y="432"/>
                    <a:pt x="2969" y="435"/>
                    <a:pt x="2986" y="435"/>
                  </a:cubicBezTo>
                  <a:cubicBezTo>
                    <a:pt x="3041" y="435"/>
                    <a:pt x="3094" y="402"/>
                    <a:pt x="3116" y="348"/>
                  </a:cubicBezTo>
                  <a:cubicBezTo>
                    <a:pt x="3145" y="277"/>
                    <a:pt x="3110" y="195"/>
                    <a:pt x="3040" y="166"/>
                  </a:cubicBezTo>
                  <a:cubicBezTo>
                    <a:pt x="2773" y="57"/>
                    <a:pt x="2492" y="1"/>
                    <a:pt x="2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606;p80">
              <a:extLst>
                <a:ext uri="{FF2B5EF4-FFF2-40B4-BE49-F238E27FC236}">
                  <a16:creationId xmlns:a16="http://schemas.microsoft.com/office/drawing/2014/main" id="{D73E4EA3-B5A9-DD0D-90BF-F6F63C797DC9}"/>
                </a:ext>
              </a:extLst>
            </p:cNvPr>
            <p:cNvSpPr/>
            <p:nvPr/>
          </p:nvSpPr>
          <p:spPr>
            <a:xfrm>
              <a:off x="5762787" y="1636972"/>
              <a:ext cx="124488" cy="112945"/>
            </a:xfrm>
            <a:custGeom>
              <a:avLst/>
              <a:gdLst/>
              <a:ahLst/>
              <a:cxnLst/>
              <a:rect l="l" t="t" r="r" b="b"/>
              <a:pathLst>
                <a:path w="3160" h="2867" extrusionOk="0">
                  <a:moveTo>
                    <a:pt x="2545" y="285"/>
                  </a:moveTo>
                  <a:lnTo>
                    <a:pt x="2845" y="536"/>
                  </a:lnTo>
                  <a:lnTo>
                    <a:pt x="1176" y="2519"/>
                  </a:lnTo>
                  <a:cubicBezTo>
                    <a:pt x="1141" y="2560"/>
                    <a:pt x="1089" y="2586"/>
                    <a:pt x="1036" y="2588"/>
                  </a:cubicBezTo>
                  <a:cubicBezTo>
                    <a:pt x="1032" y="2589"/>
                    <a:pt x="1028" y="2589"/>
                    <a:pt x="1024" y="2589"/>
                  </a:cubicBezTo>
                  <a:cubicBezTo>
                    <a:pt x="973" y="2589"/>
                    <a:pt x="926" y="2569"/>
                    <a:pt x="889" y="2534"/>
                  </a:cubicBezTo>
                  <a:lnTo>
                    <a:pt x="311" y="1969"/>
                  </a:lnTo>
                  <a:lnTo>
                    <a:pt x="583" y="1690"/>
                  </a:lnTo>
                  <a:lnTo>
                    <a:pt x="905" y="2002"/>
                  </a:lnTo>
                  <a:cubicBezTo>
                    <a:pt x="932" y="2028"/>
                    <a:pt x="968" y="2042"/>
                    <a:pt x="1005" y="2042"/>
                  </a:cubicBezTo>
                  <a:cubicBezTo>
                    <a:pt x="1006" y="2042"/>
                    <a:pt x="1008" y="2042"/>
                    <a:pt x="1009" y="2042"/>
                  </a:cubicBezTo>
                  <a:cubicBezTo>
                    <a:pt x="1046" y="2040"/>
                    <a:pt x="1083" y="2022"/>
                    <a:pt x="1108" y="1992"/>
                  </a:cubicBezTo>
                  <a:lnTo>
                    <a:pt x="2545" y="285"/>
                  </a:lnTo>
                  <a:close/>
                  <a:moveTo>
                    <a:pt x="2545" y="0"/>
                  </a:moveTo>
                  <a:cubicBezTo>
                    <a:pt x="2537" y="0"/>
                    <a:pt x="2529" y="1"/>
                    <a:pt x="2521" y="1"/>
                  </a:cubicBezTo>
                  <a:cubicBezTo>
                    <a:pt x="2449" y="8"/>
                    <a:pt x="2385" y="40"/>
                    <a:pt x="2339" y="96"/>
                  </a:cubicBezTo>
                  <a:lnTo>
                    <a:pt x="992" y="1697"/>
                  </a:lnTo>
                  <a:lnTo>
                    <a:pt x="770" y="1483"/>
                  </a:lnTo>
                  <a:cubicBezTo>
                    <a:pt x="718" y="1432"/>
                    <a:pt x="649" y="1406"/>
                    <a:pt x="581" y="1406"/>
                  </a:cubicBezTo>
                  <a:cubicBezTo>
                    <a:pt x="511" y="1406"/>
                    <a:pt x="442" y="1433"/>
                    <a:pt x="390" y="1487"/>
                  </a:cubicBezTo>
                  <a:lnTo>
                    <a:pt x="103" y="1781"/>
                  </a:lnTo>
                  <a:cubicBezTo>
                    <a:pt x="1" y="1887"/>
                    <a:pt x="2" y="2059"/>
                    <a:pt x="108" y="2161"/>
                  </a:cubicBezTo>
                  <a:lnTo>
                    <a:pt x="696" y="2733"/>
                  </a:lnTo>
                  <a:cubicBezTo>
                    <a:pt x="786" y="2820"/>
                    <a:pt x="903" y="2867"/>
                    <a:pt x="1026" y="2867"/>
                  </a:cubicBezTo>
                  <a:lnTo>
                    <a:pt x="1050" y="2867"/>
                  </a:lnTo>
                  <a:cubicBezTo>
                    <a:pt x="1181" y="2861"/>
                    <a:pt x="1305" y="2799"/>
                    <a:pt x="1389" y="2698"/>
                  </a:cubicBezTo>
                  <a:lnTo>
                    <a:pt x="3064" y="707"/>
                  </a:lnTo>
                  <a:cubicBezTo>
                    <a:pt x="3159" y="593"/>
                    <a:pt x="3145" y="423"/>
                    <a:pt x="3031" y="328"/>
                  </a:cubicBezTo>
                  <a:lnTo>
                    <a:pt x="2717" y="63"/>
                  </a:lnTo>
                  <a:cubicBezTo>
                    <a:pt x="2668" y="22"/>
                    <a:pt x="2608" y="0"/>
                    <a:pt x="2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1776;p80">
            <a:extLst>
              <a:ext uri="{FF2B5EF4-FFF2-40B4-BE49-F238E27FC236}">
                <a16:creationId xmlns:a16="http://schemas.microsoft.com/office/drawing/2014/main" id="{65E3015F-5502-2A5C-AA4C-DCD5DC2C53E8}"/>
              </a:ext>
            </a:extLst>
          </p:cNvPr>
          <p:cNvGrpSpPr/>
          <p:nvPr/>
        </p:nvGrpSpPr>
        <p:grpSpPr>
          <a:xfrm>
            <a:off x="883676" y="3383524"/>
            <a:ext cx="373189" cy="371652"/>
            <a:chOff x="1536571" y="3338836"/>
            <a:chExt cx="373189" cy="371652"/>
          </a:xfrm>
        </p:grpSpPr>
        <p:sp>
          <p:nvSpPr>
            <p:cNvPr id="10" name="Google Shape;1777;p80">
              <a:extLst>
                <a:ext uri="{FF2B5EF4-FFF2-40B4-BE49-F238E27FC236}">
                  <a16:creationId xmlns:a16="http://schemas.microsoft.com/office/drawing/2014/main" id="{2F12347B-5035-A70E-E4C6-3E15886BE064}"/>
                </a:ext>
              </a:extLst>
            </p:cNvPr>
            <p:cNvSpPr/>
            <p:nvPr/>
          </p:nvSpPr>
          <p:spPr>
            <a:xfrm>
              <a:off x="1536571" y="3427553"/>
              <a:ext cx="234715" cy="282935"/>
            </a:xfrm>
            <a:custGeom>
              <a:avLst/>
              <a:gdLst/>
              <a:ahLst/>
              <a:cxnLst/>
              <a:rect l="l" t="t" r="r" b="b"/>
              <a:pathLst>
                <a:path w="5958" h="7182" extrusionOk="0">
                  <a:moveTo>
                    <a:pt x="139" y="0"/>
                  </a:moveTo>
                  <a:cubicBezTo>
                    <a:pt x="63" y="0"/>
                    <a:pt x="0" y="62"/>
                    <a:pt x="0" y="139"/>
                  </a:cubicBezTo>
                  <a:lnTo>
                    <a:pt x="0" y="7036"/>
                  </a:lnTo>
                  <a:cubicBezTo>
                    <a:pt x="0" y="7117"/>
                    <a:pt x="65" y="7182"/>
                    <a:pt x="146" y="7182"/>
                  </a:cubicBezTo>
                  <a:lnTo>
                    <a:pt x="5813" y="7182"/>
                  </a:lnTo>
                  <a:cubicBezTo>
                    <a:pt x="5893" y="7182"/>
                    <a:pt x="5957" y="7117"/>
                    <a:pt x="5957" y="7036"/>
                  </a:cubicBezTo>
                  <a:lnTo>
                    <a:pt x="5957" y="2623"/>
                  </a:lnTo>
                  <a:cubicBezTo>
                    <a:pt x="5957" y="2618"/>
                    <a:pt x="5955" y="2613"/>
                    <a:pt x="5952" y="2609"/>
                  </a:cubicBezTo>
                  <a:cubicBezTo>
                    <a:pt x="5909" y="2562"/>
                    <a:pt x="5862" y="2543"/>
                    <a:pt x="5819" y="2543"/>
                  </a:cubicBezTo>
                  <a:cubicBezTo>
                    <a:pt x="5743" y="2543"/>
                    <a:pt x="5681" y="2605"/>
                    <a:pt x="5681" y="2682"/>
                  </a:cubicBezTo>
                  <a:lnTo>
                    <a:pt x="5681" y="6799"/>
                  </a:lnTo>
                  <a:cubicBezTo>
                    <a:pt x="5681" y="6859"/>
                    <a:pt x="5633" y="6906"/>
                    <a:pt x="5574" y="6906"/>
                  </a:cubicBezTo>
                  <a:lnTo>
                    <a:pt x="384" y="6906"/>
                  </a:lnTo>
                  <a:cubicBezTo>
                    <a:pt x="325" y="6906"/>
                    <a:pt x="278" y="6859"/>
                    <a:pt x="278" y="6799"/>
                  </a:cubicBezTo>
                  <a:lnTo>
                    <a:pt x="278" y="81"/>
                  </a:lnTo>
                  <a:cubicBezTo>
                    <a:pt x="278" y="76"/>
                    <a:pt x="276" y="70"/>
                    <a:pt x="273" y="66"/>
                  </a:cubicBezTo>
                  <a:cubicBezTo>
                    <a:pt x="229" y="20"/>
                    <a:pt x="182" y="0"/>
                    <a:pt x="1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8;p80">
              <a:extLst>
                <a:ext uri="{FF2B5EF4-FFF2-40B4-BE49-F238E27FC236}">
                  <a16:creationId xmlns:a16="http://schemas.microsoft.com/office/drawing/2014/main" id="{39DB969F-33AB-2814-EF92-10CE8FFC92F1}"/>
                </a:ext>
              </a:extLst>
            </p:cNvPr>
            <p:cNvSpPr/>
            <p:nvPr/>
          </p:nvSpPr>
          <p:spPr>
            <a:xfrm>
              <a:off x="1536571" y="3338836"/>
              <a:ext cx="234715" cy="131264"/>
            </a:xfrm>
            <a:custGeom>
              <a:avLst/>
              <a:gdLst/>
              <a:ahLst/>
              <a:cxnLst/>
              <a:rect l="l" t="t" r="r" b="b"/>
              <a:pathLst>
                <a:path w="5958" h="3332" extrusionOk="0">
                  <a:moveTo>
                    <a:pt x="146" y="0"/>
                  </a:moveTo>
                  <a:cubicBezTo>
                    <a:pt x="65" y="0"/>
                    <a:pt x="0" y="65"/>
                    <a:pt x="0" y="145"/>
                  </a:cubicBezTo>
                  <a:lnTo>
                    <a:pt x="0" y="1885"/>
                  </a:lnTo>
                  <a:cubicBezTo>
                    <a:pt x="0" y="1888"/>
                    <a:pt x="1" y="1894"/>
                    <a:pt x="6" y="1897"/>
                  </a:cubicBezTo>
                  <a:cubicBezTo>
                    <a:pt x="49" y="1944"/>
                    <a:pt x="96" y="1963"/>
                    <a:pt x="139" y="1963"/>
                  </a:cubicBezTo>
                  <a:cubicBezTo>
                    <a:pt x="216" y="1963"/>
                    <a:pt x="278" y="1901"/>
                    <a:pt x="278" y="1826"/>
                  </a:cubicBezTo>
                  <a:lnTo>
                    <a:pt x="278" y="383"/>
                  </a:lnTo>
                  <a:cubicBezTo>
                    <a:pt x="278" y="324"/>
                    <a:pt x="324" y="277"/>
                    <a:pt x="384" y="277"/>
                  </a:cubicBezTo>
                  <a:lnTo>
                    <a:pt x="5573" y="277"/>
                  </a:lnTo>
                  <a:cubicBezTo>
                    <a:pt x="5633" y="277"/>
                    <a:pt x="5681" y="324"/>
                    <a:pt x="5681" y="383"/>
                  </a:cubicBezTo>
                  <a:lnTo>
                    <a:pt x="5681" y="3251"/>
                  </a:lnTo>
                  <a:cubicBezTo>
                    <a:pt x="5681" y="3256"/>
                    <a:pt x="5682" y="3262"/>
                    <a:pt x="5686" y="3266"/>
                  </a:cubicBezTo>
                  <a:cubicBezTo>
                    <a:pt x="5729" y="3312"/>
                    <a:pt x="5776" y="3331"/>
                    <a:pt x="5819" y="3331"/>
                  </a:cubicBezTo>
                  <a:cubicBezTo>
                    <a:pt x="5895" y="3331"/>
                    <a:pt x="5957" y="3269"/>
                    <a:pt x="5957" y="3193"/>
                  </a:cubicBezTo>
                  <a:lnTo>
                    <a:pt x="5957" y="145"/>
                  </a:lnTo>
                  <a:cubicBezTo>
                    <a:pt x="5957" y="65"/>
                    <a:pt x="5893" y="0"/>
                    <a:pt x="58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9;p80">
              <a:extLst>
                <a:ext uri="{FF2B5EF4-FFF2-40B4-BE49-F238E27FC236}">
                  <a16:creationId xmlns:a16="http://schemas.microsoft.com/office/drawing/2014/main" id="{309F4862-FEA3-3E22-202A-0FA1F84972C0}"/>
                </a:ext>
              </a:extLst>
            </p:cNvPr>
            <p:cNvSpPr/>
            <p:nvPr/>
          </p:nvSpPr>
          <p:spPr>
            <a:xfrm>
              <a:off x="1558395" y="3360542"/>
              <a:ext cx="191026" cy="328003"/>
            </a:xfrm>
            <a:custGeom>
              <a:avLst/>
              <a:gdLst/>
              <a:ahLst/>
              <a:cxnLst/>
              <a:rect l="l" t="t" r="r" b="b"/>
              <a:pathLst>
                <a:path w="4849" h="8326" extrusionOk="0">
                  <a:moveTo>
                    <a:pt x="479" y="0"/>
                  </a:moveTo>
                  <a:cubicBezTo>
                    <a:pt x="215" y="0"/>
                    <a:pt x="0" y="214"/>
                    <a:pt x="0" y="479"/>
                  </a:cubicBezTo>
                  <a:lnTo>
                    <a:pt x="0" y="8181"/>
                  </a:lnTo>
                  <a:cubicBezTo>
                    <a:pt x="0" y="8261"/>
                    <a:pt x="65" y="8326"/>
                    <a:pt x="145" y="8326"/>
                  </a:cubicBezTo>
                  <a:lnTo>
                    <a:pt x="3481" y="8326"/>
                  </a:lnTo>
                  <a:cubicBezTo>
                    <a:pt x="3493" y="8326"/>
                    <a:pt x="3504" y="8320"/>
                    <a:pt x="3513" y="8313"/>
                  </a:cubicBezTo>
                  <a:cubicBezTo>
                    <a:pt x="3631" y="8193"/>
                    <a:pt x="3547" y="8049"/>
                    <a:pt x="3430" y="8049"/>
                  </a:cubicBezTo>
                  <a:lnTo>
                    <a:pt x="485" y="8049"/>
                  </a:lnTo>
                  <a:cubicBezTo>
                    <a:pt x="370" y="8049"/>
                    <a:pt x="278" y="7956"/>
                    <a:pt x="278" y="7842"/>
                  </a:cubicBezTo>
                  <a:lnTo>
                    <a:pt x="278" y="485"/>
                  </a:lnTo>
                  <a:cubicBezTo>
                    <a:pt x="278" y="370"/>
                    <a:pt x="370" y="279"/>
                    <a:pt x="485" y="279"/>
                  </a:cubicBezTo>
                  <a:lnTo>
                    <a:pt x="939" y="279"/>
                  </a:lnTo>
                  <a:cubicBezTo>
                    <a:pt x="951" y="279"/>
                    <a:pt x="964" y="286"/>
                    <a:pt x="966" y="299"/>
                  </a:cubicBezTo>
                  <a:cubicBezTo>
                    <a:pt x="1025" y="475"/>
                    <a:pt x="1191" y="594"/>
                    <a:pt x="1378" y="594"/>
                  </a:cubicBezTo>
                  <a:lnTo>
                    <a:pt x="3475" y="594"/>
                  </a:lnTo>
                  <a:cubicBezTo>
                    <a:pt x="3665" y="594"/>
                    <a:pt x="3831" y="472"/>
                    <a:pt x="3889" y="291"/>
                  </a:cubicBezTo>
                  <a:cubicBezTo>
                    <a:pt x="3892" y="284"/>
                    <a:pt x="3899" y="279"/>
                    <a:pt x="3907" y="279"/>
                  </a:cubicBezTo>
                  <a:lnTo>
                    <a:pt x="4442" y="279"/>
                  </a:lnTo>
                  <a:cubicBezTo>
                    <a:pt x="4514" y="279"/>
                    <a:pt x="4572" y="337"/>
                    <a:pt x="4572" y="407"/>
                  </a:cubicBezTo>
                  <a:lnTo>
                    <a:pt x="4572" y="2621"/>
                  </a:lnTo>
                  <a:cubicBezTo>
                    <a:pt x="4572" y="2697"/>
                    <a:pt x="4633" y="2758"/>
                    <a:pt x="4710" y="2758"/>
                  </a:cubicBezTo>
                  <a:lnTo>
                    <a:pt x="4762" y="2786"/>
                  </a:lnTo>
                  <a:cubicBezTo>
                    <a:pt x="4770" y="2791"/>
                    <a:pt x="4780" y="2793"/>
                    <a:pt x="4789" y="2793"/>
                  </a:cubicBezTo>
                  <a:cubicBezTo>
                    <a:pt x="4820" y="2793"/>
                    <a:pt x="4848" y="2768"/>
                    <a:pt x="4848" y="2733"/>
                  </a:cubicBezTo>
                  <a:lnTo>
                    <a:pt x="4848" y="480"/>
                  </a:lnTo>
                  <a:cubicBezTo>
                    <a:pt x="4848" y="216"/>
                    <a:pt x="4635" y="1"/>
                    <a:pt x="4369" y="1"/>
                  </a:cubicBezTo>
                  <a:lnTo>
                    <a:pt x="3921" y="1"/>
                  </a:lnTo>
                  <a:cubicBezTo>
                    <a:pt x="3789" y="1"/>
                    <a:pt x="3667" y="82"/>
                    <a:pt x="3625" y="207"/>
                  </a:cubicBezTo>
                  <a:cubicBezTo>
                    <a:pt x="3604" y="272"/>
                    <a:pt x="3544" y="315"/>
                    <a:pt x="3476" y="315"/>
                  </a:cubicBezTo>
                  <a:lnTo>
                    <a:pt x="1383" y="315"/>
                  </a:lnTo>
                  <a:cubicBezTo>
                    <a:pt x="1316" y="315"/>
                    <a:pt x="1258" y="270"/>
                    <a:pt x="1237" y="207"/>
                  </a:cubicBezTo>
                  <a:cubicBezTo>
                    <a:pt x="1195" y="83"/>
                    <a:pt x="1079" y="0"/>
                    <a:pt x="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0;p80">
              <a:extLst>
                <a:ext uri="{FF2B5EF4-FFF2-40B4-BE49-F238E27FC236}">
                  <a16:creationId xmlns:a16="http://schemas.microsoft.com/office/drawing/2014/main" id="{548EEC74-49A0-68B9-5F84-A9D79C116399}"/>
                </a:ext>
              </a:extLst>
            </p:cNvPr>
            <p:cNvSpPr/>
            <p:nvPr/>
          </p:nvSpPr>
          <p:spPr>
            <a:xfrm>
              <a:off x="1710972" y="3527695"/>
              <a:ext cx="38450" cy="160968"/>
            </a:xfrm>
            <a:custGeom>
              <a:avLst/>
              <a:gdLst/>
              <a:ahLst/>
              <a:cxnLst/>
              <a:rect l="l" t="t" r="r" b="b"/>
              <a:pathLst>
                <a:path w="976" h="4086" extrusionOk="0">
                  <a:moveTo>
                    <a:pt x="837" y="0"/>
                  </a:moveTo>
                  <a:cubicBezTo>
                    <a:pt x="760" y="0"/>
                    <a:pt x="698" y="62"/>
                    <a:pt x="698" y="140"/>
                  </a:cubicBezTo>
                  <a:lnTo>
                    <a:pt x="698" y="3747"/>
                  </a:lnTo>
                  <a:cubicBezTo>
                    <a:pt x="698" y="3781"/>
                    <a:pt x="670" y="3808"/>
                    <a:pt x="637" y="3808"/>
                  </a:cubicBezTo>
                  <a:lnTo>
                    <a:pt x="141" y="3808"/>
                  </a:lnTo>
                  <a:cubicBezTo>
                    <a:pt x="64" y="3808"/>
                    <a:pt x="3" y="3871"/>
                    <a:pt x="3" y="3948"/>
                  </a:cubicBezTo>
                  <a:lnTo>
                    <a:pt x="3" y="4045"/>
                  </a:lnTo>
                  <a:cubicBezTo>
                    <a:pt x="0" y="4067"/>
                    <a:pt x="19" y="4086"/>
                    <a:pt x="43" y="4086"/>
                  </a:cubicBezTo>
                  <a:lnTo>
                    <a:pt x="830" y="4086"/>
                  </a:lnTo>
                  <a:cubicBezTo>
                    <a:pt x="911" y="4086"/>
                    <a:pt x="975" y="4021"/>
                    <a:pt x="975" y="3940"/>
                  </a:cubicBezTo>
                  <a:lnTo>
                    <a:pt x="975" y="89"/>
                  </a:lnTo>
                  <a:cubicBezTo>
                    <a:pt x="975" y="78"/>
                    <a:pt x="970" y="66"/>
                    <a:pt x="962" y="58"/>
                  </a:cubicBezTo>
                  <a:cubicBezTo>
                    <a:pt x="921" y="17"/>
                    <a:pt x="877" y="0"/>
                    <a:pt x="8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1;p80">
              <a:extLst>
                <a:ext uri="{FF2B5EF4-FFF2-40B4-BE49-F238E27FC236}">
                  <a16:creationId xmlns:a16="http://schemas.microsoft.com/office/drawing/2014/main" id="{72D001AA-B071-7B86-E575-37776A02F2D4}"/>
                </a:ext>
              </a:extLst>
            </p:cNvPr>
            <p:cNvSpPr/>
            <p:nvPr/>
          </p:nvSpPr>
          <p:spPr>
            <a:xfrm>
              <a:off x="1617409" y="3449102"/>
              <a:ext cx="292350" cy="118461"/>
            </a:xfrm>
            <a:custGeom>
              <a:avLst/>
              <a:gdLst/>
              <a:ahLst/>
              <a:cxnLst/>
              <a:rect l="l" t="t" r="r" b="b"/>
              <a:pathLst>
                <a:path w="7421" h="3007" extrusionOk="0">
                  <a:moveTo>
                    <a:pt x="1025" y="510"/>
                  </a:moveTo>
                  <a:cubicBezTo>
                    <a:pt x="1262" y="510"/>
                    <a:pt x="1483" y="624"/>
                    <a:pt x="1623" y="808"/>
                  </a:cubicBezTo>
                  <a:lnTo>
                    <a:pt x="1114" y="808"/>
                  </a:lnTo>
                  <a:cubicBezTo>
                    <a:pt x="911" y="808"/>
                    <a:pt x="728" y="948"/>
                    <a:pt x="689" y="1146"/>
                  </a:cubicBezTo>
                  <a:cubicBezTo>
                    <a:pt x="635" y="1419"/>
                    <a:pt x="843" y="1660"/>
                    <a:pt x="1106" y="1660"/>
                  </a:cubicBezTo>
                  <a:lnTo>
                    <a:pt x="1653" y="1660"/>
                  </a:lnTo>
                  <a:cubicBezTo>
                    <a:pt x="1589" y="1760"/>
                    <a:pt x="1503" y="1845"/>
                    <a:pt x="1397" y="1907"/>
                  </a:cubicBezTo>
                  <a:lnTo>
                    <a:pt x="1380" y="1907"/>
                  </a:lnTo>
                  <a:lnTo>
                    <a:pt x="1380" y="1905"/>
                  </a:lnTo>
                  <a:cubicBezTo>
                    <a:pt x="1325" y="1905"/>
                    <a:pt x="1294" y="1947"/>
                    <a:pt x="1313" y="2000"/>
                  </a:cubicBezTo>
                  <a:lnTo>
                    <a:pt x="1523" y="2591"/>
                  </a:lnTo>
                  <a:cubicBezTo>
                    <a:pt x="1539" y="2636"/>
                    <a:pt x="1524" y="2684"/>
                    <a:pt x="1481" y="2716"/>
                  </a:cubicBezTo>
                  <a:cubicBezTo>
                    <a:pt x="1465" y="2727"/>
                    <a:pt x="1446" y="2732"/>
                    <a:pt x="1426" y="2732"/>
                  </a:cubicBezTo>
                  <a:lnTo>
                    <a:pt x="631" y="2732"/>
                  </a:lnTo>
                  <a:cubicBezTo>
                    <a:pt x="601" y="2732"/>
                    <a:pt x="571" y="2721"/>
                    <a:pt x="550" y="2699"/>
                  </a:cubicBezTo>
                  <a:cubicBezTo>
                    <a:pt x="523" y="2669"/>
                    <a:pt x="513" y="2628"/>
                    <a:pt x="528" y="2591"/>
                  </a:cubicBezTo>
                  <a:lnTo>
                    <a:pt x="713" y="2069"/>
                  </a:lnTo>
                  <a:cubicBezTo>
                    <a:pt x="735" y="2007"/>
                    <a:pt x="708" y="1938"/>
                    <a:pt x="650" y="1905"/>
                  </a:cubicBezTo>
                  <a:cubicBezTo>
                    <a:pt x="421" y="1772"/>
                    <a:pt x="278" y="1524"/>
                    <a:pt x="278" y="1257"/>
                  </a:cubicBezTo>
                  <a:cubicBezTo>
                    <a:pt x="278" y="844"/>
                    <a:pt x="613" y="510"/>
                    <a:pt x="1025" y="510"/>
                  </a:cubicBezTo>
                  <a:close/>
                  <a:moveTo>
                    <a:pt x="6446" y="0"/>
                  </a:moveTo>
                  <a:cubicBezTo>
                    <a:pt x="5962" y="0"/>
                    <a:pt x="5555" y="359"/>
                    <a:pt x="5483" y="825"/>
                  </a:cubicBezTo>
                  <a:lnTo>
                    <a:pt x="5082" y="825"/>
                  </a:lnTo>
                  <a:cubicBezTo>
                    <a:pt x="5016" y="825"/>
                    <a:pt x="4955" y="869"/>
                    <a:pt x="4942" y="933"/>
                  </a:cubicBezTo>
                  <a:cubicBezTo>
                    <a:pt x="4923" y="1023"/>
                    <a:pt x="4991" y="1102"/>
                    <a:pt x="5079" y="1102"/>
                  </a:cubicBezTo>
                  <a:lnTo>
                    <a:pt x="5624" y="1102"/>
                  </a:lnTo>
                  <a:cubicBezTo>
                    <a:pt x="5701" y="1102"/>
                    <a:pt x="5762" y="1041"/>
                    <a:pt x="5764" y="965"/>
                  </a:cubicBezTo>
                  <a:cubicBezTo>
                    <a:pt x="5769" y="584"/>
                    <a:pt x="6083" y="274"/>
                    <a:pt x="6465" y="274"/>
                  </a:cubicBezTo>
                  <a:cubicBezTo>
                    <a:pt x="6521" y="274"/>
                    <a:pt x="6578" y="281"/>
                    <a:pt x="6636" y="295"/>
                  </a:cubicBezTo>
                  <a:cubicBezTo>
                    <a:pt x="6948" y="372"/>
                    <a:pt x="7164" y="659"/>
                    <a:pt x="7164" y="981"/>
                  </a:cubicBezTo>
                  <a:lnTo>
                    <a:pt x="7164" y="1519"/>
                  </a:lnTo>
                  <a:cubicBezTo>
                    <a:pt x="7164" y="1841"/>
                    <a:pt x="6947" y="2131"/>
                    <a:pt x="6632" y="2205"/>
                  </a:cubicBezTo>
                  <a:cubicBezTo>
                    <a:pt x="6574" y="2219"/>
                    <a:pt x="6518" y="2226"/>
                    <a:pt x="6463" y="2226"/>
                  </a:cubicBezTo>
                  <a:cubicBezTo>
                    <a:pt x="6084" y="2226"/>
                    <a:pt x="5770" y="1916"/>
                    <a:pt x="5764" y="1536"/>
                  </a:cubicBezTo>
                  <a:cubicBezTo>
                    <a:pt x="5762" y="1460"/>
                    <a:pt x="5703" y="1398"/>
                    <a:pt x="5627" y="1398"/>
                  </a:cubicBezTo>
                  <a:lnTo>
                    <a:pt x="1084" y="1398"/>
                  </a:lnTo>
                  <a:cubicBezTo>
                    <a:pt x="1015" y="1398"/>
                    <a:pt x="952" y="1353"/>
                    <a:pt x="936" y="1285"/>
                  </a:cubicBezTo>
                  <a:cubicBezTo>
                    <a:pt x="914" y="1189"/>
                    <a:pt x="988" y="1102"/>
                    <a:pt x="1081" y="1102"/>
                  </a:cubicBezTo>
                  <a:lnTo>
                    <a:pt x="4501" y="1102"/>
                  </a:lnTo>
                  <a:cubicBezTo>
                    <a:pt x="4559" y="1102"/>
                    <a:pt x="4612" y="1069"/>
                    <a:pt x="4633" y="1015"/>
                  </a:cubicBezTo>
                  <a:cubicBezTo>
                    <a:pt x="4678" y="908"/>
                    <a:pt x="4600" y="805"/>
                    <a:pt x="4497" y="805"/>
                  </a:cubicBezTo>
                  <a:lnTo>
                    <a:pt x="1948" y="805"/>
                  </a:lnTo>
                  <a:cubicBezTo>
                    <a:pt x="1778" y="457"/>
                    <a:pt x="1420" y="229"/>
                    <a:pt x="1026" y="229"/>
                  </a:cubicBezTo>
                  <a:cubicBezTo>
                    <a:pt x="460" y="229"/>
                    <a:pt x="0" y="689"/>
                    <a:pt x="0" y="1255"/>
                  </a:cubicBezTo>
                  <a:cubicBezTo>
                    <a:pt x="0" y="1580"/>
                    <a:pt x="156" y="1885"/>
                    <a:pt x="414" y="2078"/>
                  </a:cubicBezTo>
                  <a:lnTo>
                    <a:pt x="266" y="2495"/>
                  </a:lnTo>
                  <a:cubicBezTo>
                    <a:pt x="207" y="2662"/>
                    <a:pt x="270" y="2858"/>
                    <a:pt x="435" y="2955"/>
                  </a:cubicBezTo>
                  <a:cubicBezTo>
                    <a:pt x="495" y="2990"/>
                    <a:pt x="564" y="3006"/>
                    <a:pt x="634" y="3006"/>
                  </a:cubicBezTo>
                  <a:lnTo>
                    <a:pt x="1385" y="3006"/>
                  </a:lnTo>
                  <a:cubicBezTo>
                    <a:pt x="1453" y="3006"/>
                    <a:pt x="1524" y="2990"/>
                    <a:pt x="1583" y="2955"/>
                  </a:cubicBezTo>
                  <a:cubicBezTo>
                    <a:pt x="1749" y="2856"/>
                    <a:pt x="1811" y="2662"/>
                    <a:pt x="1752" y="2495"/>
                  </a:cubicBezTo>
                  <a:lnTo>
                    <a:pt x="1604" y="2078"/>
                  </a:lnTo>
                  <a:cubicBezTo>
                    <a:pt x="1751" y="1969"/>
                    <a:pt x="1864" y="1824"/>
                    <a:pt x="1935" y="1656"/>
                  </a:cubicBezTo>
                  <a:lnTo>
                    <a:pt x="5480" y="1656"/>
                  </a:lnTo>
                  <a:cubicBezTo>
                    <a:pt x="5553" y="2122"/>
                    <a:pt x="5960" y="2482"/>
                    <a:pt x="6445" y="2482"/>
                  </a:cubicBezTo>
                  <a:cubicBezTo>
                    <a:pt x="6505" y="2482"/>
                    <a:pt x="6568" y="2476"/>
                    <a:pt x="6631" y="2464"/>
                  </a:cubicBezTo>
                  <a:cubicBezTo>
                    <a:pt x="7092" y="2377"/>
                    <a:pt x="7421" y="1964"/>
                    <a:pt x="7421" y="1494"/>
                  </a:cubicBezTo>
                  <a:lnTo>
                    <a:pt x="7421" y="972"/>
                  </a:lnTo>
                  <a:cubicBezTo>
                    <a:pt x="7421" y="438"/>
                    <a:pt x="6984" y="0"/>
                    <a:pt x="64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2;p80">
              <a:extLst>
                <a:ext uri="{FF2B5EF4-FFF2-40B4-BE49-F238E27FC236}">
                  <a16:creationId xmlns:a16="http://schemas.microsoft.com/office/drawing/2014/main" id="{D426BA6D-D594-0E3E-4D67-6EC308F932C2}"/>
                </a:ext>
              </a:extLst>
            </p:cNvPr>
            <p:cNvSpPr/>
            <p:nvPr/>
          </p:nvSpPr>
          <p:spPr>
            <a:xfrm>
              <a:off x="1855119" y="3470927"/>
              <a:ext cx="32816" cy="54286"/>
            </a:xfrm>
            <a:custGeom>
              <a:avLst/>
              <a:gdLst/>
              <a:ahLst/>
              <a:cxnLst/>
              <a:rect l="l" t="t" r="r" b="b"/>
              <a:pathLst>
                <a:path w="833" h="1378" extrusionOk="0">
                  <a:moveTo>
                    <a:pt x="416" y="283"/>
                  </a:moveTo>
                  <a:cubicBezTo>
                    <a:pt x="492" y="283"/>
                    <a:pt x="554" y="346"/>
                    <a:pt x="554" y="421"/>
                  </a:cubicBezTo>
                  <a:lnTo>
                    <a:pt x="554" y="950"/>
                  </a:lnTo>
                  <a:cubicBezTo>
                    <a:pt x="554" y="1022"/>
                    <a:pt x="503" y="1085"/>
                    <a:pt x="433" y="1093"/>
                  </a:cubicBezTo>
                  <a:cubicBezTo>
                    <a:pt x="426" y="1094"/>
                    <a:pt x="420" y="1095"/>
                    <a:pt x="414" y="1095"/>
                  </a:cubicBezTo>
                  <a:cubicBezTo>
                    <a:pt x="338" y="1095"/>
                    <a:pt x="277" y="1032"/>
                    <a:pt x="277" y="957"/>
                  </a:cubicBezTo>
                  <a:lnTo>
                    <a:pt x="277" y="428"/>
                  </a:lnTo>
                  <a:cubicBezTo>
                    <a:pt x="277" y="357"/>
                    <a:pt x="329" y="294"/>
                    <a:pt x="398" y="284"/>
                  </a:cubicBezTo>
                  <a:cubicBezTo>
                    <a:pt x="404" y="283"/>
                    <a:pt x="410" y="283"/>
                    <a:pt x="416" y="283"/>
                  </a:cubicBezTo>
                  <a:close/>
                  <a:moveTo>
                    <a:pt x="419" y="0"/>
                  </a:moveTo>
                  <a:cubicBezTo>
                    <a:pt x="188" y="0"/>
                    <a:pt x="0" y="187"/>
                    <a:pt x="0" y="416"/>
                  </a:cubicBezTo>
                  <a:lnTo>
                    <a:pt x="0" y="950"/>
                  </a:lnTo>
                  <a:cubicBezTo>
                    <a:pt x="0" y="1176"/>
                    <a:pt x="176" y="1370"/>
                    <a:pt x="401" y="1377"/>
                  </a:cubicBezTo>
                  <a:cubicBezTo>
                    <a:pt x="407" y="1377"/>
                    <a:pt x="413" y="1378"/>
                    <a:pt x="418" y="1378"/>
                  </a:cubicBezTo>
                  <a:cubicBezTo>
                    <a:pt x="647" y="1378"/>
                    <a:pt x="833" y="1191"/>
                    <a:pt x="833" y="961"/>
                  </a:cubicBezTo>
                  <a:lnTo>
                    <a:pt x="833" y="428"/>
                  </a:lnTo>
                  <a:cubicBezTo>
                    <a:pt x="833" y="202"/>
                    <a:pt x="657" y="9"/>
                    <a:pt x="432" y="0"/>
                  </a:cubicBezTo>
                  <a:cubicBezTo>
                    <a:pt x="427" y="0"/>
                    <a:pt x="423" y="0"/>
                    <a:pt x="4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3;p80">
              <a:extLst>
                <a:ext uri="{FF2B5EF4-FFF2-40B4-BE49-F238E27FC236}">
                  <a16:creationId xmlns:a16="http://schemas.microsoft.com/office/drawing/2014/main" id="{BADBD47F-170E-999F-E311-31CC0FD1D37D}"/>
                </a:ext>
              </a:extLst>
            </p:cNvPr>
            <p:cNvSpPr/>
            <p:nvPr/>
          </p:nvSpPr>
          <p:spPr>
            <a:xfrm>
              <a:off x="1584711" y="3594588"/>
              <a:ext cx="139183" cy="60511"/>
            </a:xfrm>
            <a:custGeom>
              <a:avLst/>
              <a:gdLst/>
              <a:ahLst/>
              <a:cxnLst/>
              <a:rect l="l" t="t" r="r" b="b"/>
              <a:pathLst>
                <a:path w="3533" h="1536" extrusionOk="0">
                  <a:moveTo>
                    <a:pt x="3200" y="278"/>
                  </a:moveTo>
                  <a:cubicBezTo>
                    <a:pt x="3231" y="278"/>
                    <a:pt x="3256" y="302"/>
                    <a:pt x="3256" y="332"/>
                  </a:cubicBezTo>
                  <a:lnTo>
                    <a:pt x="3256" y="1203"/>
                  </a:lnTo>
                  <a:cubicBezTo>
                    <a:pt x="3256" y="1235"/>
                    <a:pt x="3231" y="1259"/>
                    <a:pt x="3200" y="1259"/>
                  </a:cubicBezTo>
                  <a:lnTo>
                    <a:pt x="332" y="1259"/>
                  </a:lnTo>
                  <a:cubicBezTo>
                    <a:pt x="302" y="1259"/>
                    <a:pt x="277" y="1234"/>
                    <a:pt x="277" y="1203"/>
                  </a:cubicBezTo>
                  <a:lnTo>
                    <a:pt x="277" y="332"/>
                  </a:lnTo>
                  <a:cubicBezTo>
                    <a:pt x="277" y="302"/>
                    <a:pt x="302" y="278"/>
                    <a:pt x="332" y="278"/>
                  </a:cubicBezTo>
                  <a:close/>
                  <a:moveTo>
                    <a:pt x="330" y="0"/>
                  </a:moveTo>
                  <a:cubicBezTo>
                    <a:pt x="148" y="0"/>
                    <a:pt x="0" y="149"/>
                    <a:pt x="0" y="331"/>
                  </a:cubicBezTo>
                  <a:lnTo>
                    <a:pt x="0" y="1205"/>
                  </a:lnTo>
                  <a:cubicBezTo>
                    <a:pt x="0" y="1388"/>
                    <a:pt x="149" y="1535"/>
                    <a:pt x="330" y="1535"/>
                  </a:cubicBezTo>
                  <a:lnTo>
                    <a:pt x="3202" y="1535"/>
                  </a:lnTo>
                  <a:cubicBezTo>
                    <a:pt x="3385" y="1535"/>
                    <a:pt x="3532" y="1387"/>
                    <a:pt x="3532" y="1205"/>
                  </a:cubicBezTo>
                  <a:lnTo>
                    <a:pt x="3532" y="331"/>
                  </a:lnTo>
                  <a:cubicBezTo>
                    <a:pt x="3532" y="150"/>
                    <a:pt x="3384" y="0"/>
                    <a:pt x="3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4;p80">
              <a:extLst>
                <a:ext uri="{FF2B5EF4-FFF2-40B4-BE49-F238E27FC236}">
                  <a16:creationId xmlns:a16="http://schemas.microsoft.com/office/drawing/2014/main" id="{B3CF2FC4-45BB-BAB3-11C0-D53A4D5DB841}"/>
                </a:ext>
              </a:extLst>
            </p:cNvPr>
            <p:cNvSpPr/>
            <p:nvPr/>
          </p:nvSpPr>
          <p:spPr>
            <a:xfrm>
              <a:off x="1648137" y="3619407"/>
              <a:ext cx="15049" cy="10912"/>
            </a:xfrm>
            <a:custGeom>
              <a:avLst/>
              <a:gdLst/>
              <a:ahLst/>
              <a:cxnLst/>
              <a:rect l="l" t="t" r="r" b="b"/>
              <a:pathLst>
                <a:path w="382" h="277" extrusionOk="0">
                  <a:moveTo>
                    <a:pt x="158" y="0"/>
                  </a:moveTo>
                  <a:cubicBezTo>
                    <a:pt x="92" y="0"/>
                    <a:pt x="32" y="43"/>
                    <a:pt x="18" y="108"/>
                  </a:cubicBezTo>
                  <a:cubicBezTo>
                    <a:pt x="0" y="197"/>
                    <a:pt x="68" y="276"/>
                    <a:pt x="154" y="276"/>
                  </a:cubicBezTo>
                  <a:lnTo>
                    <a:pt x="223" y="276"/>
                  </a:lnTo>
                  <a:cubicBezTo>
                    <a:pt x="289" y="276"/>
                    <a:pt x="349" y="233"/>
                    <a:pt x="363" y="169"/>
                  </a:cubicBezTo>
                  <a:cubicBezTo>
                    <a:pt x="381" y="79"/>
                    <a:pt x="314"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5;p80">
              <a:extLst>
                <a:ext uri="{FF2B5EF4-FFF2-40B4-BE49-F238E27FC236}">
                  <a16:creationId xmlns:a16="http://schemas.microsoft.com/office/drawing/2014/main" id="{564A1301-43F0-2522-BBED-1730511B0A79}"/>
                </a:ext>
              </a:extLst>
            </p:cNvPr>
            <p:cNvSpPr/>
            <p:nvPr/>
          </p:nvSpPr>
          <p:spPr>
            <a:xfrm>
              <a:off x="1616936" y="3619407"/>
              <a:ext cx="15088" cy="10912"/>
            </a:xfrm>
            <a:custGeom>
              <a:avLst/>
              <a:gdLst/>
              <a:ahLst/>
              <a:cxnLst/>
              <a:rect l="l" t="t" r="r" b="b"/>
              <a:pathLst>
                <a:path w="383" h="277" extrusionOk="0">
                  <a:moveTo>
                    <a:pt x="159" y="0"/>
                  </a:moveTo>
                  <a:cubicBezTo>
                    <a:pt x="93" y="0"/>
                    <a:pt x="33" y="43"/>
                    <a:pt x="19" y="108"/>
                  </a:cubicBezTo>
                  <a:cubicBezTo>
                    <a:pt x="1" y="197"/>
                    <a:pt x="68" y="276"/>
                    <a:pt x="155" y="276"/>
                  </a:cubicBezTo>
                  <a:lnTo>
                    <a:pt x="223" y="276"/>
                  </a:lnTo>
                  <a:cubicBezTo>
                    <a:pt x="290" y="276"/>
                    <a:pt x="350" y="233"/>
                    <a:pt x="364" y="169"/>
                  </a:cubicBezTo>
                  <a:cubicBezTo>
                    <a:pt x="383" y="79"/>
                    <a:pt x="314" y="0"/>
                    <a:pt x="2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86;p80">
              <a:extLst>
                <a:ext uri="{FF2B5EF4-FFF2-40B4-BE49-F238E27FC236}">
                  <a16:creationId xmlns:a16="http://schemas.microsoft.com/office/drawing/2014/main" id="{6B6B318C-6265-5A55-C93C-7DCF1A8C4D2F}"/>
                </a:ext>
              </a:extLst>
            </p:cNvPr>
            <p:cNvSpPr/>
            <p:nvPr/>
          </p:nvSpPr>
          <p:spPr>
            <a:xfrm>
              <a:off x="1682175" y="3619407"/>
              <a:ext cx="15049" cy="10912"/>
            </a:xfrm>
            <a:custGeom>
              <a:avLst/>
              <a:gdLst/>
              <a:ahLst/>
              <a:cxnLst/>
              <a:rect l="l" t="t" r="r" b="b"/>
              <a:pathLst>
                <a:path w="382" h="277" extrusionOk="0">
                  <a:moveTo>
                    <a:pt x="159" y="0"/>
                  </a:moveTo>
                  <a:cubicBezTo>
                    <a:pt x="92" y="0"/>
                    <a:pt x="32" y="43"/>
                    <a:pt x="18" y="108"/>
                  </a:cubicBezTo>
                  <a:cubicBezTo>
                    <a:pt x="0" y="197"/>
                    <a:pt x="67" y="276"/>
                    <a:pt x="154" y="276"/>
                  </a:cubicBezTo>
                  <a:lnTo>
                    <a:pt x="223" y="276"/>
                  </a:lnTo>
                  <a:cubicBezTo>
                    <a:pt x="288" y="276"/>
                    <a:pt x="349" y="233"/>
                    <a:pt x="362" y="169"/>
                  </a:cubicBezTo>
                  <a:cubicBezTo>
                    <a:pt x="381" y="79"/>
                    <a:pt x="314"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1695;p80">
            <a:extLst>
              <a:ext uri="{FF2B5EF4-FFF2-40B4-BE49-F238E27FC236}">
                <a16:creationId xmlns:a16="http://schemas.microsoft.com/office/drawing/2014/main" id="{3A365518-25FD-5D23-7654-9FFBF515B2DC}"/>
              </a:ext>
            </a:extLst>
          </p:cNvPr>
          <p:cNvGrpSpPr/>
          <p:nvPr/>
        </p:nvGrpSpPr>
        <p:grpSpPr>
          <a:xfrm>
            <a:off x="4894898" y="3335617"/>
            <a:ext cx="339742" cy="373307"/>
            <a:chOff x="3175875" y="3945085"/>
            <a:chExt cx="339742" cy="373307"/>
          </a:xfrm>
        </p:grpSpPr>
        <p:sp>
          <p:nvSpPr>
            <p:cNvPr id="21" name="Google Shape;1696;p80">
              <a:extLst>
                <a:ext uri="{FF2B5EF4-FFF2-40B4-BE49-F238E27FC236}">
                  <a16:creationId xmlns:a16="http://schemas.microsoft.com/office/drawing/2014/main" id="{1CBC5DED-9049-4023-1A10-BE78FA8BCEE3}"/>
                </a:ext>
              </a:extLst>
            </p:cNvPr>
            <p:cNvSpPr/>
            <p:nvPr/>
          </p:nvSpPr>
          <p:spPr>
            <a:xfrm>
              <a:off x="3377381" y="4250436"/>
              <a:ext cx="32107" cy="32146"/>
            </a:xfrm>
            <a:custGeom>
              <a:avLst/>
              <a:gdLst/>
              <a:ahLst/>
              <a:cxnLst/>
              <a:rect l="l" t="t" r="r" b="b"/>
              <a:pathLst>
                <a:path w="815" h="816" extrusionOk="0">
                  <a:moveTo>
                    <a:pt x="407" y="279"/>
                  </a:moveTo>
                  <a:cubicBezTo>
                    <a:pt x="478" y="279"/>
                    <a:pt x="536" y="337"/>
                    <a:pt x="536" y="407"/>
                  </a:cubicBezTo>
                  <a:cubicBezTo>
                    <a:pt x="536" y="479"/>
                    <a:pt x="478" y="537"/>
                    <a:pt x="407" y="537"/>
                  </a:cubicBezTo>
                  <a:cubicBezTo>
                    <a:pt x="336" y="537"/>
                    <a:pt x="278" y="479"/>
                    <a:pt x="278" y="407"/>
                  </a:cubicBezTo>
                  <a:cubicBezTo>
                    <a:pt x="278" y="337"/>
                    <a:pt x="336" y="279"/>
                    <a:pt x="407" y="279"/>
                  </a:cubicBezTo>
                  <a:close/>
                  <a:moveTo>
                    <a:pt x="407" y="0"/>
                  </a:moveTo>
                  <a:cubicBezTo>
                    <a:pt x="182" y="0"/>
                    <a:pt x="0" y="183"/>
                    <a:pt x="0" y="407"/>
                  </a:cubicBezTo>
                  <a:cubicBezTo>
                    <a:pt x="0" y="633"/>
                    <a:pt x="182" y="816"/>
                    <a:pt x="407" y="816"/>
                  </a:cubicBezTo>
                  <a:cubicBezTo>
                    <a:pt x="633" y="816"/>
                    <a:pt x="815" y="632"/>
                    <a:pt x="815" y="407"/>
                  </a:cubicBezTo>
                  <a:cubicBezTo>
                    <a:pt x="815" y="184"/>
                    <a:pt x="633"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97;p80">
              <a:extLst>
                <a:ext uri="{FF2B5EF4-FFF2-40B4-BE49-F238E27FC236}">
                  <a16:creationId xmlns:a16="http://schemas.microsoft.com/office/drawing/2014/main" id="{4B2DB251-6BA5-E5C8-90FC-5B5873C539DC}"/>
                </a:ext>
              </a:extLst>
            </p:cNvPr>
            <p:cNvSpPr/>
            <p:nvPr/>
          </p:nvSpPr>
          <p:spPr>
            <a:xfrm>
              <a:off x="3419612" y="4250436"/>
              <a:ext cx="32107" cy="32146"/>
            </a:xfrm>
            <a:custGeom>
              <a:avLst/>
              <a:gdLst/>
              <a:ahLst/>
              <a:cxnLst/>
              <a:rect l="l" t="t" r="r" b="b"/>
              <a:pathLst>
                <a:path w="815" h="816" extrusionOk="0">
                  <a:moveTo>
                    <a:pt x="407" y="279"/>
                  </a:moveTo>
                  <a:cubicBezTo>
                    <a:pt x="479" y="279"/>
                    <a:pt x="537" y="337"/>
                    <a:pt x="537" y="407"/>
                  </a:cubicBezTo>
                  <a:cubicBezTo>
                    <a:pt x="537" y="479"/>
                    <a:pt x="479" y="537"/>
                    <a:pt x="407" y="537"/>
                  </a:cubicBezTo>
                  <a:cubicBezTo>
                    <a:pt x="337" y="537"/>
                    <a:pt x="279" y="479"/>
                    <a:pt x="279" y="407"/>
                  </a:cubicBezTo>
                  <a:cubicBezTo>
                    <a:pt x="279" y="337"/>
                    <a:pt x="337" y="279"/>
                    <a:pt x="407" y="279"/>
                  </a:cubicBezTo>
                  <a:close/>
                  <a:moveTo>
                    <a:pt x="407" y="0"/>
                  </a:moveTo>
                  <a:cubicBezTo>
                    <a:pt x="184" y="0"/>
                    <a:pt x="0" y="183"/>
                    <a:pt x="0" y="407"/>
                  </a:cubicBezTo>
                  <a:cubicBezTo>
                    <a:pt x="0" y="633"/>
                    <a:pt x="182" y="816"/>
                    <a:pt x="407" y="816"/>
                  </a:cubicBezTo>
                  <a:cubicBezTo>
                    <a:pt x="633" y="816"/>
                    <a:pt x="815" y="632"/>
                    <a:pt x="815" y="407"/>
                  </a:cubicBezTo>
                  <a:cubicBezTo>
                    <a:pt x="815" y="184"/>
                    <a:pt x="633"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98;p80">
              <a:extLst>
                <a:ext uri="{FF2B5EF4-FFF2-40B4-BE49-F238E27FC236}">
                  <a16:creationId xmlns:a16="http://schemas.microsoft.com/office/drawing/2014/main" id="{B55DFADD-2830-0E61-CCF2-E7A2B162CB2B}"/>
                </a:ext>
              </a:extLst>
            </p:cNvPr>
            <p:cNvSpPr/>
            <p:nvPr/>
          </p:nvSpPr>
          <p:spPr>
            <a:xfrm>
              <a:off x="3461844" y="4250436"/>
              <a:ext cx="32146" cy="32146"/>
            </a:xfrm>
            <a:custGeom>
              <a:avLst/>
              <a:gdLst/>
              <a:ahLst/>
              <a:cxnLst/>
              <a:rect l="l" t="t" r="r" b="b"/>
              <a:pathLst>
                <a:path w="816" h="816" extrusionOk="0">
                  <a:moveTo>
                    <a:pt x="407" y="279"/>
                  </a:moveTo>
                  <a:cubicBezTo>
                    <a:pt x="479" y="279"/>
                    <a:pt x="537" y="337"/>
                    <a:pt x="537" y="407"/>
                  </a:cubicBezTo>
                  <a:cubicBezTo>
                    <a:pt x="537" y="479"/>
                    <a:pt x="479" y="537"/>
                    <a:pt x="407" y="537"/>
                  </a:cubicBezTo>
                  <a:cubicBezTo>
                    <a:pt x="337" y="537"/>
                    <a:pt x="279" y="479"/>
                    <a:pt x="279" y="407"/>
                  </a:cubicBezTo>
                  <a:cubicBezTo>
                    <a:pt x="279" y="337"/>
                    <a:pt x="337" y="279"/>
                    <a:pt x="407" y="279"/>
                  </a:cubicBezTo>
                  <a:close/>
                  <a:moveTo>
                    <a:pt x="407" y="0"/>
                  </a:moveTo>
                  <a:cubicBezTo>
                    <a:pt x="183" y="0"/>
                    <a:pt x="0" y="183"/>
                    <a:pt x="0" y="407"/>
                  </a:cubicBezTo>
                  <a:cubicBezTo>
                    <a:pt x="0" y="633"/>
                    <a:pt x="183" y="816"/>
                    <a:pt x="407" y="816"/>
                  </a:cubicBezTo>
                  <a:cubicBezTo>
                    <a:pt x="633" y="816"/>
                    <a:pt x="816" y="632"/>
                    <a:pt x="816" y="407"/>
                  </a:cubicBezTo>
                  <a:cubicBezTo>
                    <a:pt x="816" y="184"/>
                    <a:pt x="633"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99;p80">
              <a:extLst>
                <a:ext uri="{FF2B5EF4-FFF2-40B4-BE49-F238E27FC236}">
                  <a16:creationId xmlns:a16="http://schemas.microsoft.com/office/drawing/2014/main" id="{8521D217-B261-0923-6A75-76A20BC62388}"/>
                </a:ext>
              </a:extLst>
            </p:cNvPr>
            <p:cNvSpPr/>
            <p:nvPr/>
          </p:nvSpPr>
          <p:spPr>
            <a:xfrm>
              <a:off x="3327901" y="4247009"/>
              <a:ext cx="30689" cy="10952"/>
            </a:xfrm>
            <a:custGeom>
              <a:avLst/>
              <a:gdLst/>
              <a:ahLst/>
              <a:cxnLst/>
              <a:rect l="l" t="t" r="r" b="b"/>
              <a:pathLst>
                <a:path w="779" h="278" extrusionOk="0">
                  <a:moveTo>
                    <a:pt x="154" y="1"/>
                  </a:moveTo>
                  <a:cubicBezTo>
                    <a:pt x="82" y="1"/>
                    <a:pt x="19" y="51"/>
                    <a:pt x="11" y="122"/>
                  </a:cubicBezTo>
                  <a:cubicBezTo>
                    <a:pt x="1" y="206"/>
                    <a:pt x="66" y="277"/>
                    <a:pt x="148" y="277"/>
                  </a:cubicBezTo>
                  <a:lnTo>
                    <a:pt x="631" y="277"/>
                  </a:lnTo>
                  <a:cubicBezTo>
                    <a:pt x="713" y="277"/>
                    <a:pt x="778" y="206"/>
                    <a:pt x="768" y="122"/>
                  </a:cubicBezTo>
                  <a:cubicBezTo>
                    <a:pt x="759" y="51"/>
                    <a:pt x="695" y="1"/>
                    <a:pt x="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00;p80">
              <a:extLst>
                <a:ext uri="{FF2B5EF4-FFF2-40B4-BE49-F238E27FC236}">
                  <a16:creationId xmlns:a16="http://schemas.microsoft.com/office/drawing/2014/main" id="{083A5AC6-6CB0-8312-B33B-C5907C95ED16}"/>
                </a:ext>
              </a:extLst>
            </p:cNvPr>
            <p:cNvSpPr/>
            <p:nvPr/>
          </p:nvSpPr>
          <p:spPr>
            <a:xfrm>
              <a:off x="3233353" y="4247009"/>
              <a:ext cx="85330" cy="10952"/>
            </a:xfrm>
            <a:custGeom>
              <a:avLst/>
              <a:gdLst/>
              <a:ahLst/>
              <a:cxnLst/>
              <a:rect l="l" t="t" r="r" b="b"/>
              <a:pathLst>
                <a:path w="2166" h="278" extrusionOk="0">
                  <a:moveTo>
                    <a:pt x="153" y="1"/>
                  </a:moveTo>
                  <a:cubicBezTo>
                    <a:pt x="82" y="1"/>
                    <a:pt x="18" y="51"/>
                    <a:pt x="11" y="122"/>
                  </a:cubicBezTo>
                  <a:cubicBezTo>
                    <a:pt x="0" y="204"/>
                    <a:pt x="66" y="277"/>
                    <a:pt x="148" y="277"/>
                  </a:cubicBezTo>
                  <a:lnTo>
                    <a:pt x="2012" y="277"/>
                  </a:lnTo>
                  <a:cubicBezTo>
                    <a:pt x="2084" y="277"/>
                    <a:pt x="2147" y="225"/>
                    <a:pt x="2155" y="156"/>
                  </a:cubicBezTo>
                  <a:cubicBezTo>
                    <a:pt x="2165" y="71"/>
                    <a:pt x="2100" y="1"/>
                    <a:pt x="2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01;p80">
              <a:extLst>
                <a:ext uri="{FF2B5EF4-FFF2-40B4-BE49-F238E27FC236}">
                  <a16:creationId xmlns:a16="http://schemas.microsoft.com/office/drawing/2014/main" id="{4C10F865-9B34-5614-8510-5594ADE9EE09}"/>
                </a:ext>
              </a:extLst>
            </p:cNvPr>
            <p:cNvSpPr/>
            <p:nvPr/>
          </p:nvSpPr>
          <p:spPr>
            <a:xfrm>
              <a:off x="3233353" y="4274703"/>
              <a:ext cx="125237" cy="10912"/>
            </a:xfrm>
            <a:custGeom>
              <a:avLst/>
              <a:gdLst/>
              <a:ahLst/>
              <a:cxnLst/>
              <a:rect l="l" t="t" r="r" b="b"/>
              <a:pathLst>
                <a:path w="3179" h="277" extrusionOk="0">
                  <a:moveTo>
                    <a:pt x="153" y="0"/>
                  </a:moveTo>
                  <a:cubicBezTo>
                    <a:pt x="82" y="0"/>
                    <a:pt x="18" y="52"/>
                    <a:pt x="11" y="122"/>
                  </a:cubicBezTo>
                  <a:cubicBezTo>
                    <a:pt x="0" y="205"/>
                    <a:pt x="66" y="277"/>
                    <a:pt x="148" y="277"/>
                  </a:cubicBezTo>
                  <a:lnTo>
                    <a:pt x="3025" y="277"/>
                  </a:lnTo>
                  <a:cubicBezTo>
                    <a:pt x="3097" y="277"/>
                    <a:pt x="3160" y="226"/>
                    <a:pt x="3168" y="155"/>
                  </a:cubicBezTo>
                  <a:cubicBezTo>
                    <a:pt x="3178" y="71"/>
                    <a:pt x="3113" y="0"/>
                    <a:pt x="3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02;p80">
              <a:extLst>
                <a:ext uri="{FF2B5EF4-FFF2-40B4-BE49-F238E27FC236}">
                  <a16:creationId xmlns:a16="http://schemas.microsoft.com/office/drawing/2014/main" id="{F9F792C6-64D9-C2A8-86B3-F159C19B8F62}"/>
                </a:ext>
              </a:extLst>
            </p:cNvPr>
            <p:cNvSpPr/>
            <p:nvPr/>
          </p:nvSpPr>
          <p:spPr>
            <a:xfrm>
              <a:off x="3377381" y="4157543"/>
              <a:ext cx="32107" cy="32146"/>
            </a:xfrm>
            <a:custGeom>
              <a:avLst/>
              <a:gdLst/>
              <a:ahLst/>
              <a:cxnLst/>
              <a:rect l="l" t="t" r="r" b="b"/>
              <a:pathLst>
                <a:path w="815" h="816" extrusionOk="0">
                  <a:moveTo>
                    <a:pt x="407" y="279"/>
                  </a:moveTo>
                  <a:cubicBezTo>
                    <a:pt x="478" y="279"/>
                    <a:pt x="536" y="337"/>
                    <a:pt x="536" y="407"/>
                  </a:cubicBezTo>
                  <a:cubicBezTo>
                    <a:pt x="536" y="479"/>
                    <a:pt x="478" y="537"/>
                    <a:pt x="407" y="537"/>
                  </a:cubicBezTo>
                  <a:cubicBezTo>
                    <a:pt x="336" y="537"/>
                    <a:pt x="278" y="479"/>
                    <a:pt x="278" y="407"/>
                  </a:cubicBezTo>
                  <a:cubicBezTo>
                    <a:pt x="278" y="337"/>
                    <a:pt x="336" y="279"/>
                    <a:pt x="407" y="279"/>
                  </a:cubicBezTo>
                  <a:close/>
                  <a:moveTo>
                    <a:pt x="407" y="0"/>
                  </a:moveTo>
                  <a:cubicBezTo>
                    <a:pt x="182" y="0"/>
                    <a:pt x="0" y="183"/>
                    <a:pt x="0" y="407"/>
                  </a:cubicBezTo>
                  <a:cubicBezTo>
                    <a:pt x="0" y="633"/>
                    <a:pt x="183" y="816"/>
                    <a:pt x="407" y="816"/>
                  </a:cubicBezTo>
                  <a:cubicBezTo>
                    <a:pt x="631" y="816"/>
                    <a:pt x="815" y="633"/>
                    <a:pt x="815" y="407"/>
                  </a:cubicBezTo>
                  <a:cubicBezTo>
                    <a:pt x="815" y="183"/>
                    <a:pt x="633"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03;p80">
              <a:extLst>
                <a:ext uri="{FF2B5EF4-FFF2-40B4-BE49-F238E27FC236}">
                  <a16:creationId xmlns:a16="http://schemas.microsoft.com/office/drawing/2014/main" id="{2BC430EB-3A1D-3FC1-612F-74F599025BE0}"/>
                </a:ext>
              </a:extLst>
            </p:cNvPr>
            <p:cNvSpPr/>
            <p:nvPr/>
          </p:nvSpPr>
          <p:spPr>
            <a:xfrm>
              <a:off x="3419612" y="4157543"/>
              <a:ext cx="32107" cy="32146"/>
            </a:xfrm>
            <a:custGeom>
              <a:avLst/>
              <a:gdLst/>
              <a:ahLst/>
              <a:cxnLst/>
              <a:rect l="l" t="t" r="r" b="b"/>
              <a:pathLst>
                <a:path w="815" h="816" extrusionOk="0">
                  <a:moveTo>
                    <a:pt x="407" y="279"/>
                  </a:moveTo>
                  <a:cubicBezTo>
                    <a:pt x="479" y="279"/>
                    <a:pt x="537" y="337"/>
                    <a:pt x="537" y="407"/>
                  </a:cubicBezTo>
                  <a:cubicBezTo>
                    <a:pt x="537" y="479"/>
                    <a:pt x="479" y="537"/>
                    <a:pt x="407" y="537"/>
                  </a:cubicBezTo>
                  <a:cubicBezTo>
                    <a:pt x="337" y="537"/>
                    <a:pt x="279" y="479"/>
                    <a:pt x="279" y="407"/>
                  </a:cubicBezTo>
                  <a:cubicBezTo>
                    <a:pt x="279" y="337"/>
                    <a:pt x="337" y="279"/>
                    <a:pt x="407" y="279"/>
                  </a:cubicBezTo>
                  <a:close/>
                  <a:moveTo>
                    <a:pt x="407" y="0"/>
                  </a:moveTo>
                  <a:cubicBezTo>
                    <a:pt x="184" y="0"/>
                    <a:pt x="0" y="183"/>
                    <a:pt x="0" y="407"/>
                  </a:cubicBezTo>
                  <a:cubicBezTo>
                    <a:pt x="0" y="633"/>
                    <a:pt x="184" y="816"/>
                    <a:pt x="407" y="816"/>
                  </a:cubicBezTo>
                  <a:cubicBezTo>
                    <a:pt x="632" y="816"/>
                    <a:pt x="815" y="633"/>
                    <a:pt x="815" y="407"/>
                  </a:cubicBezTo>
                  <a:cubicBezTo>
                    <a:pt x="815" y="183"/>
                    <a:pt x="633"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04;p80">
              <a:extLst>
                <a:ext uri="{FF2B5EF4-FFF2-40B4-BE49-F238E27FC236}">
                  <a16:creationId xmlns:a16="http://schemas.microsoft.com/office/drawing/2014/main" id="{53619148-46BE-54B0-C149-8834C15877FF}"/>
                </a:ext>
              </a:extLst>
            </p:cNvPr>
            <p:cNvSpPr/>
            <p:nvPr/>
          </p:nvSpPr>
          <p:spPr>
            <a:xfrm>
              <a:off x="3461844" y="4157543"/>
              <a:ext cx="32146" cy="32146"/>
            </a:xfrm>
            <a:custGeom>
              <a:avLst/>
              <a:gdLst/>
              <a:ahLst/>
              <a:cxnLst/>
              <a:rect l="l" t="t" r="r" b="b"/>
              <a:pathLst>
                <a:path w="816" h="816" extrusionOk="0">
                  <a:moveTo>
                    <a:pt x="407" y="279"/>
                  </a:moveTo>
                  <a:cubicBezTo>
                    <a:pt x="479" y="279"/>
                    <a:pt x="537" y="337"/>
                    <a:pt x="537" y="407"/>
                  </a:cubicBezTo>
                  <a:cubicBezTo>
                    <a:pt x="537" y="479"/>
                    <a:pt x="479" y="537"/>
                    <a:pt x="407" y="537"/>
                  </a:cubicBezTo>
                  <a:cubicBezTo>
                    <a:pt x="337" y="537"/>
                    <a:pt x="279" y="479"/>
                    <a:pt x="279" y="407"/>
                  </a:cubicBezTo>
                  <a:cubicBezTo>
                    <a:pt x="279" y="337"/>
                    <a:pt x="337" y="279"/>
                    <a:pt x="407" y="279"/>
                  </a:cubicBezTo>
                  <a:close/>
                  <a:moveTo>
                    <a:pt x="407" y="0"/>
                  </a:moveTo>
                  <a:cubicBezTo>
                    <a:pt x="183" y="0"/>
                    <a:pt x="0" y="183"/>
                    <a:pt x="0" y="407"/>
                  </a:cubicBezTo>
                  <a:cubicBezTo>
                    <a:pt x="0" y="633"/>
                    <a:pt x="184" y="816"/>
                    <a:pt x="407" y="816"/>
                  </a:cubicBezTo>
                  <a:cubicBezTo>
                    <a:pt x="632" y="816"/>
                    <a:pt x="816" y="633"/>
                    <a:pt x="816" y="407"/>
                  </a:cubicBezTo>
                  <a:cubicBezTo>
                    <a:pt x="816" y="183"/>
                    <a:pt x="633"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05;p80">
              <a:extLst>
                <a:ext uri="{FF2B5EF4-FFF2-40B4-BE49-F238E27FC236}">
                  <a16:creationId xmlns:a16="http://schemas.microsoft.com/office/drawing/2014/main" id="{2196E5D6-727B-B966-59DC-7C54DDCC94C3}"/>
                </a:ext>
              </a:extLst>
            </p:cNvPr>
            <p:cNvSpPr/>
            <p:nvPr/>
          </p:nvSpPr>
          <p:spPr>
            <a:xfrm>
              <a:off x="3327901" y="4154391"/>
              <a:ext cx="30728" cy="10991"/>
            </a:xfrm>
            <a:custGeom>
              <a:avLst/>
              <a:gdLst/>
              <a:ahLst/>
              <a:cxnLst/>
              <a:rect l="l" t="t" r="r" b="b"/>
              <a:pathLst>
                <a:path w="780" h="279" extrusionOk="0">
                  <a:moveTo>
                    <a:pt x="154" y="1"/>
                  </a:moveTo>
                  <a:cubicBezTo>
                    <a:pt x="82" y="1"/>
                    <a:pt x="19" y="53"/>
                    <a:pt x="11" y="122"/>
                  </a:cubicBezTo>
                  <a:cubicBezTo>
                    <a:pt x="1" y="206"/>
                    <a:pt x="66" y="278"/>
                    <a:pt x="149" y="278"/>
                  </a:cubicBezTo>
                  <a:lnTo>
                    <a:pt x="626" y="278"/>
                  </a:lnTo>
                  <a:cubicBezTo>
                    <a:pt x="698" y="278"/>
                    <a:pt x="761" y="227"/>
                    <a:pt x="769" y="156"/>
                  </a:cubicBezTo>
                  <a:cubicBezTo>
                    <a:pt x="779" y="72"/>
                    <a:pt x="714" y="1"/>
                    <a:pt x="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06;p80">
              <a:extLst>
                <a:ext uri="{FF2B5EF4-FFF2-40B4-BE49-F238E27FC236}">
                  <a16:creationId xmlns:a16="http://schemas.microsoft.com/office/drawing/2014/main" id="{D1B9A041-649B-7555-FAD1-8284A4084923}"/>
                </a:ext>
              </a:extLst>
            </p:cNvPr>
            <p:cNvSpPr/>
            <p:nvPr/>
          </p:nvSpPr>
          <p:spPr>
            <a:xfrm>
              <a:off x="3233353" y="4154391"/>
              <a:ext cx="85330" cy="10991"/>
            </a:xfrm>
            <a:custGeom>
              <a:avLst/>
              <a:gdLst/>
              <a:ahLst/>
              <a:cxnLst/>
              <a:rect l="l" t="t" r="r" b="b"/>
              <a:pathLst>
                <a:path w="2166" h="279" extrusionOk="0">
                  <a:moveTo>
                    <a:pt x="153" y="1"/>
                  </a:moveTo>
                  <a:cubicBezTo>
                    <a:pt x="82" y="1"/>
                    <a:pt x="18" y="53"/>
                    <a:pt x="11" y="122"/>
                  </a:cubicBezTo>
                  <a:cubicBezTo>
                    <a:pt x="0" y="206"/>
                    <a:pt x="66" y="278"/>
                    <a:pt x="148" y="278"/>
                  </a:cubicBezTo>
                  <a:lnTo>
                    <a:pt x="2012" y="278"/>
                  </a:lnTo>
                  <a:cubicBezTo>
                    <a:pt x="2084" y="278"/>
                    <a:pt x="2147" y="227"/>
                    <a:pt x="2155" y="156"/>
                  </a:cubicBezTo>
                  <a:cubicBezTo>
                    <a:pt x="2165" y="72"/>
                    <a:pt x="2100" y="1"/>
                    <a:pt x="2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07;p80">
              <a:extLst>
                <a:ext uri="{FF2B5EF4-FFF2-40B4-BE49-F238E27FC236}">
                  <a16:creationId xmlns:a16="http://schemas.microsoft.com/office/drawing/2014/main" id="{FE803E6C-1678-4991-DABD-9E59D2A1E1B9}"/>
                </a:ext>
              </a:extLst>
            </p:cNvPr>
            <p:cNvSpPr/>
            <p:nvPr/>
          </p:nvSpPr>
          <p:spPr>
            <a:xfrm>
              <a:off x="3233353" y="4182086"/>
              <a:ext cx="125237" cy="10991"/>
            </a:xfrm>
            <a:custGeom>
              <a:avLst/>
              <a:gdLst/>
              <a:ahLst/>
              <a:cxnLst/>
              <a:rect l="l" t="t" r="r" b="b"/>
              <a:pathLst>
                <a:path w="3179" h="279" extrusionOk="0">
                  <a:moveTo>
                    <a:pt x="153" y="1"/>
                  </a:moveTo>
                  <a:cubicBezTo>
                    <a:pt x="82" y="1"/>
                    <a:pt x="18" y="52"/>
                    <a:pt x="11" y="122"/>
                  </a:cubicBezTo>
                  <a:cubicBezTo>
                    <a:pt x="0" y="206"/>
                    <a:pt x="66" y="278"/>
                    <a:pt x="148" y="278"/>
                  </a:cubicBezTo>
                  <a:lnTo>
                    <a:pt x="3025" y="278"/>
                  </a:lnTo>
                  <a:cubicBezTo>
                    <a:pt x="3097" y="278"/>
                    <a:pt x="3160" y="226"/>
                    <a:pt x="3168" y="157"/>
                  </a:cubicBezTo>
                  <a:cubicBezTo>
                    <a:pt x="3178" y="72"/>
                    <a:pt x="3113" y="1"/>
                    <a:pt x="3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08;p80">
              <a:extLst>
                <a:ext uri="{FF2B5EF4-FFF2-40B4-BE49-F238E27FC236}">
                  <a16:creationId xmlns:a16="http://schemas.microsoft.com/office/drawing/2014/main" id="{CC552871-479E-57E0-0589-AEFA2E68CA5F}"/>
                </a:ext>
              </a:extLst>
            </p:cNvPr>
            <p:cNvSpPr/>
            <p:nvPr/>
          </p:nvSpPr>
          <p:spPr>
            <a:xfrm>
              <a:off x="3345668" y="4029036"/>
              <a:ext cx="115900" cy="10952"/>
            </a:xfrm>
            <a:custGeom>
              <a:avLst/>
              <a:gdLst/>
              <a:ahLst/>
              <a:cxnLst/>
              <a:rect l="l" t="t" r="r" b="b"/>
              <a:pathLst>
                <a:path w="2942" h="278" extrusionOk="0">
                  <a:moveTo>
                    <a:pt x="154" y="1"/>
                  </a:moveTo>
                  <a:cubicBezTo>
                    <a:pt x="84" y="1"/>
                    <a:pt x="20" y="53"/>
                    <a:pt x="12" y="122"/>
                  </a:cubicBezTo>
                  <a:cubicBezTo>
                    <a:pt x="0" y="206"/>
                    <a:pt x="67" y="277"/>
                    <a:pt x="149" y="277"/>
                  </a:cubicBezTo>
                  <a:lnTo>
                    <a:pt x="2789" y="277"/>
                  </a:lnTo>
                  <a:cubicBezTo>
                    <a:pt x="2859" y="277"/>
                    <a:pt x="2923" y="227"/>
                    <a:pt x="2931" y="156"/>
                  </a:cubicBezTo>
                  <a:cubicBezTo>
                    <a:pt x="2942" y="72"/>
                    <a:pt x="2875" y="1"/>
                    <a:pt x="27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09;p80">
              <a:extLst>
                <a:ext uri="{FF2B5EF4-FFF2-40B4-BE49-F238E27FC236}">
                  <a16:creationId xmlns:a16="http://schemas.microsoft.com/office/drawing/2014/main" id="{F12D5482-5654-48D5-561F-B6A878822596}"/>
                </a:ext>
              </a:extLst>
            </p:cNvPr>
            <p:cNvSpPr/>
            <p:nvPr/>
          </p:nvSpPr>
          <p:spPr>
            <a:xfrm>
              <a:off x="3208613" y="4029036"/>
              <a:ext cx="307005" cy="289356"/>
            </a:xfrm>
            <a:custGeom>
              <a:avLst/>
              <a:gdLst/>
              <a:ahLst/>
              <a:cxnLst/>
              <a:rect l="l" t="t" r="r" b="b"/>
              <a:pathLst>
                <a:path w="7793" h="7345" extrusionOk="0">
                  <a:moveTo>
                    <a:pt x="7241" y="2628"/>
                  </a:moveTo>
                  <a:cubicBezTo>
                    <a:pt x="7383" y="2628"/>
                    <a:pt x="7497" y="2741"/>
                    <a:pt x="7497" y="2882"/>
                  </a:cubicBezTo>
                  <a:lnTo>
                    <a:pt x="7497" y="4444"/>
                  </a:lnTo>
                  <a:cubicBezTo>
                    <a:pt x="7497" y="4585"/>
                    <a:pt x="7382" y="4700"/>
                    <a:pt x="7240" y="4700"/>
                  </a:cubicBezTo>
                  <a:lnTo>
                    <a:pt x="536" y="4700"/>
                  </a:lnTo>
                  <a:cubicBezTo>
                    <a:pt x="394" y="4700"/>
                    <a:pt x="280" y="4585"/>
                    <a:pt x="280" y="4444"/>
                  </a:cubicBezTo>
                  <a:lnTo>
                    <a:pt x="280" y="2883"/>
                  </a:lnTo>
                  <a:cubicBezTo>
                    <a:pt x="280" y="2743"/>
                    <a:pt x="394" y="2628"/>
                    <a:pt x="536" y="2628"/>
                  </a:cubicBezTo>
                  <a:lnTo>
                    <a:pt x="7239" y="2628"/>
                  </a:lnTo>
                  <a:cubicBezTo>
                    <a:pt x="7240" y="2628"/>
                    <a:pt x="7241" y="2628"/>
                    <a:pt x="7241" y="2628"/>
                  </a:cubicBezTo>
                  <a:close/>
                  <a:moveTo>
                    <a:pt x="6829" y="1"/>
                  </a:moveTo>
                  <a:cubicBezTo>
                    <a:pt x="6818" y="1"/>
                    <a:pt x="6809" y="5"/>
                    <a:pt x="6803" y="11"/>
                  </a:cubicBezTo>
                  <a:cubicBezTo>
                    <a:pt x="6680" y="132"/>
                    <a:pt x="6764" y="277"/>
                    <a:pt x="6881" y="277"/>
                  </a:cubicBezTo>
                  <a:lnTo>
                    <a:pt x="7240" y="277"/>
                  </a:lnTo>
                  <a:cubicBezTo>
                    <a:pt x="7382" y="277"/>
                    <a:pt x="7497" y="392"/>
                    <a:pt x="7497" y="534"/>
                  </a:cubicBezTo>
                  <a:lnTo>
                    <a:pt x="7497" y="2093"/>
                  </a:lnTo>
                  <a:cubicBezTo>
                    <a:pt x="7497" y="2234"/>
                    <a:pt x="7382" y="2349"/>
                    <a:pt x="7240" y="2349"/>
                  </a:cubicBezTo>
                  <a:lnTo>
                    <a:pt x="536" y="2349"/>
                  </a:lnTo>
                  <a:cubicBezTo>
                    <a:pt x="397" y="2349"/>
                    <a:pt x="287" y="2239"/>
                    <a:pt x="280" y="2100"/>
                  </a:cubicBezTo>
                  <a:cubicBezTo>
                    <a:pt x="277" y="2024"/>
                    <a:pt x="215" y="1966"/>
                    <a:pt x="140" y="1966"/>
                  </a:cubicBezTo>
                  <a:cubicBezTo>
                    <a:pt x="139" y="1966"/>
                    <a:pt x="138" y="1966"/>
                    <a:pt x="138" y="1966"/>
                  </a:cubicBezTo>
                  <a:cubicBezTo>
                    <a:pt x="61" y="1970"/>
                    <a:pt x="1" y="2033"/>
                    <a:pt x="3" y="2109"/>
                  </a:cubicBezTo>
                  <a:cubicBezTo>
                    <a:pt x="7" y="2261"/>
                    <a:pt x="72" y="2394"/>
                    <a:pt x="177" y="2489"/>
                  </a:cubicBezTo>
                  <a:cubicBezTo>
                    <a:pt x="70" y="2587"/>
                    <a:pt x="3" y="2726"/>
                    <a:pt x="3" y="2883"/>
                  </a:cubicBezTo>
                  <a:lnTo>
                    <a:pt x="3" y="4451"/>
                  </a:lnTo>
                  <a:cubicBezTo>
                    <a:pt x="3" y="4607"/>
                    <a:pt x="70" y="4749"/>
                    <a:pt x="178" y="4846"/>
                  </a:cubicBezTo>
                  <a:cubicBezTo>
                    <a:pt x="71" y="4944"/>
                    <a:pt x="3" y="5084"/>
                    <a:pt x="3" y="5240"/>
                  </a:cubicBezTo>
                  <a:lnTo>
                    <a:pt x="3" y="6020"/>
                  </a:lnTo>
                  <a:cubicBezTo>
                    <a:pt x="3" y="6091"/>
                    <a:pt x="54" y="6154"/>
                    <a:pt x="124" y="6162"/>
                  </a:cubicBezTo>
                  <a:cubicBezTo>
                    <a:pt x="130" y="6163"/>
                    <a:pt x="136" y="6164"/>
                    <a:pt x="142" y="6164"/>
                  </a:cubicBezTo>
                  <a:cubicBezTo>
                    <a:pt x="218" y="6164"/>
                    <a:pt x="280" y="6101"/>
                    <a:pt x="280" y="6025"/>
                  </a:cubicBezTo>
                  <a:lnTo>
                    <a:pt x="280" y="5251"/>
                  </a:lnTo>
                  <a:cubicBezTo>
                    <a:pt x="280" y="5109"/>
                    <a:pt x="394" y="4994"/>
                    <a:pt x="536" y="4994"/>
                  </a:cubicBezTo>
                  <a:lnTo>
                    <a:pt x="7240" y="4994"/>
                  </a:lnTo>
                  <a:cubicBezTo>
                    <a:pt x="7382" y="4994"/>
                    <a:pt x="7497" y="5109"/>
                    <a:pt x="7497" y="5251"/>
                  </a:cubicBezTo>
                  <a:lnTo>
                    <a:pt x="7497" y="6811"/>
                  </a:lnTo>
                  <a:cubicBezTo>
                    <a:pt x="7497" y="6952"/>
                    <a:pt x="7382" y="7067"/>
                    <a:pt x="7240" y="7067"/>
                  </a:cubicBezTo>
                  <a:lnTo>
                    <a:pt x="350" y="7067"/>
                  </a:lnTo>
                  <a:cubicBezTo>
                    <a:pt x="312" y="7067"/>
                    <a:pt x="280" y="7035"/>
                    <a:pt x="280" y="6997"/>
                  </a:cubicBezTo>
                  <a:lnTo>
                    <a:pt x="280" y="6567"/>
                  </a:lnTo>
                  <a:cubicBezTo>
                    <a:pt x="280" y="6556"/>
                    <a:pt x="276" y="6548"/>
                    <a:pt x="270" y="6540"/>
                  </a:cubicBezTo>
                  <a:cubicBezTo>
                    <a:pt x="228" y="6498"/>
                    <a:pt x="183" y="6480"/>
                    <a:pt x="142" y="6480"/>
                  </a:cubicBezTo>
                  <a:cubicBezTo>
                    <a:pt x="65" y="6480"/>
                    <a:pt x="3" y="6542"/>
                    <a:pt x="3" y="6618"/>
                  </a:cubicBezTo>
                  <a:lnTo>
                    <a:pt x="3" y="7199"/>
                  </a:lnTo>
                  <a:cubicBezTo>
                    <a:pt x="3" y="7279"/>
                    <a:pt x="67" y="7344"/>
                    <a:pt x="148" y="7344"/>
                  </a:cubicBezTo>
                  <a:lnTo>
                    <a:pt x="7242" y="7344"/>
                  </a:lnTo>
                  <a:cubicBezTo>
                    <a:pt x="7242" y="7344"/>
                    <a:pt x="7774" y="7105"/>
                    <a:pt x="7773" y="6811"/>
                  </a:cubicBezTo>
                  <a:lnTo>
                    <a:pt x="7773" y="5242"/>
                  </a:lnTo>
                  <a:cubicBezTo>
                    <a:pt x="7774" y="5087"/>
                    <a:pt x="7708" y="4946"/>
                    <a:pt x="7600" y="4849"/>
                  </a:cubicBezTo>
                  <a:cubicBezTo>
                    <a:pt x="7708" y="4751"/>
                    <a:pt x="7776" y="4609"/>
                    <a:pt x="7773" y="4454"/>
                  </a:cubicBezTo>
                  <a:lnTo>
                    <a:pt x="7773" y="2886"/>
                  </a:lnTo>
                  <a:cubicBezTo>
                    <a:pt x="7774" y="2730"/>
                    <a:pt x="7708" y="2589"/>
                    <a:pt x="7600" y="2492"/>
                  </a:cubicBezTo>
                  <a:cubicBezTo>
                    <a:pt x="7708" y="2394"/>
                    <a:pt x="7776" y="2253"/>
                    <a:pt x="7776" y="2097"/>
                  </a:cubicBezTo>
                  <a:lnTo>
                    <a:pt x="7792" y="2097"/>
                  </a:lnTo>
                  <a:lnTo>
                    <a:pt x="7792" y="2096"/>
                  </a:lnTo>
                  <a:lnTo>
                    <a:pt x="7792" y="145"/>
                  </a:lnTo>
                  <a:cubicBezTo>
                    <a:pt x="7792" y="65"/>
                    <a:pt x="7727" y="1"/>
                    <a:pt x="7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10;p80">
              <a:extLst>
                <a:ext uri="{FF2B5EF4-FFF2-40B4-BE49-F238E27FC236}">
                  <a16:creationId xmlns:a16="http://schemas.microsoft.com/office/drawing/2014/main" id="{88090608-812A-2D45-897D-D667A870636E}"/>
                </a:ext>
              </a:extLst>
            </p:cNvPr>
            <p:cNvSpPr/>
            <p:nvPr/>
          </p:nvSpPr>
          <p:spPr>
            <a:xfrm>
              <a:off x="3377420" y="4064610"/>
              <a:ext cx="32107" cy="32186"/>
            </a:xfrm>
            <a:custGeom>
              <a:avLst/>
              <a:gdLst/>
              <a:ahLst/>
              <a:cxnLst/>
              <a:rect l="l" t="t" r="r" b="b"/>
              <a:pathLst>
                <a:path w="815" h="817" extrusionOk="0">
                  <a:moveTo>
                    <a:pt x="407" y="279"/>
                  </a:moveTo>
                  <a:cubicBezTo>
                    <a:pt x="479" y="279"/>
                    <a:pt x="537" y="338"/>
                    <a:pt x="537" y="408"/>
                  </a:cubicBezTo>
                  <a:cubicBezTo>
                    <a:pt x="537" y="480"/>
                    <a:pt x="479" y="538"/>
                    <a:pt x="407" y="538"/>
                  </a:cubicBezTo>
                  <a:cubicBezTo>
                    <a:pt x="336" y="538"/>
                    <a:pt x="278" y="480"/>
                    <a:pt x="278" y="408"/>
                  </a:cubicBezTo>
                  <a:cubicBezTo>
                    <a:pt x="278" y="338"/>
                    <a:pt x="336" y="279"/>
                    <a:pt x="407" y="279"/>
                  </a:cubicBezTo>
                  <a:close/>
                  <a:moveTo>
                    <a:pt x="407" y="1"/>
                  </a:moveTo>
                  <a:cubicBezTo>
                    <a:pt x="182" y="1"/>
                    <a:pt x="0" y="185"/>
                    <a:pt x="0" y="408"/>
                  </a:cubicBezTo>
                  <a:cubicBezTo>
                    <a:pt x="0" y="633"/>
                    <a:pt x="182" y="817"/>
                    <a:pt x="407" y="817"/>
                  </a:cubicBezTo>
                  <a:cubicBezTo>
                    <a:pt x="633" y="817"/>
                    <a:pt x="815" y="634"/>
                    <a:pt x="815" y="408"/>
                  </a:cubicBezTo>
                  <a:cubicBezTo>
                    <a:pt x="815" y="183"/>
                    <a:pt x="633" y="1"/>
                    <a:pt x="4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11;p80">
              <a:extLst>
                <a:ext uri="{FF2B5EF4-FFF2-40B4-BE49-F238E27FC236}">
                  <a16:creationId xmlns:a16="http://schemas.microsoft.com/office/drawing/2014/main" id="{E571594A-D9FE-4E67-4C0C-5A880F51BD99}"/>
                </a:ext>
              </a:extLst>
            </p:cNvPr>
            <p:cNvSpPr/>
            <p:nvPr/>
          </p:nvSpPr>
          <p:spPr>
            <a:xfrm>
              <a:off x="3419652" y="4064610"/>
              <a:ext cx="32107" cy="32186"/>
            </a:xfrm>
            <a:custGeom>
              <a:avLst/>
              <a:gdLst/>
              <a:ahLst/>
              <a:cxnLst/>
              <a:rect l="l" t="t" r="r" b="b"/>
              <a:pathLst>
                <a:path w="815" h="817" extrusionOk="0">
                  <a:moveTo>
                    <a:pt x="407" y="279"/>
                  </a:moveTo>
                  <a:cubicBezTo>
                    <a:pt x="479" y="279"/>
                    <a:pt x="537" y="338"/>
                    <a:pt x="537" y="408"/>
                  </a:cubicBezTo>
                  <a:cubicBezTo>
                    <a:pt x="537" y="480"/>
                    <a:pt x="479" y="538"/>
                    <a:pt x="407" y="538"/>
                  </a:cubicBezTo>
                  <a:cubicBezTo>
                    <a:pt x="337" y="538"/>
                    <a:pt x="279" y="480"/>
                    <a:pt x="279" y="408"/>
                  </a:cubicBezTo>
                  <a:cubicBezTo>
                    <a:pt x="279" y="338"/>
                    <a:pt x="337" y="279"/>
                    <a:pt x="407" y="279"/>
                  </a:cubicBezTo>
                  <a:close/>
                  <a:moveTo>
                    <a:pt x="407" y="1"/>
                  </a:moveTo>
                  <a:cubicBezTo>
                    <a:pt x="183" y="2"/>
                    <a:pt x="0" y="185"/>
                    <a:pt x="0" y="408"/>
                  </a:cubicBezTo>
                  <a:cubicBezTo>
                    <a:pt x="0" y="633"/>
                    <a:pt x="183" y="817"/>
                    <a:pt x="407" y="817"/>
                  </a:cubicBezTo>
                  <a:cubicBezTo>
                    <a:pt x="632" y="817"/>
                    <a:pt x="815" y="634"/>
                    <a:pt x="815" y="408"/>
                  </a:cubicBezTo>
                  <a:cubicBezTo>
                    <a:pt x="815" y="183"/>
                    <a:pt x="633" y="1"/>
                    <a:pt x="4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12;p80">
              <a:extLst>
                <a:ext uri="{FF2B5EF4-FFF2-40B4-BE49-F238E27FC236}">
                  <a16:creationId xmlns:a16="http://schemas.microsoft.com/office/drawing/2014/main" id="{4BD06D19-FAF5-3ED3-BB66-0A9A6E3ADEEB}"/>
                </a:ext>
              </a:extLst>
            </p:cNvPr>
            <p:cNvSpPr/>
            <p:nvPr/>
          </p:nvSpPr>
          <p:spPr>
            <a:xfrm>
              <a:off x="3461844" y="4064610"/>
              <a:ext cx="32146" cy="32186"/>
            </a:xfrm>
            <a:custGeom>
              <a:avLst/>
              <a:gdLst/>
              <a:ahLst/>
              <a:cxnLst/>
              <a:rect l="l" t="t" r="r" b="b"/>
              <a:pathLst>
                <a:path w="816" h="817" extrusionOk="0">
                  <a:moveTo>
                    <a:pt x="407" y="279"/>
                  </a:moveTo>
                  <a:cubicBezTo>
                    <a:pt x="479" y="279"/>
                    <a:pt x="537" y="338"/>
                    <a:pt x="537" y="408"/>
                  </a:cubicBezTo>
                  <a:cubicBezTo>
                    <a:pt x="537" y="480"/>
                    <a:pt x="479" y="538"/>
                    <a:pt x="407" y="538"/>
                  </a:cubicBezTo>
                  <a:cubicBezTo>
                    <a:pt x="337" y="538"/>
                    <a:pt x="279" y="480"/>
                    <a:pt x="279" y="408"/>
                  </a:cubicBezTo>
                  <a:cubicBezTo>
                    <a:pt x="279" y="338"/>
                    <a:pt x="337" y="279"/>
                    <a:pt x="407" y="279"/>
                  </a:cubicBezTo>
                  <a:close/>
                  <a:moveTo>
                    <a:pt x="407" y="1"/>
                  </a:moveTo>
                  <a:cubicBezTo>
                    <a:pt x="183" y="1"/>
                    <a:pt x="0" y="183"/>
                    <a:pt x="0" y="408"/>
                  </a:cubicBezTo>
                  <a:cubicBezTo>
                    <a:pt x="0" y="634"/>
                    <a:pt x="184" y="817"/>
                    <a:pt x="407" y="817"/>
                  </a:cubicBezTo>
                  <a:cubicBezTo>
                    <a:pt x="632" y="817"/>
                    <a:pt x="816" y="634"/>
                    <a:pt x="816" y="408"/>
                  </a:cubicBezTo>
                  <a:cubicBezTo>
                    <a:pt x="816" y="183"/>
                    <a:pt x="633" y="1"/>
                    <a:pt x="4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13;p80">
              <a:extLst>
                <a:ext uri="{FF2B5EF4-FFF2-40B4-BE49-F238E27FC236}">
                  <a16:creationId xmlns:a16="http://schemas.microsoft.com/office/drawing/2014/main" id="{C621D57D-3F20-AACD-001A-FA590B61CD09}"/>
                </a:ext>
              </a:extLst>
            </p:cNvPr>
            <p:cNvSpPr/>
            <p:nvPr/>
          </p:nvSpPr>
          <p:spPr>
            <a:xfrm>
              <a:off x="3336568" y="4061104"/>
              <a:ext cx="22022" cy="10912"/>
            </a:xfrm>
            <a:custGeom>
              <a:avLst/>
              <a:gdLst/>
              <a:ahLst/>
              <a:cxnLst/>
              <a:rect l="l" t="t" r="r" b="b"/>
              <a:pathLst>
                <a:path w="559" h="277" extrusionOk="0">
                  <a:moveTo>
                    <a:pt x="153" y="0"/>
                  </a:moveTo>
                  <a:cubicBezTo>
                    <a:pt x="82" y="0"/>
                    <a:pt x="19" y="52"/>
                    <a:pt x="11" y="122"/>
                  </a:cubicBezTo>
                  <a:cubicBezTo>
                    <a:pt x="0" y="206"/>
                    <a:pt x="67" y="277"/>
                    <a:pt x="148" y="277"/>
                  </a:cubicBezTo>
                  <a:lnTo>
                    <a:pt x="405" y="277"/>
                  </a:lnTo>
                  <a:cubicBezTo>
                    <a:pt x="477" y="277"/>
                    <a:pt x="540" y="226"/>
                    <a:pt x="548" y="155"/>
                  </a:cubicBezTo>
                  <a:cubicBezTo>
                    <a:pt x="558" y="71"/>
                    <a:pt x="493"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14;p80">
              <a:extLst>
                <a:ext uri="{FF2B5EF4-FFF2-40B4-BE49-F238E27FC236}">
                  <a16:creationId xmlns:a16="http://schemas.microsoft.com/office/drawing/2014/main" id="{161B93FB-BAD2-CA50-15F8-D65FC1788DB5}"/>
                </a:ext>
              </a:extLst>
            </p:cNvPr>
            <p:cNvSpPr/>
            <p:nvPr/>
          </p:nvSpPr>
          <p:spPr>
            <a:xfrm>
              <a:off x="3316397" y="4088759"/>
              <a:ext cx="42192" cy="10991"/>
            </a:xfrm>
            <a:custGeom>
              <a:avLst/>
              <a:gdLst/>
              <a:ahLst/>
              <a:cxnLst/>
              <a:rect l="l" t="t" r="r" b="b"/>
              <a:pathLst>
                <a:path w="1071" h="279" extrusionOk="0">
                  <a:moveTo>
                    <a:pt x="153" y="1"/>
                  </a:moveTo>
                  <a:cubicBezTo>
                    <a:pt x="83" y="1"/>
                    <a:pt x="19" y="53"/>
                    <a:pt x="11" y="122"/>
                  </a:cubicBezTo>
                  <a:cubicBezTo>
                    <a:pt x="0" y="207"/>
                    <a:pt x="67" y="278"/>
                    <a:pt x="148" y="278"/>
                  </a:cubicBezTo>
                  <a:lnTo>
                    <a:pt x="917" y="278"/>
                  </a:lnTo>
                  <a:cubicBezTo>
                    <a:pt x="988" y="278"/>
                    <a:pt x="1051" y="227"/>
                    <a:pt x="1060" y="157"/>
                  </a:cubicBezTo>
                  <a:cubicBezTo>
                    <a:pt x="1070" y="73"/>
                    <a:pt x="1006" y="1"/>
                    <a:pt x="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15;p80">
              <a:extLst>
                <a:ext uri="{FF2B5EF4-FFF2-40B4-BE49-F238E27FC236}">
                  <a16:creationId xmlns:a16="http://schemas.microsoft.com/office/drawing/2014/main" id="{38EDC85D-75D2-2471-486B-4034BE059A2A}"/>
                </a:ext>
              </a:extLst>
            </p:cNvPr>
            <p:cNvSpPr/>
            <p:nvPr/>
          </p:nvSpPr>
          <p:spPr>
            <a:xfrm>
              <a:off x="3175875" y="3945085"/>
              <a:ext cx="159747" cy="159747"/>
            </a:xfrm>
            <a:custGeom>
              <a:avLst/>
              <a:gdLst/>
              <a:ahLst/>
              <a:cxnLst/>
              <a:rect l="l" t="t" r="r" b="b"/>
              <a:pathLst>
                <a:path w="4055" h="4055" extrusionOk="0">
                  <a:moveTo>
                    <a:pt x="2027" y="1"/>
                  </a:moveTo>
                  <a:cubicBezTo>
                    <a:pt x="909" y="1"/>
                    <a:pt x="0" y="910"/>
                    <a:pt x="0" y="2027"/>
                  </a:cubicBezTo>
                  <a:cubicBezTo>
                    <a:pt x="0" y="3146"/>
                    <a:pt x="910" y="4054"/>
                    <a:pt x="2027" y="4054"/>
                  </a:cubicBezTo>
                  <a:cubicBezTo>
                    <a:pt x="2030" y="4054"/>
                    <a:pt x="2032" y="4054"/>
                    <a:pt x="2035" y="4054"/>
                  </a:cubicBezTo>
                  <a:cubicBezTo>
                    <a:pt x="3149" y="4054"/>
                    <a:pt x="4055" y="3146"/>
                    <a:pt x="4055" y="2031"/>
                  </a:cubicBezTo>
                  <a:cubicBezTo>
                    <a:pt x="4055" y="1726"/>
                    <a:pt x="3988" y="1432"/>
                    <a:pt x="3860" y="1160"/>
                  </a:cubicBezTo>
                  <a:cubicBezTo>
                    <a:pt x="3835" y="1110"/>
                    <a:pt x="3785" y="1080"/>
                    <a:pt x="3734" y="1080"/>
                  </a:cubicBezTo>
                  <a:cubicBezTo>
                    <a:pt x="3714" y="1080"/>
                    <a:pt x="3694" y="1085"/>
                    <a:pt x="3675" y="1094"/>
                  </a:cubicBezTo>
                  <a:cubicBezTo>
                    <a:pt x="3606" y="1126"/>
                    <a:pt x="3576" y="1210"/>
                    <a:pt x="3609" y="1278"/>
                  </a:cubicBezTo>
                  <a:cubicBezTo>
                    <a:pt x="3720" y="1515"/>
                    <a:pt x="3777" y="1767"/>
                    <a:pt x="3777" y="2028"/>
                  </a:cubicBezTo>
                  <a:cubicBezTo>
                    <a:pt x="3777" y="2994"/>
                    <a:pt x="2992" y="3779"/>
                    <a:pt x="2027" y="3779"/>
                  </a:cubicBezTo>
                  <a:cubicBezTo>
                    <a:pt x="1062" y="3779"/>
                    <a:pt x="278" y="2994"/>
                    <a:pt x="278" y="2028"/>
                  </a:cubicBezTo>
                  <a:cubicBezTo>
                    <a:pt x="278" y="1063"/>
                    <a:pt x="1062" y="278"/>
                    <a:pt x="2027" y="278"/>
                  </a:cubicBezTo>
                  <a:cubicBezTo>
                    <a:pt x="2512" y="278"/>
                    <a:pt x="2964" y="472"/>
                    <a:pt x="3297" y="825"/>
                  </a:cubicBezTo>
                  <a:cubicBezTo>
                    <a:pt x="3325" y="853"/>
                    <a:pt x="3362" y="868"/>
                    <a:pt x="3399" y="868"/>
                  </a:cubicBezTo>
                  <a:cubicBezTo>
                    <a:pt x="3433" y="868"/>
                    <a:pt x="3467" y="855"/>
                    <a:pt x="3494" y="830"/>
                  </a:cubicBezTo>
                  <a:cubicBezTo>
                    <a:pt x="3549" y="777"/>
                    <a:pt x="3552" y="688"/>
                    <a:pt x="3499" y="634"/>
                  </a:cubicBezTo>
                  <a:cubicBezTo>
                    <a:pt x="3113" y="225"/>
                    <a:pt x="2589" y="1"/>
                    <a:pt x="20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16;p80">
              <a:extLst>
                <a:ext uri="{FF2B5EF4-FFF2-40B4-BE49-F238E27FC236}">
                  <a16:creationId xmlns:a16="http://schemas.microsoft.com/office/drawing/2014/main" id="{D4CFC342-C1D5-EE65-FF20-E8ABF179C6A9}"/>
                </a:ext>
              </a:extLst>
            </p:cNvPr>
            <p:cNvSpPr/>
            <p:nvPr/>
          </p:nvSpPr>
          <p:spPr>
            <a:xfrm>
              <a:off x="3210149" y="3975262"/>
              <a:ext cx="91121" cy="91002"/>
            </a:xfrm>
            <a:custGeom>
              <a:avLst/>
              <a:gdLst/>
              <a:ahLst/>
              <a:cxnLst/>
              <a:rect l="l" t="t" r="r" b="b"/>
              <a:pathLst>
                <a:path w="2313" h="2310" extrusionOk="0">
                  <a:moveTo>
                    <a:pt x="1156" y="274"/>
                  </a:moveTo>
                  <a:cubicBezTo>
                    <a:pt x="1449" y="274"/>
                    <a:pt x="1695" y="480"/>
                    <a:pt x="1758" y="754"/>
                  </a:cubicBezTo>
                  <a:lnTo>
                    <a:pt x="555" y="754"/>
                  </a:lnTo>
                  <a:cubicBezTo>
                    <a:pt x="617" y="480"/>
                    <a:pt x="864" y="274"/>
                    <a:pt x="1156" y="274"/>
                  </a:cubicBezTo>
                  <a:close/>
                  <a:moveTo>
                    <a:pt x="1963" y="1030"/>
                  </a:moveTo>
                  <a:cubicBezTo>
                    <a:pt x="2003" y="1030"/>
                    <a:pt x="2036" y="1063"/>
                    <a:pt x="2036" y="1103"/>
                  </a:cubicBezTo>
                  <a:lnTo>
                    <a:pt x="2036" y="1725"/>
                  </a:lnTo>
                  <a:cubicBezTo>
                    <a:pt x="2036" y="1894"/>
                    <a:pt x="1900" y="2031"/>
                    <a:pt x="1731" y="2031"/>
                  </a:cubicBezTo>
                  <a:lnTo>
                    <a:pt x="584" y="2031"/>
                  </a:lnTo>
                  <a:cubicBezTo>
                    <a:pt x="415" y="2031"/>
                    <a:pt x="278" y="1893"/>
                    <a:pt x="278" y="1725"/>
                  </a:cubicBezTo>
                  <a:lnTo>
                    <a:pt x="278" y="1103"/>
                  </a:lnTo>
                  <a:cubicBezTo>
                    <a:pt x="278" y="1063"/>
                    <a:pt x="311" y="1030"/>
                    <a:pt x="350" y="1030"/>
                  </a:cubicBezTo>
                  <a:close/>
                  <a:moveTo>
                    <a:pt x="1157" y="1"/>
                  </a:moveTo>
                  <a:cubicBezTo>
                    <a:pt x="709" y="1"/>
                    <a:pt x="337" y="334"/>
                    <a:pt x="275" y="767"/>
                  </a:cubicBezTo>
                  <a:cubicBezTo>
                    <a:pt x="118" y="801"/>
                    <a:pt x="1" y="941"/>
                    <a:pt x="1" y="1108"/>
                  </a:cubicBezTo>
                  <a:lnTo>
                    <a:pt x="1" y="1726"/>
                  </a:lnTo>
                  <a:cubicBezTo>
                    <a:pt x="1" y="2047"/>
                    <a:pt x="262" y="2309"/>
                    <a:pt x="584" y="2309"/>
                  </a:cubicBezTo>
                  <a:lnTo>
                    <a:pt x="1730" y="2309"/>
                  </a:lnTo>
                  <a:cubicBezTo>
                    <a:pt x="2052" y="2309"/>
                    <a:pt x="2312" y="2047"/>
                    <a:pt x="2312" y="1726"/>
                  </a:cubicBezTo>
                  <a:lnTo>
                    <a:pt x="2312" y="1108"/>
                  </a:lnTo>
                  <a:cubicBezTo>
                    <a:pt x="2312" y="941"/>
                    <a:pt x="2195" y="801"/>
                    <a:pt x="2038" y="767"/>
                  </a:cubicBezTo>
                  <a:cubicBezTo>
                    <a:pt x="1978" y="334"/>
                    <a:pt x="1605" y="1"/>
                    <a:pt x="11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1568;p80">
            <a:extLst>
              <a:ext uri="{FF2B5EF4-FFF2-40B4-BE49-F238E27FC236}">
                <a16:creationId xmlns:a16="http://schemas.microsoft.com/office/drawing/2014/main" id="{5098587A-C259-FCC5-5252-890F9B6A2FA8}"/>
              </a:ext>
            </a:extLst>
          </p:cNvPr>
          <p:cNvGrpSpPr/>
          <p:nvPr/>
        </p:nvGrpSpPr>
        <p:grpSpPr>
          <a:xfrm>
            <a:off x="4828596" y="1614803"/>
            <a:ext cx="372795" cy="371062"/>
            <a:chOff x="5608832" y="3346636"/>
            <a:chExt cx="372795" cy="371062"/>
          </a:xfrm>
        </p:grpSpPr>
        <p:sp>
          <p:nvSpPr>
            <p:cNvPr id="43" name="Google Shape;1569;p80">
              <a:extLst>
                <a:ext uri="{FF2B5EF4-FFF2-40B4-BE49-F238E27FC236}">
                  <a16:creationId xmlns:a16="http://schemas.microsoft.com/office/drawing/2014/main" id="{0AE189D9-035A-FFE4-13F9-419EF84B0D10}"/>
                </a:ext>
              </a:extLst>
            </p:cNvPr>
            <p:cNvSpPr/>
            <p:nvPr/>
          </p:nvSpPr>
          <p:spPr>
            <a:xfrm>
              <a:off x="5802931" y="3410062"/>
              <a:ext cx="115546" cy="10991"/>
            </a:xfrm>
            <a:custGeom>
              <a:avLst/>
              <a:gdLst/>
              <a:ahLst/>
              <a:cxnLst/>
              <a:rect l="l" t="t" r="r" b="b"/>
              <a:pathLst>
                <a:path w="2933" h="279" extrusionOk="0">
                  <a:moveTo>
                    <a:pt x="159" y="1"/>
                  </a:moveTo>
                  <a:cubicBezTo>
                    <a:pt x="94" y="1"/>
                    <a:pt x="32" y="45"/>
                    <a:pt x="20" y="109"/>
                  </a:cubicBezTo>
                  <a:cubicBezTo>
                    <a:pt x="1" y="199"/>
                    <a:pt x="69" y="278"/>
                    <a:pt x="155" y="278"/>
                  </a:cubicBezTo>
                  <a:lnTo>
                    <a:pt x="2775" y="278"/>
                  </a:lnTo>
                  <a:cubicBezTo>
                    <a:pt x="2840" y="278"/>
                    <a:pt x="2901" y="235"/>
                    <a:pt x="2914" y="169"/>
                  </a:cubicBezTo>
                  <a:cubicBezTo>
                    <a:pt x="2933" y="80"/>
                    <a:pt x="2865" y="1"/>
                    <a:pt x="27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70;p80">
              <a:extLst>
                <a:ext uri="{FF2B5EF4-FFF2-40B4-BE49-F238E27FC236}">
                  <a16:creationId xmlns:a16="http://schemas.microsoft.com/office/drawing/2014/main" id="{BE5F4CF7-A808-C399-04FE-C39120FED95B}"/>
                </a:ext>
              </a:extLst>
            </p:cNvPr>
            <p:cNvSpPr/>
            <p:nvPr/>
          </p:nvSpPr>
          <p:spPr>
            <a:xfrm>
              <a:off x="5608832" y="3410062"/>
              <a:ext cx="372795" cy="307636"/>
            </a:xfrm>
            <a:custGeom>
              <a:avLst/>
              <a:gdLst/>
              <a:ahLst/>
              <a:cxnLst/>
              <a:rect l="l" t="t" r="r" b="b"/>
              <a:pathLst>
                <a:path w="9463" h="7809" extrusionOk="0">
                  <a:moveTo>
                    <a:pt x="5717" y="5997"/>
                  </a:moveTo>
                  <a:lnTo>
                    <a:pt x="5717" y="6884"/>
                  </a:lnTo>
                  <a:lnTo>
                    <a:pt x="5240" y="6884"/>
                  </a:lnTo>
                  <a:cubicBezTo>
                    <a:pt x="5175" y="6884"/>
                    <a:pt x="5113" y="6928"/>
                    <a:pt x="5101" y="6993"/>
                  </a:cubicBezTo>
                  <a:cubicBezTo>
                    <a:pt x="5082" y="7082"/>
                    <a:pt x="5149" y="7161"/>
                    <a:pt x="5237" y="7161"/>
                  </a:cubicBezTo>
                  <a:lnTo>
                    <a:pt x="5786" y="7161"/>
                  </a:lnTo>
                  <a:lnTo>
                    <a:pt x="6083" y="7532"/>
                  </a:lnTo>
                  <a:lnTo>
                    <a:pt x="3387" y="7532"/>
                  </a:lnTo>
                  <a:lnTo>
                    <a:pt x="3686" y="7161"/>
                  </a:lnTo>
                  <a:lnTo>
                    <a:pt x="4606" y="7161"/>
                  </a:lnTo>
                  <a:cubicBezTo>
                    <a:pt x="4672" y="7161"/>
                    <a:pt x="4733" y="7118"/>
                    <a:pt x="4746" y="7053"/>
                  </a:cubicBezTo>
                  <a:cubicBezTo>
                    <a:pt x="4764" y="6963"/>
                    <a:pt x="4697" y="6884"/>
                    <a:pt x="4610" y="6884"/>
                  </a:cubicBezTo>
                  <a:lnTo>
                    <a:pt x="3737" y="6884"/>
                  </a:lnTo>
                  <a:lnTo>
                    <a:pt x="3737" y="5997"/>
                  </a:lnTo>
                  <a:close/>
                  <a:moveTo>
                    <a:pt x="8303" y="1"/>
                  </a:moveTo>
                  <a:cubicBezTo>
                    <a:pt x="8236" y="1"/>
                    <a:pt x="8176" y="45"/>
                    <a:pt x="8163" y="109"/>
                  </a:cubicBezTo>
                  <a:cubicBezTo>
                    <a:pt x="8145" y="199"/>
                    <a:pt x="8212" y="278"/>
                    <a:pt x="8299" y="278"/>
                  </a:cubicBezTo>
                  <a:lnTo>
                    <a:pt x="8580" y="278"/>
                  </a:lnTo>
                  <a:cubicBezTo>
                    <a:pt x="8921" y="278"/>
                    <a:pt x="9198" y="555"/>
                    <a:pt x="9198" y="895"/>
                  </a:cubicBezTo>
                  <a:lnTo>
                    <a:pt x="9192" y="4534"/>
                  </a:lnTo>
                  <a:lnTo>
                    <a:pt x="1459" y="4534"/>
                  </a:lnTo>
                  <a:cubicBezTo>
                    <a:pt x="1393" y="4534"/>
                    <a:pt x="1332" y="4578"/>
                    <a:pt x="1319" y="4642"/>
                  </a:cubicBezTo>
                  <a:cubicBezTo>
                    <a:pt x="1300" y="4732"/>
                    <a:pt x="1368" y="4811"/>
                    <a:pt x="1456" y="4811"/>
                  </a:cubicBezTo>
                  <a:lnTo>
                    <a:pt x="9198" y="4811"/>
                  </a:lnTo>
                  <a:lnTo>
                    <a:pt x="9198" y="5090"/>
                  </a:lnTo>
                  <a:cubicBezTo>
                    <a:pt x="9197" y="5426"/>
                    <a:pt x="8920" y="5698"/>
                    <a:pt x="8580" y="5698"/>
                  </a:cubicBezTo>
                  <a:lnTo>
                    <a:pt x="897" y="5698"/>
                  </a:lnTo>
                  <a:cubicBezTo>
                    <a:pt x="557" y="5698"/>
                    <a:pt x="280" y="5425"/>
                    <a:pt x="280" y="5088"/>
                  </a:cubicBezTo>
                  <a:lnTo>
                    <a:pt x="280" y="4811"/>
                  </a:lnTo>
                  <a:lnTo>
                    <a:pt x="870" y="4811"/>
                  </a:lnTo>
                  <a:cubicBezTo>
                    <a:pt x="935" y="4811"/>
                    <a:pt x="997" y="4767"/>
                    <a:pt x="1009" y="4703"/>
                  </a:cubicBezTo>
                  <a:cubicBezTo>
                    <a:pt x="1028" y="4613"/>
                    <a:pt x="961" y="4534"/>
                    <a:pt x="873" y="4534"/>
                  </a:cubicBezTo>
                  <a:lnTo>
                    <a:pt x="279" y="4534"/>
                  </a:lnTo>
                  <a:lnTo>
                    <a:pt x="279" y="869"/>
                  </a:lnTo>
                  <a:cubicBezTo>
                    <a:pt x="279" y="543"/>
                    <a:pt x="543" y="279"/>
                    <a:pt x="869" y="279"/>
                  </a:cubicBezTo>
                  <a:lnTo>
                    <a:pt x="3518" y="279"/>
                  </a:lnTo>
                  <a:cubicBezTo>
                    <a:pt x="3528" y="279"/>
                    <a:pt x="3535" y="277"/>
                    <a:pt x="3541" y="270"/>
                  </a:cubicBezTo>
                  <a:cubicBezTo>
                    <a:pt x="3667" y="148"/>
                    <a:pt x="3583" y="3"/>
                    <a:pt x="3465" y="3"/>
                  </a:cubicBezTo>
                  <a:lnTo>
                    <a:pt x="895" y="3"/>
                  </a:lnTo>
                  <a:cubicBezTo>
                    <a:pt x="402" y="3"/>
                    <a:pt x="1" y="404"/>
                    <a:pt x="1" y="896"/>
                  </a:cubicBezTo>
                  <a:lnTo>
                    <a:pt x="1" y="5102"/>
                  </a:lnTo>
                  <a:cubicBezTo>
                    <a:pt x="1" y="5596"/>
                    <a:pt x="402" y="5997"/>
                    <a:pt x="895" y="5997"/>
                  </a:cubicBezTo>
                  <a:lnTo>
                    <a:pt x="3460" y="5997"/>
                  </a:lnTo>
                  <a:lnTo>
                    <a:pt x="3460" y="6968"/>
                  </a:lnTo>
                  <a:lnTo>
                    <a:pt x="3006" y="7532"/>
                  </a:lnTo>
                  <a:lnTo>
                    <a:pt x="2817" y="7532"/>
                  </a:lnTo>
                  <a:cubicBezTo>
                    <a:pt x="2750" y="7532"/>
                    <a:pt x="2690" y="7575"/>
                    <a:pt x="2676" y="7640"/>
                  </a:cubicBezTo>
                  <a:cubicBezTo>
                    <a:pt x="2658" y="7729"/>
                    <a:pt x="2726" y="7808"/>
                    <a:pt x="2812" y="7808"/>
                  </a:cubicBezTo>
                  <a:lnTo>
                    <a:pt x="6625" y="7808"/>
                  </a:lnTo>
                  <a:cubicBezTo>
                    <a:pt x="6691" y="7808"/>
                    <a:pt x="6752" y="7765"/>
                    <a:pt x="6765" y="7701"/>
                  </a:cubicBezTo>
                  <a:cubicBezTo>
                    <a:pt x="6784" y="7611"/>
                    <a:pt x="6716" y="7532"/>
                    <a:pt x="6630" y="7532"/>
                  </a:cubicBezTo>
                  <a:lnTo>
                    <a:pt x="6450" y="7532"/>
                  </a:lnTo>
                  <a:lnTo>
                    <a:pt x="5997" y="6968"/>
                  </a:lnTo>
                  <a:lnTo>
                    <a:pt x="5997" y="5997"/>
                  </a:lnTo>
                  <a:lnTo>
                    <a:pt x="8562" y="5997"/>
                  </a:lnTo>
                  <a:cubicBezTo>
                    <a:pt x="9053" y="5997"/>
                    <a:pt x="9454" y="5597"/>
                    <a:pt x="9455" y="5104"/>
                  </a:cubicBezTo>
                  <a:lnTo>
                    <a:pt x="9462" y="896"/>
                  </a:lnTo>
                  <a:cubicBezTo>
                    <a:pt x="9462" y="403"/>
                    <a:pt x="9062" y="1"/>
                    <a:pt x="8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71;p80">
              <a:extLst>
                <a:ext uri="{FF2B5EF4-FFF2-40B4-BE49-F238E27FC236}">
                  <a16:creationId xmlns:a16="http://schemas.microsoft.com/office/drawing/2014/main" id="{94AA7793-9F88-2523-3002-EEF410F9DCE1}"/>
                </a:ext>
              </a:extLst>
            </p:cNvPr>
            <p:cNvSpPr/>
            <p:nvPr/>
          </p:nvSpPr>
          <p:spPr>
            <a:xfrm>
              <a:off x="5789655" y="3608376"/>
              <a:ext cx="10952" cy="15561"/>
            </a:xfrm>
            <a:custGeom>
              <a:avLst/>
              <a:gdLst/>
              <a:ahLst/>
              <a:cxnLst/>
              <a:rect l="l" t="t" r="r" b="b"/>
              <a:pathLst>
                <a:path w="278" h="395" extrusionOk="0">
                  <a:moveTo>
                    <a:pt x="140" y="1"/>
                  </a:moveTo>
                  <a:cubicBezTo>
                    <a:pt x="63" y="1"/>
                    <a:pt x="0" y="63"/>
                    <a:pt x="0" y="140"/>
                  </a:cubicBezTo>
                  <a:lnTo>
                    <a:pt x="0" y="252"/>
                  </a:lnTo>
                  <a:cubicBezTo>
                    <a:pt x="0" y="318"/>
                    <a:pt x="43" y="378"/>
                    <a:pt x="109" y="392"/>
                  </a:cubicBezTo>
                  <a:cubicBezTo>
                    <a:pt x="119" y="394"/>
                    <a:pt x="129" y="395"/>
                    <a:pt x="138" y="395"/>
                  </a:cubicBezTo>
                  <a:cubicBezTo>
                    <a:pt x="215" y="395"/>
                    <a:pt x="278" y="334"/>
                    <a:pt x="278" y="256"/>
                  </a:cubicBezTo>
                  <a:lnTo>
                    <a:pt x="278" y="144"/>
                  </a:lnTo>
                  <a:cubicBezTo>
                    <a:pt x="278" y="77"/>
                    <a:pt x="233" y="17"/>
                    <a:pt x="169" y="4"/>
                  </a:cubicBezTo>
                  <a:cubicBezTo>
                    <a:pt x="159" y="2"/>
                    <a:pt x="149" y="1"/>
                    <a:pt x="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72;p80">
              <a:extLst>
                <a:ext uri="{FF2B5EF4-FFF2-40B4-BE49-F238E27FC236}">
                  <a16:creationId xmlns:a16="http://schemas.microsoft.com/office/drawing/2014/main" id="{A9D64D7E-89C2-96A2-C6F9-637F1111527D}"/>
                </a:ext>
              </a:extLst>
            </p:cNvPr>
            <p:cNvSpPr/>
            <p:nvPr/>
          </p:nvSpPr>
          <p:spPr>
            <a:xfrm>
              <a:off x="5821683" y="3458203"/>
              <a:ext cx="134101" cy="69256"/>
            </a:xfrm>
            <a:custGeom>
              <a:avLst/>
              <a:gdLst/>
              <a:ahLst/>
              <a:cxnLst/>
              <a:rect l="l" t="t" r="r" b="b"/>
              <a:pathLst>
                <a:path w="3404" h="1758" extrusionOk="0">
                  <a:moveTo>
                    <a:pt x="526" y="0"/>
                  </a:moveTo>
                  <a:cubicBezTo>
                    <a:pt x="236" y="0"/>
                    <a:pt x="1" y="235"/>
                    <a:pt x="1" y="525"/>
                  </a:cubicBezTo>
                  <a:lnTo>
                    <a:pt x="1" y="1232"/>
                  </a:lnTo>
                  <a:cubicBezTo>
                    <a:pt x="1" y="1522"/>
                    <a:pt x="236" y="1757"/>
                    <a:pt x="526" y="1757"/>
                  </a:cubicBezTo>
                  <a:lnTo>
                    <a:pt x="2879" y="1757"/>
                  </a:lnTo>
                  <a:cubicBezTo>
                    <a:pt x="3169" y="1757"/>
                    <a:pt x="3403" y="1522"/>
                    <a:pt x="3403" y="1232"/>
                  </a:cubicBezTo>
                  <a:lnTo>
                    <a:pt x="3403" y="146"/>
                  </a:lnTo>
                  <a:cubicBezTo>
                    <a:pt x="3403" y="65"/>
                    <a:pt x="3339" y="0"/>
                    <a:pt x="3259" y="0"/>
                  </a:cubicBezTo>
                  <a:lnTo>
                    <a:pt x="1355" y="0"/>
                  </a:lnTo>
                  <a:cubicBezTo>
                    <a:pt x="1345" y="0"/>
                    <a:pt x="1335" y="5"/>
                    <a:pt x="1328" y="11"/>
                  </a:cubicBezTo>
                  <a:cubicBezTo>
                    <a:pt x="1205" y="131"/>
                    <a:pt x="1288" y="278"/>
                    <a:pt x="1405" y="278"/>
                  </a:cubicBezTo>
                  <a:lnTo>
                    <a:pt x="2879" y="278"/>
                  </a:lnTo>
                  <a:cubicBezTo>
                    <a:pt x="3016" y="278"/>
                    <a:pt x="3127" y="388"/>
                    <a:pt x="3127" y="525"/>
                  </a:cubicBezTo>
                  <a:lnTo>
                    <a:pt x="3127" y="1231"/>
                  </a:lnTo>
                  <a:cubicBezTo>
                    <a:pt x="3127" y="1368"/>
                    <a:pt x="3016" y="1479"/>
                    <a:pt x="2879" y="1479"/>
                  </a:cubicBezTo>
                  <a:lnTo>
                    <a:pt x="526" y="1479"/>
                  </a:lnTo>
                  <a:cubicBezTo>
                    <a:pt x="389" y="1479"/>
                    <a:pt x="278" y="1368"/>
                    <a:pt x="278" y="1231"/>
                  </a:cubicBezTo>
                  <a:lnTo>
                    <a:pt x="278" y="422"/>
                  </a:lnTo>
                  <a:cubicBezTo>
                    <a:pt x="278" y="342"/>
                    <a:pt x="342" y="278"/>
                    <a:pt x="423" y="278"/>
                  </a:cubicBezTo>
                  <a:lnTo>
                    <a:pt x="844" y="278"/>
                  </a:lnTo>
                  <a:cubicBezTo>
                    <a:pt x="869" y="278"/>
                    <a:pt x="892" y="267"/>
                    <a:pt x="908" y="247"/>
                  </a:cubicBezTo>
                  <a:cubicBezTo>
                    <a:pt x="1006" y="131"/>
                    <a:pt x="926" y="0"/>
                    <a:pt x="8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73;p80">
              <a:extLst>
                <a:ext uri="{FF2B5EF4-FFF2-40B4-BE49-F238E27FC236}">
                  <a16:creationId xmlns:a16="http://schemas.microsoft.com/office/drawing/2014/main" id="{BABF2F44-9AAC-585D-D920-3D87AB00E32A}"/>
                </a:ext>
              </a:extLst>
            </p:cNvPr>
            <p:cNvSpPr/>
            <p:nvPr/>
          </p:nvSpPr>
          <p:spPr>
            <a:xfrm>
              <a:off x="5881051" y="3487355"/>
              <a:ext cx="16191" cy="10952"/>
            </a:xfrm>
            <a:custGeom>
              <a:avLst/>
              <a:gdLst/>
              <a:ahLst/>
              <a:cxnLst/>
              <a:rect l="l" t="t" r="r" b="b"/>
              <a:pathLst>
                <a:path w="411" h="278" extrusionOk="0">
                  <a:moveTo>
                    <a:pt x="158" y="0"/>
                  </a:moveTo>
                  <a:cubicBezTo>
                    <a:pt x="92" y="0"/>
                    <a:pt x="32" y="43"/>
                    <a:pt x="18" y="109"/>
                  </a:cubicBezTo>
                  <a:cubicBezTo>
                    <a:pt x="0" y="198"/>
                    <a:pt x="67" y="278"/>
                    <a:pt x="154" y="278"/>
                  </a:cubicBezTo>
                  <a:lnTo>
                    <a:pt x="256" y="278"/>
                  </a:lnTo>
                  <a:cubicBezTo>
                    <a:pt x="343" y="278"/>
                    <a:pt x="411" y="198"/>
                    <a:pt x="392" y="109"/>
                  </a:cubicBezTo>
                  <a:cubicBezTo>
                    <a:pt x="378" y="44"/>
                    <a:pt x="318"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74;p80">
              <a:extLst>
                <a:ext uri="{FF2B5EF4-FFF2-40B4-BE49-F238E27FC236}">
                  <a16:creationId xmlns:a16="http://schemas.microsoft.com/office/drawing/2014/main" id="{0761100B-8A66-F9C0-052C-90F0E2A9B9D8}"/>
                </a:ext>
              </a:extLst>
            </p:cNvPr>
            <p:cNvSpPr/>
            <p:nvPr/>
          </p:nvSpPr>
          <p:spPr>
            <a:xfrm>
              <a:off x="5852332" y="3487355"/>
              <a:ext cx="16231" cy="10952"/>
            </a:xfrm>
            <a:custGeom>
              <a:avLst/>
              <a:gdLst/>
              <a:ahLst/>
              <a:cxnLst/>
              <a:rect l="l" t="t" r="r" b="b"/>
              <a:pathLst>
                <a:path w="412" h="278" extrusionOk="0">
                  <a:moveTo>
                    <a:pt x="154" y="0"/>
                  </a:moveTo>
                  <a:cubicBezTo>
                    <a:pt x="67" y="0"/>
                    <a:pt x="0" y="79"/>
                    <a:pt x="18" y="169"/>
                  </a:cubicBezTo>
                  <a:cubicBezTo>
                    <a:pt x="33" y="234"/>
                    <a:pt x="93" y="278"/>
                    <a:pt x="160" y="278"/>
                  </a:cubicBezTo>
                  <a:lnTo>
                    <a:pt x="253" y="278"/>
                  </a:lnTo>
                  <a:cubicBezTo>
                    <a:pt x="319" y="278"/>
                    <a:pt x="380" y="234"/>
                    <a:pt x="393" y="169"/>
                  </a:cubicBezTo>
                  <a:cubicBezTo>
                    <a:pt x="412" y="79"/>
                    <a:pt x="344" y="0"/>
                    <a:pt x="2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75;p80">
              <a:extLst>
                <a:ext uri="{FF2B5EF4-FFF2-40B4-BE49-F238E27FC236}">
                  <a16:creationId xmlns:a16="http://schemas.microsoft.com/office/drawing/2014/main" id="{3F9020A1-62C2-1671-8CFA-A379686EA643}"/>
                </a:ext>
              </a:extLst>
            </p:cNvPr>
            <p:cNvSpPr/>
            <p:nvPr/>
          </p:nvSpPr>
          <p:spPr>
            <a:xfrm>
              <a:off x="5910755" y="3487355"/>
              <a:ext cx="16231" cy="10952"/>
            </a:xfrm>
            <a:custGeom>
              <a:avLst/>
              <a:gdLst/>
              <a:ahLst/>
              <a:cxnLst/>
              <a:rect l="l" t="t" r="r" b="b"/>
              <a:pathLst>
                <a:path w="412" h="278" extrusionOk="0">
                  <a:moveTo>
                    <a:pt x="159" y="0"/>
                  </a:moveTo>
                  <a:cubicBezTo>
                    <a:pt x="92" y="0"/>
                    <a:pt x="32" y="43"/>
                    <a:pt x="19" y="109"/>
                  </a:cubicBezTo>
                  <a:cubicBezTo>
                    <a:pt x="1" y="198"/>
                    <a:pt x="68" y="278"/>
                    <a:pt x="155" y="278"/>
                  </a:cubicBezTo>
                  <a:lnTo>
                    <a:pt x="256" y="278"/>
                  </a:lnTo>
                  <a:cubicBezTo>
                    <a:pt x="344" y="278"/>
                    <a:pt x="411" y="198"/>
                    <a:pt x="392" y="109"/>
                  </a:cubicBezTo>
                  <a:cubicBezTo>
                    <a:pt x="379" y="44"/>
                    <a:pt x="318" y="0"/>
                    <a:pt x="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76;p80">
              <a:extLst>
                <a:ext uri="{FF2B5EF4-FFF2-40B4-BE49-F238E27FC236}">
                  <a16:creationId xmlns:a16="http://schemas.microsoft.com/office/drawing/2014/main" id="{C20BE39D-D94B-9AB6-DB6C-CEABE8FF490E}"/>
                </a:ext>
              </a:extLst>
            </p:cNvPr>
            <p:cNvSpPr/>
            <p:nvPr/>
          </p:nvSpPr>
          <p:spPr>
            <a:xfrm>
              <a:off x="5642672" y="3346636"/>
              <a:ext cx="152734" cy="233061"/>
            </a:xfrm>
            <a:custGeom>
              <a:avLst/>
              <a:gdLst/>
              <a:ahLst/>
              <a:cxnLst/>
              <a:rect l="l" t="t" r="r" b="b"/>
              <a:pathLst>
                <a:path w="3877" h="5916" extrusionOk="0">
                  <a:moveTo>
                    <a:pt x="3432" y="1673"/>
                  </a:moveTo>
                  <a:cubicBezTo>
                    <a:pt x="3526" y="1673"/>
                    <a:pt x="3605" y="1751"/>
                    <a:pt x="3605" y="1846"/>
                  </a:cubicBezTo>
                  <a:cubicBezTo>
                    <a:pt x="3605" y="1941"/>
                    <a:pt x="3526" y="2019"/>
                    <a:pt x="3432" y="2019"/>
                  </a:cubicBezTo>
                  <a:cubicBezTo>
                    <a:pt x="3337" y="2019"/>
                    <a:pt x="3258" y="1941"/>
                    <a:pt x="3258" y="1846"/>
                  </a:cubicBezTo>
                  <a:cubicBezTo>
                    <a:pt x="3258" y="1751"/>
                    <a:pt x="3337" y="1673"/>
                    <a:pt x="3432" y="1673"/>
                  </a:cubicBezTo>
                  <a:close/>
                  <a:moveTo>
                    <a:pt x="1593" y="2483"/>
                  </a:moveTo>
                  <a:cubicBezTo>
                    <a:pt x="1463" y="2559"/>
                    <a:pt x="1346" y="2659"/>
                    <a:pt x="1246" y="2783"/>
                  </a:cubicBezTo>
                  <a:cubicBezTo>
                    <a:pt x="1078" y="2991"/>
                    <a:pt x="984" y="3238"/>
                    <a:pt x="962" y="3487"/>
                  </a:cubicBezTo>
                  <a:cubicBezTo>
                    <a:pt x="961" y="3487"/>
                    <a:pt x="961" y="3487"/>
                    <a:pt x="959" y="3488"/>
                  </a:cubicBezTo>
                  <a:cubicBezTo>
                    <a:pt x="703" y="3577"/>
                    <a:pt x="480" y="3733"/>
                    <a:pt x="309" y="3938"/>
                  </a:cubicBezTo>
                  <a:cubicBezTo>
                    <a:pt x="331" y="3612"/>
                    <a:pt x="451" y="3302"/>
                    <a:pt x="660" y="3045"/>
                  </a:cubicBezTo>
                  <a:cubicBezTo>
                    <a:pt x="898" y="2751"/>
                    <a:pt x="1225" y="2554"/>
                    <a:pt x="1593" y="2483"/>
                  </a:cubicBezTo>
                  <a:close/>
                  <a:moveTo>
                    <a:pt x="2265" y="2575"/>
                  </a:moveTo>
                  <a:cubicBezTo>
                    <a:pt x="2438" y="2575"/>
                    <a:pt x="2611" y="2619"/>
                    <a:pt x="2767" y="2706"/>
                  </a:cubicBezTo>
                  <a:cubicBezTo>
                    <a:pt x="2816" y="2737"/>
                    <a:pt x="2863" y="2770"/>
                    <a:pt x="2908" y="2807"/>
                  </a:cubicBezTo>
                  <a:cubicBezTo>
                    <a:pt x="2954" y="2843"/>
                    <a:pt x="2996" y="2881"/>
                    <a:pt x="3035" y="2921"/>
                  </a:cubicBezTo>
                  <a:cubicBezTo>
                    <a:pt x="3056" y="2946"/>
                    <a:pt x="3077" y="2971"/>
                    <a:pt x="3096" y="2996"/>
                  </a:cubicBezTo>
                  <a:cubicBezTo>
                    <a:pt x="3061" y="3010"/>
                    <a:pt x="3024" y="3017"/>
                    <a:pt x="2985" y="3017"/>
                  </a:cubicBezTo>
                  <a:cubicBezTo>
                    <a:pt x="2908" y="3017"/>
                    <a:pt x="2846" y="3079"/>
                    <a:pt x="2846" y="3155"/>
                  </a:cubicBezTo>
                  <a:cubicBezTo>
                    <a:pt x="2846" y="3232"/>
                    <a:pt x="2908" y="3295"/>
                    <a:pt x="2985" y="3295"/>
                  </a:cubicBezTo>
                  <a:cubicBezTo>
                    <a:pt x="3072" y="3295"/>
                    <a:pt x="3154" y="3276"/>
                    <a:pt x="3228" y="3242"/>
                  </a:cubicBezTo>
                  <a:lnTo>
                    <a:pt x="3228" y="3242"/>
                  </a:lnTo>
                  <a:cubicBezTo>
                    <a:pt x="3350" y="3572"/>
                    <a:pt x="3302" y="3958"/>
                    <a:pt x="3064" y="4252"/>
                  </a:cubicBezTo>
                  <a:cubicBezTo>
                    <a:pt x="2861" y="4503"/>
                    <a:pt x="2563" y="4634"/>
                    <a:pt x="2262" y="4634"/>
                  </a:cubicBezTo>
                  <a:cubicBezTo>
                    <a:pt x="2035" y="4634"/>
                    <a:pt x="1806" y="4559"/>
                    <a:pt x="1616" y="4405"/>
                  </a:cubicBezTo>
                  <a:cubicBezTo>
                    <a:pt x="1176" y="4047"/>
                    <a:pt x="1105" y="3397"/>
                    <a:pt x="1463" y="2957"/>
                  </a:cubicBezTo>
                  <a:cubicBezTo>
                    <a:pt x="1666" y="2705"/>
                    <a:pt x="1964" y="2575"/>
                    <a:pt x="2265" y="2575"/>
                  </a:cubicBezTo>
                  <a:close/>
                  <a:moveTo>
                    <a:pt x="3500" y="4023"/>
                  </a:moveTo>
                  <a:lnTo>
                    <a:pt x="3500" y="4023"/>
                  </a:lnTo>
                  <a:cubicBezTo>
                    <a:pt x="3505" y="4397"/>
                    <a:pt x="3383" y="4757"/>
                    <a:pt x="3145" y="5052"/>
                  </a:cubicBezTo>
                  <a:cubicBezTo>
                    <a:pt x="3002" y="5227"/>
                    <a:pt x="2828" y="5368"/>
                    <a:pt x="2634" y="5468"/>
                  </a:cubicBezTo>
                  <a:cubicBezTo>
                    <a:pt x="2739" y="5260"/>
                    <a:pt x="2795" y="5030"/>
                    <a:pt x="2795" y="4795"/>
                  </a:cubicBezTo>
                  <a:cubicBezTo>
                    <a:pt x="2978" y="4714"/>
                    <a:pt x="3146" y="4589"/>
                    <a:pt x="3281" y="4424"/>
                  </a:cubicBezTo>
                  <a:cubicBezTo>
                    <a:pt x="3381" y="4300"/>
                    <a:pt x="3453" y="4165"/>
                    <a:pt x="3500" y="4023"/>
                  </a:cubicBezTo>
                  <a:close/>
                  <a:moveTo>
                    <a:pt x="968" y="3782"/>
                  </a:moveTo>
                  <a:cubicBezTo>
                    <a:pt x="1012" y="4102"/>
                    <a:pt x="1172" y="4403"/>
                    <a:pt x="1441" y="4622"/>
                  </a:cubicBezTo>
                  <a:cubicBezTo>
                    <a:pt x="1681" y="4817"/>
                    <a:pt x="1973" y="4912"/>
                    <a:pt x="2261" y="4912"/>
                  </a:cubicBezTo>
                  <a:cubicBezTo>
                    <a:pt x="2346" y="4912"/>
                    <a:pt x="2430" y="4904"/>
                    <a:pt x="2516" y="4888"/>
                  </a:cubicBezTo>
                  <a:lnTo>
                    <a:pt x="2516" y="4888"/>
                  </a:lnTo>
                  <a:cubicBezTo>
                    <a:pt x="2497" y="5134"/>
                    <a:pt x="2405" y="5370"/>
                    <a:pt x="2248" y="5564"/>
                  </a:cubicBezTo>
                  <a:cubicBezTo>
                    <a:pt x="2232" y="5582"/>
                    <a:pt x="2216" y="5602"/>
                    <a:pt x="2197" y="5621"/>
                  </a:cubicBezTo>
                  <a:cubicBezTo>
                    <a:pt x="2155" y="5627"/>
                    <a:pt x="2113" y="5634"/>
                    <a:pt x="2069" y="5639"/>
                  </a:cubicBezTo>
                  <a:cubicBezTo>
                    <a:pt x="2012" y="5645"/>
                    <a:pt x="1954" y="5648"/>
                    <a:pt x="1897" y="5648"/>
                  </a:cubicBezTo>
                  <a:cubicBezTo>
                    <a:pt x="1534" y="5648"/>
                    <a:pt x="1184" y="5524"/>
                    <a:pt x="897" y="5292"/>
                  </a:cubicBezTo>
                  <a:cubicBezTo>
                    <a:pt x="613" y="5063"/>
                    <a:pt x="421" y="4751"/>
                    <a:pt x="343" y="4398"/>
                  </a:cubicBezTo>
                  <a:cubicBezTo>
                    <a:pt x="354" y="4374"/>
                    <a:pt x="364" y="4351"/>
                    <a:pt x="376" y="4330"/>
                  </a:cubicBezTo>
                  <a:cubicBezTo>
                    <a:pt x="507" y="4083"/>
                    <a:pt x="715" y="3892"/>
                    <a:pt x="968" y="3782"/>
                  </a:cubicBezTo>
                  <a:close/>
                  <a:moveTo>
                    <a:pt x="3426" y="1"/>
                  </a:moveTo>
                  <a:cubicBezTo>
                    <a:pt x="3350" y="1"/>
                    <a:pt x="3288" y="62"/>
                    <a:pt x="3288" y="139"/>
                  </a:cubicBezTo>
                  <a:lnTo>
                    <a:pt x="3288" y="1419"/>
                  </a:lnTo>
                  <a:cubicBezTo>
                    <a:pt x="3108" y="1477"/>
                    <a:pt x="2977" y="1647"/>
                    <a:pt x="2977" y="1847"/>
                  </a:cubicBezTo>
                  <a:cubicBezTo>
                    <a:pt x="2977" y="2047"/>
                    <a:pt x="3107" y="2216"/>
                    <a:pt x="3287" y="2274"/>
                  </a:cubicBezTo>
                  <a:lnTo>
                    <a:pt x="3287" y="2707"/>
                  </a:lnTo>
                  <a:cubicBezTo>
                    <a:pt x="3287" y="2732"/>
                    <a:pt x="3284" y="2756"/>
                    <a:pt x="3277" y="2779"/>
                  </a:cubicBezTo>
                  <a:cubicBezTo>
                    <a:pt x="3215" y="2711"/>
                    <a:pt x="3150" y="2649"/>
                    <a:pt x="3078" y="2591"/>
                  </a:cubicBezTo>
                  <a:cubicBezTo>
                    <a:pt x="2953" y="2491"/>
                    <a:pt x="2819" y="2407"/>
                    <a:pt x="2676" y="2343"/>
                  </a:cubicBezTo>
                  <a:lnTo>
                    <a:pt x="2676" y="2228"/>
                  </a:lnTo>
                  <a:cubicBezTo>
                    <a:pt x="2676" y="2162"/>
                    <a:pt x="2633" y="2101"/>
                    <a:pt x="2567" y="2089"/>
                  </a:cubicBezTo>
                  <a:cubicBezTo>
                    <a:pt x="2557" y="2086"/>
                    <a:pt x="2547" y="2085"/>
                    <a:pt x="2537" y="2085"/>
                  </a:cubicBezTo>
                  <a:cubicBezTo>
                    <a:pt x="2461" y="2085"/>
                    <a:pt x="2399" y="2147"/>
                    <a:pt x="2399" y="2225"/>
                  </a:cubicBezTo>
                  <a:lnTo>
                    <a:pt x="2399" y="2251"/>
                  </a:lnTo>
                  <a:cubicBezTo>
                    <a:pt x="2239" y="2207"/>
                    <a:pt x="2074" y="2185"/>
                    <a:pt x="1907" y="2185"/>
                  </a:cubicBezTo>
                  <a:cubicBezTo>
                    <a:pt x="1842" y="2185"/>
                    <a:pt x="1776" y="2189"/>
                    <a:pt x="1711" y="2195"/>
                  </a:cubicBezTo>
                  <a:cubicBezTo>
                    <a:pt x="1215" y="2248"/>
                    <a:pt x="771" y="2490"/>
                    <a:pt x="456" y="2877"/>
                  </a:cubicBezTo>
                  <a:cubicBezTo>
                    <a:pt x="143" y="3265"/>
                    <a:pt x="0" y="3750"/>
                    <a:pt x="51" y="4246"/>
                  </a:cubicBezTo>
                  <a:cubicBezTo>
                    <a:pt x="104" y="4742"/>
                    <a:pt x="345" y="5186"/>
                    <a:pt x="734" y="5501"/>
                  </a:cubicBezTo>
                  <a:cubicBezTo>
                    <a:pt x="1068" y="5772"/>
                    <a:pt x="1478" y="5915"/>
                    <a:pt x="1903" y="5915"/>
                  </a:cubicBezTo>
                  <a:cubicBezTo>
                    <a:pt x="1969" y="5915"/>
                    <a:pt x="2037" y="5912"/>
                    <a:pt x="2102" y="5905"/>
                  </a:cubicBezTo>
                  <a:cubicBezTo>
                    <a:pt x="2598" y="5852"/>
                    <a:pt x="3042" y="5612"/>
                    <a:pt x="3357" y="5223"/>
                  </a:cubicBezTo>
                  <a:cubicBezTo>
                    <a:pt x="3670" y="4836"/>
                    <a:pt x="3812" y="4351"/>
                    <a:pt x="3762" y="3855"/>
                  </a:cubicBezTo>
                  <a:cubicBezTo>
                    <a:pt x="3730" y="3556"/>
                    <a:pt x="3630" y="3278"/>
                    <a:pt x="3472" y="3034"/>
                  </a:cubicBezTo>
                  <a:cubicBezTo>
                    <a:pt x="3531" y="2943"/>
                    <a:pt x="3565" y="2834"/>
                    <a:pt x="3565" y="2717"/>
                  </a:cubicBezTo>
                  <a:lnTo>
                    <a:pt x="3565" y="2275"/>
                  </a:lnTo>
                  <a:cubicBezTo>
                    <a:pt x="3746" y="2217"/>
                    <a:pt x="3877" y="2047"/>
                    <a:pt x="3877" y="1847"/>
                  </a:cubicBezTo>
                  <a:cubicBezTo>
                    <a:pt x="3877" y="1647"/>
                    <a:pt x="3746" y="1478"/>
                    <a:pt x="3565" y="1419"/>
                  </a:cubicBezTo>
                  <a:lnTo>
                    <a:pt x="3565" y="143"/>
                  </a:lnTo>
                  <a:cubicBezTo>
                    <a:pt x="3565" y="78"/>
                    <a:pt x="3521" y="16"/>
                    <a:pt x="3457" y="4"/>
                  </a:cubicBezTo>
                  <a:cubicBezTo>
                    <a:pt x="3447" y="2"/>
                    <a:pt x="3436" y="1"/>
                    <a:pt x="34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56"/>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DIAGRAM : Communication flow</a:t>
            </a:r>
            <a:endParaRPr dirty="0"/>
          </a:p>
        </p:txBody>
      </p:sp>
      <p:pic>
        <p:nvPicPr>
          <p:cNvPr id="771" name="Picture 770">
            <a:extLst>
              <a:ext uri="{FF2B5EF4-FFF2-40B4-BE49-F238E27FC236}">
                <a16:creationId xmlns:a16="http://schemas.microsoft.com/office/drawing/2014/main" id="{58351E7A-5F61-05C9-21FA-75EA0D0E6AB1}"/>
              </a:ext>
            </a:extLst>
          </p:cNvPr>
          <p:cNvPicPr>
            <a:picLocks noChangeAspect="1"/>
          </p:cNvPicPr>
          <p:nvPr/>
        </p:nvPicPr>
        <p:blipFill>
          <a:blip r:embed="rId3"/>
          <a:stretch>
            <a:fillRect/>
          </a:stretch>
        </p:blipFill>
        <p:spPr>
          <a:xfrm>
            <a:off x="865908" y="1045458"/>
            <a:ext cx="5479473" cy="4003722"/>
          </a:xfrm>
          <a:prstGeom prst="rect">
            <a:avLst/>
          </a:prstGeom>
        </p:spPr>
      </p:pic>
    </p:spTree>
    <p:extLst>
      <p:ext uri="{BB962C8B-B14F-4D97-AF65-F5344CB8AC3E}">
        <p14:creationId xmlns:p14="http://schemas.microsoft.com/office/powerpoint/2010/main" val="3071353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2"/>
          <p:cNvSpPr txBox="1">
            <a:spLocks noGrp="1"/>
          </p:cNvSpPr>
          <p:nvPr>
            <p:ph type="title"/>
          </p:nvPr>
        </p:nvSpPr>
        <p:spPr>
          <a:xfrm>
            <a:off x="834300" y="1167150"/>
            <a:ext cx="4659670" cy="108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IMPLEMENTATION : </a:t>
            </a:r>
            <a:r>
              <a:rPr lang="en-US" dirty="0"/>
              <a:t>Authorization Flow</a:t>
            </a:r>
            <a:endParaRPr dirty="0"/>
          </a:p>
        </p:txBody>
      </p:sp>
      <p:sp>
        <p:nvSpPr>
          <p:cNvPr id="668" name="Google Shape;668;p52"/>
          <p:cNvSpPr txBox="1">
            <a:spLocks noGrp="1"/>
          </p:cNvSpPr>
          <p:nvPr>
            <p:ph type="subTitle" idx="1"/>
          </p:nvPr>
        </p:nvSpPr>
        <p:spPr>
          <a:xfrm rot="-264">
            <a:off x="834299" y="2315444"/>
            <a:ext cx="4775391" cy="1720200"/>
          </a:xfrm>
          <a:prstGeom prst="rect">
            <a:avLst/>
          </a:prstGeom>
        </p:spPr>
        <p:txBody>
          <a:bodyPr spcFirstLastPara="1" wrap="square" lIns="91425" tIns="91425" rIns="91425" bIns="91425" anchor="t" anchorCtr="0">
            <a:noAutofit/>
          </a:bodyPr>
          <a:lstStyle/>
          <a:p>
            <a:pPr marL="457200" lvl="0" indent="-304800" algn="l" rtl="0">
              <a:spcBef>
                <a:spcPts val="1000"/>
              </a:spcBef>
              <a:spcAft>
                <a:spcPts val="0"/>
              </a:spcAft>
              <a:buSzPts val="1200"/>
              <a:buChar char="●"/>
            </a:pPr>
            <a:r>
              <a:rPr lang="en-US" dirty="0"/>
              <a:t>Client (Spring Application) redirects the user to the Authorization Server.</a:t>
            </a:r>
            <a:endParaRPr dirty="0"/>
          </a:p>
          <a:p>
            <a:pPr marL="457200" lvl="0" indent="-304800" algn="l" rtl="0">
              <a:spcBef>
                <a:spcPts val="0"/>
              </a:spcBef>
              <a:spcAft>
                <a:spcPts val="0"/>
              </a:spcAft>
              <a:buSzPts val="1200"/>
              <a:buChar char="●"/>
            </a:pPr>
            <a:r>
              <a:rPr lang="en-US" dirty="0"/>
              <a:t>The Authorization Server authenticates the user and issues an Authorization Code.</a:t>
            </a:r>
            <a:endParaRPr dirty="0"/>
          </a:p>
          <a:p>
            <a:pPr marL="457200" lvl="0" indent="-304800" algn="l" rtl="0">
              <a:spcBef>
                <a:spcPts val="0"/>
              </a:spcBef>
              <a:spcAft>
                <a:spcPts val="0"/>
              </a:spcAft>
              <a:buSzPts val="1200"/>
              <a:buChar char="●"/>
            </a:pPr>
            <a:r>
              <a:rPr lang="en-US" dirty="0"/>
              <a:t>The Client exchanges the Authorization Code for an Access Token (and optionally a Refresh Token) from the Authorization Server.</a:t>
            </a:r>
          </a:p>
          <a:p>
            <a:pPr marL="457200" lvl="0" indent="-304800" algn="l" rtl="0">
              <a:spcBef>
                <a:spcPts val="0"/>
              </a:spcBef>
              <a:spcAft>
                <a:spcPts val="0"/>
              </a:spcAft>
              <a:buSzPts val="1200"/>
              <a:buChar char="●"/>
            </a:pPr>
            <a:r>
              <a:rPr lang="en-US" dirty="0"/>
              <a:t>The Client uses the Access Token to access the Resource Server.</a:t>
            </a:r>
            <a:endParaRPr dirty="0"/>
          </a:p>
        </p:txBody>
      </p:sp>
      <p:grpSp>
        <p:nvGrpSpPr>
          <p:cNvPr id="669" name="Google Shape;669;p52"/>
          <p:cNvGrpSpPr/>
          <p:nvPr/>
        </p:nvGrpSpPr>
        <p:grpSpPr>
          <a:xfrm rot="5400000" flipH="1">
            <a:off x="4222894" y="2076327"/>
            <a:ext cx="6179060" cy="1302521"/>
            <a:chOff x="1660229" y="2189762"/>
            <a:chExt cx="6179060" cy="1302521"/>
          </a:xfrm>
        </p:grpSpPr>
        <p:sp>
          <p:nvSpPr>
            <p:cNvPr id="670" name="Google Shape;670;p52"/>
            <p:cNvSpPr/>
            <p:nvPr/>
          </p:nvSpPr>
          <p:spPr>
            <a:xfrm rot="10800000">
              <a:off x="2210727" y="2189762"/>
              <a:ext cx="5628562" cy="1266056"/>
            </a:xfrm>
            <a:custGeom>
              <a:avLst/>
              <a:gdLst/>
              <a:ahLst/>
              <a:cxnLst/>
              <a:rect l="l" t="t" r="r" b="b"/>
              <a:pathLst>
                <a:path w="55105" h="12395" extrusionOk="0">
                  <a:moveTo>
                    <a:pt x="39656" y="1"/>
                  </a:moveTo>
                  <a:lnTo>
                    <a:pt x="27389" y="12268"/>
                  </a:lnTo>
                  <a:lnTo>
                    <a:pt x="0" y="12268"/>
                  </a:lnTo>
                  <a:lnTo>
                    <a:pt x="0" y="12394"/>
                  </a:lnTo>
                  <a:lnTo>
                    <a:pt x="27439" y="12394"/>
                  </a:lnTo>
                  <a:lnTo>
                    <a:pt x="39709" y="126"/>
                  </a:lnTo>
                  <a:lnTo>
                    <a:pt x="55105" y="126"/>
                  </a:lnTo>
                  <a:lnTo>
                    <a:pt x="5510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2"/>
            <p:cNvSpPr/>
            <p:nvPr/>
          </p:nvSpPr>
          <p:spPr>
            <a:xfrm rot="10800000">
              <a:off x="1739515" y="2744288"/>
              <a:ext cx="2745080" cy="12972"/>
            </a:xfrm>
            <a:custGeom>
              <a:avLst/>
              <a:gdLst/>
              <a:ahLst/>
              <a:cxnLst/>
              <a:rect l="l" t="t" r="r" b="b"/>
              <a:pathLst>
                <a:path w="26875" h="127" extrusionOk="0">
                  <a:moveTo>
                    <a:pt x="1" y="1"/>
                  </a:moveTo>
                  <a:lnTo>
                    <a:pt x="1" y="127"/>
                  </a:lnTo>
                  <a:lnTo>
                    <a:pt x="26875" y="127"/>
                  </a:lnTo>
                  <a:lnTo>
                    <a:pt x="26875"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2"/>
            <p:cNvSpPr/>
            <p:nvPr/>
          </p:nvSpPr>
          <p:spPr>
            <a:xfrm rot="10800000">
              <a:off x="3412505" y="3012721"/>
              <a:ext cx="803759" cy="12870"/>
            </a:xfrm>
            <a:custGeom>
              <a:avLst/>
              <a:gdLst/>
              <a:ahLst/>
              <a:cxnLst/>
              <a:rect l="l" t="t" r="r" b="b"/>
              <a:pathLst>
                <a:path w="7869" h="126" extrusionOk="0">
                  <a:moveTo>
                    <a:pt x="0" y="0"/>
                  </a:moveTo>
                  <a:lnTo>
                    <a:pt x="0" y="125"/>
                  </a:lnTo>
                  <a:lnTo>
                    <a:pt x="7869" y="125"/>
                  </a:lnTo>
                  <a:lnTo>
                    <a:pt x="786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2"/>
            <p:cNvSpPr/>
            <p:nvPr/>
          </p:nvSpPr>
          <p:spPr>
            <a:xfrm rot="10800000">
              <a:off x="2601193" y="2331018"/>
              <a:ext cx="2296776" cy="228084"/>
            </a:xfrm>
            <a:custGeom>
              <a:avLst/>
              <a:gdLst/>
              <a:ahLst/>
              <a:cxnLst/>
              <a:rect l="l" t="t" r="r" b="b"/>
              <a:pathLst>
                <a:path w="22486" h="2233" extrusionOk="0">
                  <a:moveTo>
                    <a:pt x="7476" y="0"/>
                  </a:moveTo>
                  <a:lnTo>
                    <a:pt x="5370" y="2107"/>
                  </a:lnTo>
                  <a:lnTo>
                    <a:pt x="1" y="2107"/>
                  </a:lnTo>
                  <a:lnTo>
                    <a:pt x="1" y="2232"/>
                  </a:lnTo>
                  <a:lnTo>
                    <a:pt x="5423" y="2232"/>
                  </a:lnTo>
                  <a:lnTo>
                    <a:pt x="7528" y="125"/>
                  </a:lnTo>
                  <a:lnTo>
                    <a:pt x="22485" y="125"/>
                  </a:lnTo>
                  <a:lnTo>
                    <a:pt x="22485"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2"/>
            <p:cNvSpPr/>
            <p:nvPr/>
          </p:nvSpPr>
          <p:spPr>
            <a:xfrm rot="10800000">
              <a:off x="1942981" y="2438573"/>
              <a:ext cx="2296266" cy="12972"/>
            </a:xfrm>
            <a:custGeom>
              <a:avLst/>
              <a:gdLst/>
              <a:ahLst/>
              <a:cxnLst/>
              <a:rect l="l" t="t" r="r" b="b"/>
              <a:pathLst>
                <a:path w="22481" h="127" extrusionOk="0">
                  <a:moveTo>
                    <a:pt x="0" y="1"/>
                  </a:moveTo>
                  <a:lnTo>
                    <a:pt x="0" y="127"/>
                  </a:lnTo>
                  <a:lnTo>
                    <a:pt x="22481" y="127"/>
                  </a:lnTo>
                  <a:lnTo>
                    <a:pt x="22481"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2"/>
            <p:cNvSpPr/>
            <p:nvPr/>
          </p:nvSpPr>
          <p:spPr>
            <a:xfrm rot="10800000">
              <a:off x="3776641" y="3250715"/>
              <a:ext cx="201527" cy="12972"/>
            </a:xfrm>
            <a:custGeom>
              <a:avLst/>
              <a:gdLst/>
              <a:ahLst/>
              <a:cxnLst/>
              <a:rect l="l" t="t" r="r" b="b"/>
              <a:pathLst>
                <a:path w="1973" h="127" extrusionOk="0">
                  <a:moveTo>
                    <a:pt x="0" y="0"/>
                  </a:moveTo>
                  <a:lnTo>
                    <a:pt x="0" y="126"/>
                  </a:lnTo>
                  <a:lnTo>
                    <a:pt x="1972" y="126"/>
                  </a:lnTo>
                  <a:lnTo>
                    <a:pt x="1972"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2"/>
            <p:cNvSpPr/>
            <p:nvPr/>
          </p:nvSpPr>
          <p:spPr>
            <a:xfrm rot="10800000">
              <a:off x="2131417" y="3406586"/>
              <a:ext cx="85595" cy="85698"/>
            </a:xfrm>
            <a:custGeom>
              <a:avLst/>
              <a:gdLst/>
              <a:ahLst/>
              <a:cxnLst/>
              <a:rect l="l" t="t" r="r" b="b"/>
              <a:pathLst>
                <a:path w="838" h="839" extrusionOk="0">
                  <a:moveTo>
                    <a:pt x="418" y="126"/>
                  </a:moveTo>
                  <a:cubicBezTo>
                    <a:pt x="580" y="126"/>
                    <a:pt x="712" y="258"/>
                    <a:pt x="713" y="419"/>
                  </a:cubicBezTo>
                  <a:cubicBezTo>
                    <a:pt x="713" y="581"/>
                    <a:pt x="580" y="714"/>
                    <a:pt x="418" y="714"/>
                  </a:cubicBezTo>
                  <a:cubicBezTo>
                    <a:pt x="257" y="714"/>
                    <a:pt x="125" y="581"/>
                    <a:pt x="125" y="419"/>
                  </a:cubicBezTo>
                  <a:cubicBezTo>
                    <a:pt x="125" y="258"/>
                    <a:pt x="257" y="126"/>
                    <a:pt x="418" y="126"/>
                  </a:cubicBezTo>
                  <a:close/>
                  <a:moveTo>
                    <a:pt x="418" y="0"/>
                  </a:moveTo>
                  <a:cubicBezTo>
                    <a:pt x="187" y="0"/>
                    <a:pt x="0" y="188"/>
                    <a:pt x="0" y="419"/>
                  </a:cubicBezTo>
                  <a:cubicBezTo>
                    <a:pt x="0" y="651"/>
                    <a:pt x="189" y="839"/>
                    <a:pt x="418" y="839"/>
                  </a:cubicBezTo>
                  <a:cubicBezTo>
                    <a:pt x="649" y="839"/>
                    <a:pt x="838" y="651"/>
                    <a:pt x="838" y="419"/>
                  </a:cubicBezTo>
                  <a:cubicBezTo>
                    <a:pt x="838" y="188"/>
                    <a:pt x="649" y="0"/>
                    <a:pt x="418"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2"/>
            <p:cNvSpPr/>
            <p:nvPr/>
          </p:nvSpPr>
          <p:spPr>
            <a:xfrm rot="10800000">
              <a:off x="3700747" y="3214352"/>
              <a:ext cx="85800" cy="85800"/>
            </a:xfrm>
            <a:custGeom>
              <a:avLst/>
              <a:gdLst/>
              <a:ahLst/>
              <a:cxnLst/>
              <a:rect l="l" t="t" r="r" b="b"/>
              <a:pathLst>
                <a:path w="840" h="840" extrusionOk="0">
                  <a:moveTo>
                    <a:pt x="420" y="127"/>
                  </a:moveTo>
                  <a:cubicBezTo>
                    <a:pt x="581" y="127"/>
                    <a:pt x="714" y="258"/>
                    <a:pt x="714" y="420"/>
                  </a:cubicBezTo>
                  <a:cubicBezTo>
                    <a:pt x="714" y="582"/>
                    <a:pt x="581" y="714"/>
                    <a:pt x="420" y="714"/>
                  </a:cubicBezTo>
                  <a:cubicBezTo>
                    <a:pt x="258" y="714"/>
                    <a:pt x="125" y="582"/>
                    <a:pt x="125" y="420"/>
                  </a:cubicBezTo>
                  <a:cubicBezTo>
                    <a:pt x="125"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2"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2"/>
            <p:cNvSpPr/>
            <p:nvPr/>
          </p:nvSpPr>
          <p:spPr>
            <a:xfrm rot="10800000">
              <a:off x="3333031" y="2976358"/>
              <a:ext cx="85800" cy="85698"/>
            </a:xfrm>
            <a:custGeom>
              <a:avLst/>
              <a:gdLst/>
              <a:ahLst/>
              <a:cxnLst/>
              <a:rect l="l" t="t" r="r" b="b"/>
              <a:pathLst>
                <a:path w="840" h="839" extrusionOk="0">
                  <a:moveTo>
                    <a:pt x="420" y="125"/>
                  </a:moveTo>
                  <a:cubicBezTo>
                    <a:pt x="581" y="125"/>
                    <a:pt x="713" y="257"/>
                    <a:pt x="713" y="419"/>
                  </a:cubicBezTo>
                  <a:cubicBezTo>
                    <a:pt x="713" y="580"/>
                    <a:pt x="581" y="713"/>
                    <a:pt x="420" y="713"/>
                  </a:cubicBezTo>
                  <a:cubicBezTo>
                    <a:pt x="258" y="713"/>
                    <a:pt x="125" y="580"/>
                    <a:pt x="125" y="419"/>
                  </a:cubicBezTo>
                  <a:cubicBezTo>
                    <a:pt x="125" y="257"/>
                    <a:pt x="258" y="125"/>
                    <a:pt x="420" y="125"/>
                  </a:cubicBezTo>
                  <a:close/>
                  <a:moveTo>
                    <a:pt x="420" y="0"/>
                  </a:moveTo>
                  <a:cubicBezTo>
                    <a:pt x="188" y="0"/>
                    <a:pt x="0" y="187"/>
                    <a:pt x="0" y="419"/>
                  </a:cubicBezTo>
                  <a:cubicBezTo>
                    <a:pt x="0" y="650"/>
                    <a:pt x="189" y="838"/>
                    <a:pt x="420" y="838"/>
                  </a:cubicBezTo>
                  <a:cubicBezTo>
                    <a:pt x="651" y="838"/>
                    <a:pt x="839" y="650"/>
                    <a:pt x="839" y="419"/>
                  </a:cubicBezTo>
                  <a:cubicBezTo>
                    <a:pt x="839" y="187"/>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2"/>
            <p:cNvSpPr/>
            <p:nvPr/>
          </p:nvSpPr>
          <p:spPr>
            <a:xfrm rot="10800000">
              <a:off x="1660229" y="2707926"/>
              <a:ext cx="85800" cy="85800"/>
            </a:xfrm>
            <a:custGeom>
              <a:avLst/>
              <a:gdLst/>
              <a:ahLst/>
              <a:cxnLst/>
              <a:rect l="l" t="t" r="r" b="b"/>
              <a:pathLst>
                <a:path w="840" h="840" extrusionOk="0">
                  <a:moveTo>
                    <a:pt x="420" y="126"/>
                  </a:moveTo>
                  <a:cubicBezTo>
                    <a:pt x="582" y="126"/>
                    <a:pt x="713" y="259"/>
                    <a:pt x="713" y="420"/>
                  </a:cubicBezTo>
                  <a:cubicBezTo>
                    <a:pt x="713" y="582"/>
                    <a:pt x="582" y="713"/>
                    <a:pt x="420" y="713"/>
                  </a:cubicBezTo>
                  <a:cubicBezTo>
                    <a:pt x="258" y="713"/>
                    <a:pt x="125" y="582"/>
                    <a:pt x="125" y="420"/>
                  </a:cubicBezTo>
                  <a:cubicBezTo>
                    <a:pt x="125" y="259"/>
                    <a:pt x="258" y="126"/>
                    <a:pt x="420" y="126"/>
                  </a:cubicBezTo>
                  <a:close/>
                  <a:moveTo>
                    <a:pt x="420" y="1"/>
                  </a:moveTo>
                  <a:cubicBezTo>
                    <a:pt x="188" y="1"/>
                    <a:pt x="0" y="188"/>
                    <a:pt x="0" y="420"/>
                  </a:cubicBezTo>
                  <a:cubicBezTo>
                    <a:pt x="0" y="652"/>
                    <a:pt x="189" y="840"/>
                    <a:pt x="420" y="840"/>
                  </a:cubicBezTo>
                  <a:cubicBezTo>
                    <a:pt x="651"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2"/>
            <p:cNvSpPr/>
            <p:nvPr/>
          </p:nvSpPr>
          <p:spPr>
            <a:xfrm rot="10800000">
              <a:off x="1863801" y="2402210"/>
              <a:ext cx="85595" cy="85800"/>
            </a:xfrm>
            <a:custGeom>
              <a:avLst/>
              <a:gdLst/>
              <a:ahLst/>
              <a:cxnLst/>
              <a:rect l="l" t="t" r="r" b="b"/>
              <a:pathLst>
                <a:path w="838" h="840" extrusionOk="0">
                  <a:moveTo>
                    <a:pt x="418" y="127"/>
                  </a:moveTo>
                  <a:cubicBezTo>
                    <a:pt x="580" y="127"/>
                    <a:pt x="713" y="258"/>
                    <a:pt x="713" y="420"/>
                  </a:cubicBezTo>
                  <a:cubicBezTo>
                    <a:pt x="713" y="582"/>
                    <a:pt x="580" y="715"/>
                    <a:pt x="418" y="715"/>
                  </a:cubicBezTo>
                  <a:cubicBezTo>
                    <a:pt x="257" y="715"/>
                    <a:pt x="125" y="582"/>
                    <a:pt x="125" y="420"/>
                  </a:cubicBezTo>
                  <a:cubicBezTo>
                    <a:pt x="125" y="258"/>
                    <a:pt x="257" y="127"/>
                    <a:pt x="418" y="127"/>
                  </a:cubicBezTo>
                  <a:close/>
                  <a:moveTo>
                    <a:pt x="418" y="1"/>
                  </a:moveTo>
                  <a:cubicBezTo>
                    <a:pt x="187" y="1"/>
                    <a:pt x="0" y="188"/>
                    <a:pt x="0" y="420"/>
                  </a:cubicBezTo>
                  <a:cubicBezTo>
                    <a:pt x="0" y="652"/>
                    <a:pt x="189" y="840"/>
                    <a:pt x="418" y="840"/>
                  </a:cubicBezTo>
                  <a:cubicBezTo>
                    <a:pt x="650" y="840"/>
                    <a:pt x="838" y="652"/>
                    <a:pt x="838" y="420"/>
                  </a:cubicBezTo>
                  <a:cubicBezTo>
                    <a:pt x="838" y="188"/>
                    <a:pt x="649" y="1"/>
                    <a:pt x="418"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2"/>
            <p:cNvSpPr/>
            <p:nvPr/>
          </p:nvSpPr>
          <p:spPr>
            <a:xfrm rot="10800000">
              <a:off x="2522013" y="2509665"/>
              <a:ext cx="85800" cy="85800"/>
            </a:xfrm>
            <a:custGeom>
              <a:avLst/>
              <a:gdLst/>
              <a:ahLst/>
              <a:cxnLst/>
              <a:rect l="l" t="t" r="r" b="b"/>
              <a:pathLst>
                <a:path w="840" h="840" extrusionOk="0">
                  <a:moveTo>
                    <a:pt x="420" y="126"/>
                  </a:moveTo>
                  <a:cubicBezTo>
                    <a:pt x="582" y="126"/>
                    <a:pt x="714" y="257"/>
                    <a:pt x="714" y="420"/>
                  </a:cubicBezTo>
                  <a:cubicBezTo>
                    <a:pt x="714" y="582"/>
                    <a:pt x="582" y="713"/>
                    <a:pt x="420" y="713"/>
                  </a:cubicBezTo>
                  <a:cubicBezTo>
                    <a:pt x="259" y="713"/>
                    <a:pt x="126" y="582"/>
                    <a:pt x="126" y="420"/>
                  </a:cubicBezTo>
                  <a:cubicBezTo>
                    <a:pt x="126" y="258"/>
                    <a:pt x="259" y="126"/>
                    <a:pt x="420" y="126"/>
                  </a:cubicBezTo>
                  <a:close/>
                  <a:moveTo>
                    <a:pt x="420" y="1"/>
                  </a:moveTo>
                  <a:cubicBezTo>
                    <a:pt x="188" y="1"/>
                    <a:pt x="1" y="189"/>
                    <a:pt x="1" y="420"/>
                  </a:cubicBezTo>
                  <a:cubicBezTo>
                    <a:pt x="1" y="652"/>
                    <a:pt x="190" y="839"/>
                    <a:pt x="420" y="839"/>
                  </a:cubicBezTo>
                  <a:cubicBezTo>
                    <a:pt x="652" y="839"/>
                    <a:pt x="840" y="651"/>
                    <a:pt x="840" y="420"/>
                  </a:cubicBezTo>
                  <a:cubicBezTo>
                    <a:pt x="840"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2"/>
          <p:cNvGrpSpPr/>
          <p:nvPr/>
        </p:nvGrpSpPr>
        <p:grpSpPr>
          <a:xfrm rot="5400000" flipH="1">
            <a:off x="3193545" y="-684524"/>
            <a:ext cx="6775679" cy="1361979"/>
            <a:chOff x="1302217" y="728898"/>
            <a:chExt cx="6775679" cy="1361979"/>
          </a:xfrm>
        </p:grpSpPr>
        <p:sp>
          <p:nvSpPr>
            <p:cNvPr id="683" name="Google Shape;683;p52"/>
            <p:cNvSpPr/>
            <p:nvPr/>
          </p:nvSpPr>
          <p:spPr>
            <a:xfrm rot="10800000">
              <a:off x="1381434" y="1642778"/>
              <a:ext cx="6696462" cy="448099"/>
            </a:xfrm>
            <a:custGeom>
              <a:avLst/>
              <a:gdLst/>
              <a:ahLst/>
              <a:cxnLst/>
              <a:rect l="l" t="t" r="r" b="b"/>
              <a:pathLst>
                <a:path w="65560" h="4387" extrusionOk="0">
                  <a:moveTo>
                    <a:pt x="1" y="1"/>
                  </a:moveTo>
                  <a:lnTo>
                    <a:pt x="1" y="127"/>
                  </a:lnTo>
                  <a:lnTo>
                    <a:pt x="48287" y="127"/>
                  </a:lnTo>
                  <a:lnTo>
                    <a:pt x="52547" y="4387"/>
                  </a:lnTo>
                  <a:lnTo>
                    <a:pt x="65559" y="4387"/>
                  </a:lnTo>
                  <a:lnTo>
                    <a:pt x="65559" y="4261"/>
                  </a:lnTo>
                  <a:lnTo>
                    <a:pt x="52599" y="4261"/>
                  </a:lnTo>
                  <a:lnTo>
                    <a:pt x="4834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2"/>
            <p:cNvSpPr/>
            <p:nvPr/>
          </p:nvSpPr>
          <p:spPr>
            <a:xfrm rot="10800000">
              <a:off x="3749580" y="1943996"/>
              <a:ext cx="1124997" cy="144838"/>
            </a:xfrm>
            <a:custGeom>
              <a:avLst/>
              <a:gdLst/>
              <a:ahLst/>
              <a:cxnLst/>
              <a:rect l="l" t="t" r="r" b="b"/>
              <a:pathLst>
                <a:path w="11014" h="1418" extrusionOk="0">
                  <a:moveTo>
                    <a:pt x="90" y="0"/>
                  </a:moveTo>
                  <a:lnTo>
                    <a:pt x="0" y="88"/>
                  </a:lnTo>
                  <a:lnTo>
                    <a:pt x="1331" y="1418"/>
                  </a:lnTo>
                  <a:lnTo>
                    <a:pt x="11013" y="1418"/>
                  </a:lnTo>
                  <a:lnTo>
                    <a:pt x="11013" y="1293"/>
                  </a:lnTo>
                  <a:lnTo>
                    <a:pt x="1382" y="1293"/>
                  </a:lnTo>
                  <a:lnTo>
                    <a:pt x="90"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2"/>
            <p:cNvSpPr/>
            <p:nvPr/>
          </p:nvSpPr>
          <p:spPr>
            <a:xfrm rot="10800000">
              <a:off x="3412329" y="1642776"/>
              <a:ext cx="4208271" cy="230638"/>
            </a:xfrm>
            <a:custGeom>
              <a:avLst/>
              <a:gdLst/>
              <a:ahLst/>
              <a:cxnLst/>
              <a:rect l="l" t="t" r="r" b="b"/>
              <a:pathLst>
                <a:path w="41200" h="2258" extrusionOk="0">
                  <a:moveTo>
                    <a:pt x="0" y="1"/>
                  </a:moveTo>
                  <a:lnTo>
                    <a:pt x="0" y="127"/>
                  </a:lnTo>
                  <a:lnTo>
                    <a:pt x="16604" y="127"/>
                  </a:lnTo>
                  <a:lnTo>
                    <a:pt x="18733" y="2258"/>
                  </a:lnTo>
                  <a:lnTo>
                    <a:pt x="41200" y="2258"/>
                  </a:lnTo>
                  <a:lnTo>
                    <a:pt x="41200" y="2130"/>
                  </a:lnTo>
                  <a:lnTo>
                    <a:pt x="18785" y="2130"/>
                  </a:lnTo>
                  <a:lnTo>
                    <a:pt x="16656"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2"/>
            <p:cNvSpPr/>
            <p:nvPr/>
          </p:nvSpPr>
          <p:spPr>
            <a:xfrm rot="10800000">
              <a:off x="1913562" y="1176493"/>
              <a:ext cx="2096883" cy="477414"/>
            </a:xfrm>
            <a:custGeom>
              <a:avLst/>
              <a:gdLst/>
              <a:ahLst/>
              <a:cxnLst/>
              <a:rect l="l" t="t" r="r" b="b"/>
              <a:pathLst>
                <a:path w="20529" h="4674" extrusionOk="0">
                  <a:moveTo>
                    <a:pt x="89" y="1"/>
                  </a:moveTo>
                  <a:lnTo>
                    <a:pt x="0" y="89"/>
                  </a:lnTo>
                  <a:lnTo>
                    <a:pt x="4584" y="4673"/>
                  </a:lnTo>
                  <a:lnTo>
                    <a:pt x="20528" y="4673"/>
                  </a:lnTo>
                  <a:lnTo>
                    <a:pt x="20528" y="4548"/>
                  </a:lnTo>
                  <a:lnTo>
                    <a:pt x="4634" y="4548"/>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2"/>
            <p:cNvSpPr/>
            <p:nvPr/>
          </p:nvSpPr>
          <p:spPr>
            <a:xfrm rot="10800000">
              <a:off x="2483713" y="1033081"/>
              <a:ext cx="592324" cy="154439"/>
            </a:xfrm>
            <a:custGeom>
              <a:avLst/>
              <a:gdLst/>
              <a:ahLst/>
              <a:cxnLst/>
              <a:rect l="l" t="t" r="r" b="b"/>
              <a:pathLst>
                <a:path w="5799" h="1512" extrusionOk="0">
                  <a:moveTo>
                    <a:pt x="89" y="1"/>
                  </a:moveTo>
                  <a:lnTo>
                    <a:pt x="1" y="90"/>
                  </a:lnTo>
                  <a:lnTo>
                    <a:pt x="1424" y="1511"/>
                  </a:lnTo>
                  <a:lnTo>
                    <a:pt x="5799" y="1511"/>
                  </a:lnTo>
                  <a:lnTo>
                    <a:pt x="5799" y="1386"/>
                  </a:lnTo>
                  <a:lnTo>
                    <a:pt x="1475" y="1386"/>
                  </a:lnTo>
                  <a:lnTo>
                    <a:pt x="8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2"/>
            <p:cNvSpPr/>
            <p:nvPr/>
          </p:nvSpPr>
          <p:spPr>
            <a:xfrm rot="10800000">
              <a:off x="1596199" y="1371385"/>
              <a:ext cx="1742347" cy="717449"/>
            </a:xfrm>
            <a:custGeom>
              <a:avLst/>
              <a:gdLst/>
              <a:ahLst/>
              <a:cxnLst/>
              <a:rect l="l" t="t" r="r" b="b"/>
              <a:pathLst>
                <a:path w="17058" h="7024" extrusionOk="0">
                  <a:moveTo>
                    <a:pt x="89" y="0"/>
                  </a:moveTo>
                  <a:lnTo>
                    <a:pt x="0" y="88"/>
                  </a:lnTo>
                  <a:lnTo>
                    <a:pt x="6934" y="7023"/>
                  </a:lnTo>
                  <a:lnTo>
                    <a:pt x="17058" y="7023"/>
                  </a:lnTo>
                  <a:lnTo>
                    <a:pt x="17058" y="6898"/>
                  </a:lnTo>
                  <a:lnTo>
                    <a:pt x="6987" y="6898"/>
                  </a:lnTo>
                  <a:lnTo>
                    <a:pt x="89"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2"/>
            <p:cNvSpPr/>
            <p:nvPr/>
          </p:nvSpPr>
          <p:spPr>
            <a:xfrm rot="10800000">
              <a:off x="3670411" y="1907632"/>
              <a:ext cx="85698" cy="85800"/>
            </a:xfrm>
            <a:custGeom>
              <a:avLst/>
              <a:gdLst/>
              <a:ahLst/>
              <a:cxnLst/>
              <a:rect l="l" t="t" r="r" b="b"/>
              <a:pathLst>
                <a:path w="839" h="840" extrusionOk="0">
                  <a:moveTo>
                    <a:pt x="419" y="128"/>
                  </a:moveTo>
                  <a:cubicBezTo>
                    <a:pt x="581" y="128"/>
                    <a:pt x="714" y="258"/>
                    <a:pt x="714" y="422"/>
                  </a:cubicBezTo>
                  <a:cubicBezTo>
                    <a:pt x="714" y="584"/>
                    <a:pt x="581" y="716"/>
                    <a:pt x="419" y="716"/>
                  </a:cubicBezTo>
                  <a:cubicBezTo>
                    <a:pt x="258" y="716"/>
                    <a:pt x="126" y="584"/>
                    <a:pt x="126" y="422"/>
                  </a:cubicBezTo>
                  <a:cubicBezTo>
                    <a:pt x="126" y="261"/>
                    <a:pt x="258" y="128"/>
                    <a:pt x="419" y="128"/>
                  </a:cubicBezTo>
                  <a:close/>
                  <a:moveTo>
                    <a:pt x="419" y="1"/>
                  </a:moveTo>
                  <a:cubicBezTo>
                    <a:pt x="187" y="1"/>
                    <a:pt x="1" y="189"/>
                    <a:pt x="1" y="420"/>
                  </a:cubicBezTo>
                  <a:cubicBezTo>
                    <a:pt x="1" y="652"/>
                    <a:pt x="190" y="840"/>
                    <a:pt x="419" y="840"/>
                  </a:cubicBezTo>
                  <a:cubicBezTo>
                    <a:pt x="651" y="840"/>
                    <a:pt x="839" y="652"/>
                    <a:pt x="839" y="420"/>
                  </a:cubicBezTo>
                  <a:cubicBezTo>
                    <a:pt x="839" y="188"/>
                    <a:pt x="651"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2"/>
            <p:cNvSpPr/>
            <p:nvPr/>
          </p:nvSpPr>
          <p:spPr>
            <a:xfrm rot="10800000">
              <a:off x="3333031" y="1606412"/>
              <a:ext cx="85800" cy="85800"/>
            </a:xfrm>
            <a:custGeom>
              <a:avLst/>
              <a:gdLst/>
              <a:ahLst/>
              <a:cxnLst/>
              <a:rect l="l" t="t" r="r" b="b"/>
              <a:pathLst>
                <a:path w="840" h="840" extrusionOk="0">
                  <a:moveTo>
                    <a:pt x="420" y="127"/>
                  </a:moveTo>
                  <a:cubicBezTo>
                    <a:pt x="581" y="127"/>
                    <a:pt x="713" y="258"/>
                    <a:pt x="713" y="420"/>
                  </a:cubicBezTo>
                  <a:cubicBezTo>
                    <a:pt x="713" y="582"/>
                    <a:pt x="581" y="714"/>
                    <a:pt x="420" y="714"/>
                  </a:cubicBezTo>
                  <a:cubicBezTo>
                    <a:pt x="258" y="714"/>
                    <a:pt x="125" y="582"/>
                    <a:pt x="125" y="420"/>
                  </a:cubicBezTo>
                  <a:cubicBezTo>
                    <a:pt x="125" y="258"/>
                    <a:pt x="258" y="127"/>
                    <a:pt x="420" y="127"/>
                  </a:cubicBezTo>
                  <a:close/>
                  <a:moveTo>
                    <a:pt x="420" y="1"/>
                  </a:moveTo>
                  <a:cubicBezTo>
                    <a:pt x="188" y="1"/>
                    <a:pt x="0" y="189"/>
                    <a:pt x="0" y="420"/>
                  </a:cubicBezTo>
                  <a:cubicBezTo>
                    <a:pt x="0" y="652"/>
                    <a:pt x="189" y="839"/>
                    <a:pt x="420" y="839"/>
                  </a:cubicBezTo>
                  <a:cubicBezTo>
                    <a:pt x="651" y="839"/>
                    <a:pt x="838" y="652"/>
                    <a:pt x="839" y="420"/>
                  </a:cubicBezTo>
                  <a:cubicBezTo>
                    <a:pt x="839" y="188"/>
                    <a:pt x="650"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2"/>
            <p:cNvSpPr/>
            <p:nvPr/>
          </p:nvSpPr>
          <p:spPr>
            <a:xfrm rot="10800000">
              <a:off x="1302217" y="160641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1"/>
                  </a:moveTo>
                  <a:cubicBezTo>
                    <a:pt x="188" y="1"/>
                    <a:pt x="0" y="189"/>
                    <a:pt x="0" y="420"/>
                  </a:cubicBezTo>
                  <a:cubicBezTo>
                    <a:pt x="0" y="652"/>
                    <a:pt x="189" y="839"/>
                    <a:pt x="420" y="839"/>
                  </a:cubicBezTo>
                  <a:cubicBezTo>
                    <a:pt x="651" y="839"/>
                    <a:pt x="839" y="652"/>
                    <a:pt x="839" y="420"/>
                  </a:cubicBezTo>
                  <a:cubicBezTo>
                    <a:pt x="839" y="188"/>
                    <a:pt x="652"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2"/>
            <p:cNvSpPr/>
            <p:nvPr/>
          </p:nvSpPr>
          <p:spPr>
            <a:xfrm rot="10800000">
              <a:off x="1517024" y="1335119"/>
              <a:ext cx="85698" cy="85698"/>
            </a:xfrm>
            <a:custGeom>
              <a:avLst/>
              <a:gdLst/>
              <a:ahLst/>
              <a:cxnLst/>
              <a:rect l="l" t="t" r="r" b="b"/>
              <a:pathLst>
                <a:path w="839" h="839" extrusionOk="0">
                  <a:moveTo>
                    <a:pt x="419" y="125"/>
                  </a:moveTo>
                  <a:cubicBezTo>
                    <a:pt x="581" y="125"/>
                    <a:pt x="714" y="258"/>
                    <a:pt x="714" y="420"/>
                  </a:cubicBezTo>
                  <a:cubicBezTo>
                    <a:pt x="714" y="581"/>
                    <a:pt x="581" y="714"/>
                    <a:pt x="419" y="714"/>
                  </a:cubicBezTo>
                  <a:cubicBezTo>
                    <a:pt x="258" y="714"/>
                    <a:pt x="126" y="581"/>
                    <a:pt x="126" y="420"/>
                  </a:cubicBezTo>
                  <a:cubicBezTo>
                    <a:pt x="126" y="258"/>
                    <a:pt x="258" y="125"/>
                    <a:pt x="419" y="125"/>
                  </a:cubicBezTo>
                  <a:close/>
                  <a:moveTo>
                    <a:pt x="419" y="0"/>
                  </a:moveTo>
                  <a:cubicBezTo>
                    <a:pt x="188" y="0"/>
                    <a:pt x="0" y="189"/>
                    <a:pt x="0" y="420"/>
                  </a:cubicBezTo>
                  <a:cubicBezTo>
                    <a:pt x="0" y="651"/>
                    <a:pt x="189" y="839"/>
                    <a:pt x="419" y="839"/>
                  </a:cubicBezTo>
                  <a:cubicBezTo>
                    <a:pt x="651" y="839"/>
                    <a:pt x="839" y="651"/>
                    <a:pt x="839" y="420"/>
                  </a:cubicBezTo>
                  <a:cubicBezTo>
                    <a:pt x="839" y="188"/>
                    <a:pt x="650" y="0"/>
                    <a:pt x="419"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2"/>
            <p:cNvSpPr/>
            <p:nvPr/>
          </p:nvSpPr>
          <p:spPr>
            <a:xfrm rot="10800000">
              <a:off x="1830707" y="1140025"/>
              <a:ext cx="85698" cy="85800"/>
            </a:xfrm>
            <a:custGeom>
              <a:avLst/>
              <a:gdLst/>
              <a:ahLst/>
              <a:cxnLst/>
              <a:rect l="l" t="t" r="r" b="b"/>
              <a:pathLst>
                <a:path w="839" h="840" extrusionOk="0">
                  <a:moveTo>
                    <a:pt x="419" y="127"/>
                  </a:moveTo>
                  <a:cubicBezTo>
                    <a:pt x="581" y="127"/>
                    <a:pt x="712" y="258"/>
                    <a:pt x="713" y="420"/>
                  </a:cubicBezTo>
                  <a:cubicBezTo>
                    <a:pt x="713" y="582"/>
                    <a:pt x="581" y="714"/>
                    <a:pt x="419" y="714"/>
                  </a:cubicBezTo>
                  <a:cubicBezTo>
                    <a:pt x="257" y="714"/>
                    <a:pt x="126" y="582"/>
                    <a:pt x="126" y="420"/>
                  </a:cubicBezTo>
                  <a:cubicBezTo>
                    <a:pt x="126" y="258"/>
                    <a:pt x="257" y="127"/>
                    <a:pt x="419" y="127"/>
                  </a:cubicBezTo>
                  <a:close/>
                  <a:moveTo>
                    <a:pt x="419" y="1"/>
                  </a:moveTo>
                  <a:cubicBezTo>
                    <a:pt x="187" y="1"/>
                    <a:pt x="0" y="189"/>
                    <a:pt x="0" y="420"/>
                  </a:cubicBezTo>
                  <a:cubicBezTo>
                    <a:pt x="0" y="652"/>
                    <a:pt x="189" y="839"/>
                    <a:pt x="419" y="839"/>
                  </a:cubicBezTo>
                  <a:cubicBezTo>
                    <a:pt x="650" y="839"/>
                    <a:pt x="837" y="651"/>
                    <a:pt x="838" y="420"/>
                  </a:cubicBezTo>
                  <a:cubicBezTo>
                    <a:pt x="838" y="188"/>
                    <a:pt x="650" y="1"/>
                    <a:pt x="419"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2"/>
            <p:cNvSpPr/>
            <p:nvPr/>
          </p:nvSpPr>
          <p:spPr>
            <a:xfrm rot="10800000">
              <a:off x="2404446" y="996514"/>
              <a:ext cx="85800" cy="85800"/>
            </a:xfrm>
            <a:custGeom>
              <a:avLst/>
              <a:gdLst/>
              <a:ahLst/>
              <a:cxnLst/>
              <a:rect l="l" t="t" r="r" b="b"/>
              <a:pathLst>
                <a:path w="840" h="840" extrusionOk="0">
                  <a:moveTo>
                    <a:pt x="420" y="125"/>
                  </a:moveTo>
                  <a:cubicBezTo>
                    <a:pt x="581" y="125"/>
                    <a:pt x="714" y="258"/>
                    <a:pt x="714" y="420"/>
                  </a:cubicBezTo>
                  <a:cubicBezTo>
                    <a:pt x="714" y="581"/>
                    <a:pt x="581" y="713"/>
                    <a:pt x="420" y="713"/>
                  </a:cubicBezTo>
                  <a:cubicBezTo>
                    <a:pt x="258" y="713"/>
                    <a:pt x="126" y="581"/>
                    <a:pt x="126" y="420"/>
                  </a:cubicBezTo>
                  <a:cubicBezTo>
                    <a:pt x="126" y="258"/>
                    <a:pt x="258" y="125"/>
                    <a:pt x="420" y="125"/>
                  </a:cubicBezTo>
                  <a:close/>
                  <a:moveTo>
                    <a:pt x="420" y="0"/>
                  </a:moveTo>
                  <a:cubicBezTo>
                    <a:pt x="188" y="0"/>
                    <a:pt x="0" y="189"/>
                    <a:pt x="0" y="420"/>
                  </a:cubicBezTo>
                  <a:cubicBezTo>
                    <a:pt x="0" y="652"/>
                    <a:pt x="189" y="839"/>
                    <a:pt x="420" y="839"/>
                  </a:cubicBezTo>
                  <a:cubicBezTo>
                    <a:pt x="651" y="839"/>
                    <a:pt x="839" y="650"/>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2"/>
            <p:cNvSpPr/>
            <p:nvPr/>
          </p:nvSpPr>
          <p:spPr>
            <a:xfrm rot="10800000">
              <a:off x="3063679" y="728898"/>
              <a:ext cx="85800" cy="85800"/>
            </a:xfrm>
            <a:custGeom>
              <a:avLst/>
              <a:gdLst/>
              <a:ahLst/>
              <a:cxnLst/>
              <a:rect l="l" t="t" r="r" b="b"/>
              <a:pathLst>
                <a:path w="840" h="840" extrusionOk="0">
                  <a:moveTo>
                    <a:pt x="420" y="127"/>
                  </a:moveTo>
                  <a:cubicBezTo>
                    <a:pt x="582" y="127"/>
                    <a:pt x="714" y="259"/>
                    <a:pt x="714" y="421"/>
                  </a:cubicBezTo>
                  <a:cubicBezTo>
                    <a:pt x="714" y="582"/>
                    <a:pt x="582" y="715"/>
                    <a:pt x="420" y="715"/>
                  </a:cubicBezTo>
                  <a:cubicBezTo>
                    <a:pt x="258" y="715"/>
                    <a:pt x="127" y="582"/>
                    <a:pt x="127" y="421"/>
                  </a:cubicBezTo>
                  <a:cubicBezTo>
                    <a:pt x="127" y="259"/>
                    <a:pt x="258" y="127"/>
                    <a:pt x="420" y="127"/>
                  </a:cubicBezTo>
                  <a:close/>
                  <a:moveTo>
                    <a:pt x="420" y="0"/>
                  </a:moveTo>
                  <a:cubicBezTo>
                    <a:pt x="188" y="0"/>
                    <a:pt x="0" y="189"/>
                    <a:pt x="0" y="420"/>
                  </a:cubicBezTo>
                  <a:cubicBezTo>
                    <a:pt x="0" y="651"/>
                    <a:pt x="189" y="839"/>
                    <a:pt x="420" y="839"/>
                  </a:cubicBezTo>
                  <a:cubicBezTo>
                    <a:pt x="652" y="839"/>
                    <a:pt x="839" y="651"/>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2"/>
            <p:cNvSpPr/>
            <p:nvPr/>
          </p:nvSpPr>
          <p:spPr>
            <a:xfrm rot="10800000">
              <a:off x="3142857" y="770068"/>
              <a:ext cx="2036926" cy="883839"/>
            </a:xfrm>
            <a:custGeom>
              <a:avLst/>
              <a:gdLst/>
              <a:ahLst/>
              <a:cxnLst/>
              <a:rect l="l" t="t" r="r" b="b"/>
              <a:pathLst>
                <a:path w="19942" h="8653" extrusionOk="0">
                  <a:moveTo>
                    <a:pt x="90" y="1"/>
                  </a:moveTo>
                  <a:lnTo>
                    <a:pt x="1" y="89"/>
                  </a:lnTo>
                  <a:lnTo>
                    <a:pt x="8564" y="8653"/>
                  </a:lnTo>
                  <a:lnTo>
                    <a:pt x="19941" y="8653"/>
                  </a:lnTo>
                  <a:lnTo>
                    <a:pt x="19941" y="8528"/>
                  </a:lnTo>
                  <a:lnTo>
                    <a:pt x="8615" y="8528"/>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2"/>
          <p:cNvSpPr/>
          <p:nvPr/>
        </p:nvSpPr>
        <p:spPr>
          <a:xfrm flipH="1">
            <a:off x="7603809" y="147949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2"/>
          <p:cNvSpPr/>
          <p:nvPr/>
        </p:nvSpPr>
        <p:spPr>
          <a:xfrm flipH="1">
            <a:off x="8280414" y="2571755"/>
            <a:ext cx="143577" cy="143679"/>
          </a:xfrm>
          <a:custGeom>
            <a:avLst/>
            <a:gdLst/>
            <a:ahLst/>
            <a:cxnLst/>
            <a:rect l="l" t="t" r="r" b="b"/>
            <a:pathLst>
              <a:path w="1405" h="1406" extrusionOk="0">
                <a:moveTo>
                  <a:pt x="703" y="1"/>
                </a:moveTo>
                <a:cubicBezTo>
                  <a:pt x="315" y="1"/>
                  <a:pt x="1" y="315"/>
                  <a:pt x="1" y="703"/>
                </a:cubicBezTo>
                <a:cubicBezTo>
                  <a:pt x="1" y="1091"/>
                  <a:pt x="315" y="1406"/>
                  <a:pt x="703" y="1406"/>
                </a:cubicBezTo>
                <a:cubicBezTo>
                  <a:pt x="1091" y="1406"/>
                  <a:pt x="1405" y="1091"/>
                  <a:pt x="1405" y="703"/>
                </a:cubicBezTo>
                <a:cubicBezTo>
                  <a:pt x="1405" y="317"/>
                  <a:pt x="1091" y="1"/>
                  <a:pt x="70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2"/>
          <p:cNvSpPr/>
          <p:nvPr/>
        </p:nvSpPr>
        <p:spPr>
          <a:xfrm flipH="1">
            <a:off x="6376659" y="3860544"/>
            <a:ext cx="63971" cy="63971"/>
          </a:xfrm>
          <a:custGeom>
            <a:avLst/>
            <a:gdLst/>
            <a:ahLst/>
            <a:cxnLst/>
            <a:rect l="l" t="t" r="r" b="b"/>
            <a:pathLst>
              <a:path w="626" h="626" extrusionOk="0">
                <a:moveTo>
                  <a:pt x="313" y="1"/>
                </a:moveTo>
                <a:cubicBezTo>
                  <a:pt x="140" y="1"/>
                  <a:pt x="0" y="141"/>
                  <a:pt x="0" y="313"/>
                </a:cubicBezTo>
                <a:cubicBezTo>
                  <a:pt x="0" y="486"/>
                  <a:pt x="140" y="626"/>
                  <a:pt x="313" y="626"/>
                </a:cubicBezTo>
                <a:cubicBezTo>
                  <a:pt x="486" y="626"/>
                  <a:pt x="625" y="486"/>
                  <a:pt x="625" y="313"/>
                </a:cubicBezTo>
                <a:cubicBezTo>
                  <a:pt x="625" y="141"/>
                  <a:pt x="486" y="1"/>
                  <a:pt x="313"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4EEACAEB-0CCF-86E3-EF5A-5D9BB7D30F98}"/>
              </a:ext>
            </a:extLst>
          </p:cNvPr>
          <p:cNvPicPr>
            <a:picLocks noChangeAspect="1"/>
          </p:cNvPicPr>
          <p:nvPr/>
        </p:nvPicPr>
        <p:blipFill>
          <a:blip r:embed="rId3"/>
          <a:stretch>
            <a:fillRect/>
          </a:stretch>
        </p:blipFill>
        <p:spPr>
          <a:xfrm>
            <a:off x="5551244" y="2217786"/>
            <a:ext cx="3558826" cy="1821516"/>
          </a:xfrm>
          <a:prstGeom prst="rect">
            <a:avLst/>
          </a:prstGeom>
        </p:spPr>
      </p:pic>
    </p:spTree>
    <p:extLst>
      <p:ext uri="{BB962C8B-B14F-4D97-AF65-F5344CB8AC3E}">
        <p14:creationId xmlns:p14="http://schemas.microsoft.com/office/powerpoint/2010/main" val="3621195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40"/>
        <p:cNvGrpSpPr/>
        <p:nvPr/>
      </p:nvGrpSpPr>
      <p:grpSpPr>
        <a:xfrm>
          <a:off x="0" y="0"/>
          <a:ext cx="0" cy="0"/>
          <a:chOff x="0" y="0"/>
          <a:chExt cx="0" cy="0"/>
        </a:xfrm>
      </p:grpSpPr>
      <p:sp>
        <p:nvSpPr>
          <p:cNvPr id="1841" name="Google Shape;1841;p81"/>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References</a:t>
            </a:r>
            <a:endParaRPr dirty="0"/>
          </a:p>
        </p:txBody>
      </p:sp>
      <p:sp>
        <p:nvSpPr>
          <p:cNvPr id="1842" name="Google Shape;1842;p81"/>
          <p:cNvSpPr txBox="1">
            <a:spLocks noGrp="1"/>
          </p:cNvSpPr>
          <p:nvPr>
            <p:ph type="body" idx="1"/>
          </p:nvPr>
        </p:nvSpPr>
        <p:spPr>
          <a:xfrm>
            <a:off x="720000" y="1237083"/>
            <a:ext cx="7704000" cy="3366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IN" sz="1200" dirty="0">
                <a:solidFill>
                  <a:schemeClr val="dk1"/>
                </a:solidFill>
              </a:rPr>
              <a:t>Following are the references</a:t>
            </a:r>
          </a:p>
          <a:p>
            <a:pPr marL="0" lvl="0" indent="0" algn="l" rtl="0">
              <a:lnSpc>
                <a:spcPct val="100000"/>
              </a:lnSpc>
              <a:spcBef>
                <a:spcPts val="0"/>
              </a:spcBef>
              <a:spcAft>
                <a:spcPts val="0"/>
              </a:spcAft>
              <a:buNone/>
            </a:pPr>
            <a:endParaRPr sz="1200" dirty="0">
              <a:solidFill>
                <a:schemeClr val="dk1"/>
              </a:solidFill>
            </a:endParaRP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OAuth 2.0: The Complete Guide to Understanding OAuth, Mehdi Hafid</a:t>
            </a: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Scalable User Authentication with OAuth 2.0 in Backend Services, Moments Log Editorial Team</a:t>
            </a: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OAuth 2.0 Simplified: A Complete Beginner's Guide, Aaron </a:t>
            </a:r>
            <a:r>
              <a:rPr lang="en-IN" sz="1200" u="sng" dirty="0" err="1">
                <a:solidFill>
                  <a:schemeClr val="hlink"/>
                </a:solidFill>
              </a:rPr>
              <a:t>Parecki</a:t>
            </a:r>
            <a:endParaRPr lang="en-IN" sz="1200" u="sng" dirty="0">
              <a:solidFill>
                <a:schemeClr val="hlink"/>
              </a:solidFill>
            </a:endParaRP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OAuth 2.0 Threat Model and Security Considerations, Torsten </a:t>
            </a:r>
            <a:r>
              <a:rPr lang="en-IN" sz="1200" u="sng" dirty="0" err="1">
                <a:solidFill>
                  <a:schemeClr val="hlink"/>
                </a:solidFill>
              </a:rPr>
              <a:t>Lodderstedt</a:t>
            </a:r>
            <a:r>
              <a:rPr lang="en-IN" sz="1200" u="sng" dirty="0">
                <a:solidFill>
                  <a:schemeClr val="hlink"/>
                </a:solidFill>
              </a:rPr>
              <a:t>, Mark McGloin, Phil Hunt, Internet Engineering Task Force (IETF) </a:t>
            </a: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Security Analysis of OAuth 2.0 and Its Implementations, Antonio Sanso, Marcus Brinkmann,  University of Birmingham</a:t>
            </a: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OAuth 2.0: Authorization Framework, D. Hardt, Internet Engineering Task Force (IETF)</a:t>
            </a: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An Analysis of OAuth 2.0 for User Authentication, Bhargav Amin, Rakesh K. </a:t>
            </a:r>
            <a:r>
              <a:rPr lang="en-IN" sz="1200" u="sng" dirty="0" err="1">
                <a:solidFill>
                  <a:schemeClr val="hlink"/>
                </a:solidFill>
              </a:rPr>
              <a:t>Lenka</a:t>
            </a:r>
            <a:r>
              <a:rPr lang="en-IN" sz="1200" u="sng" dirty="0">
                <a:solidFill>
                  <a:schemeClr val="hlink"/>
                </a:solidFill>
              </a:rPr>
              <a:t>, International Journal of Computer Applications (IJCA), 2015</a:t>
            </a: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Research on the Cross Domain Identity Authentication In Federated Environment, Lan Zhang, Tianjin University of Technology</a:t>
            </a: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User Fast Authentication Method Based on Microservices, </a:t>
            </a:r>
            <a:r>
              <a:rPr lang="en-IN" sz="1200" u="sng" dirty="0" err="1">
                <a:solidFill>
                  <a:schemeClr val="hlink"/>
                </a:solidFill>
              </a:rPr>
              <a:t>Jiangbing</a:t>
            </a:r>
            <a:r>
              <a:rPr lang="en-IN" sz="1200" u="sng" dirty="0">
                <a:solidFill>
                  <a:schemeClr val="hlink"/>
                </a:solidFill>
              </a:rPr>
              <a:t> Yang, 2021 IEEE International Conference on Power Electronics, Computer Applications (ICPECA)</a:t>
            </a:r>
          </a:p>
          <a:p>
            <a:pPr marL="457200" lvl="0" indent="-304800" algn="l" rtl="0">
              <a:lnSpc>
                <a:spcPct val="100000"/>
              </a:lnSpc>
              <a:spcBef>
                <a:spcPts val="0"/>
              </a:spcBef>
              <a:spcAft>
                <a:spcPts val="0"/>
              </a:spcAft>
              <a:buClr>
                <a:schemeClr val="dk1"/>
              </a:buClr>
              <a:buSzPts val="1200"/>
              <a:buChar char="●"/>
            </a:pPr>
            <a:r>
              <a:rPr lang="en-IN" sz="1200" u="sng" dirty="0">
                <a:solidFill>
                  <a:schemeClr val="hlink"/>
                </a:solidFill>
              </a:rPr>
              <a:t>Authentication Techniques For E-Commerce </a:t>
            </a:r>
            <a:r>
              <a:rPr lang="en-IN" sz="1200" u="sng" dirty="0" err="1">
                <a:solidFill>
                  <a:schemeClr val="hlink"/>
                </a:solidFill>
              </a:rPr>
              <a:t>pplications</a:t>
            </a:r>
            <a:r>
              <a:rPr lang="en-IN" sz="1200" u="sng" dirty="0">
                <a:solidFill>
                  <a:schemeClr val="hlink"/>
                </a:solidFill>
              </a:rPr>
              <a:t>: A Review, Neha, International Conference on Computing, Communication and Automation (ICCCA2016)</a:t>
            </a:r>
            <a:endParaRPr lang="en" sz="1200" u="sng" dirty="0">
              <a:solidFill>
                <a:schemeClr val="hlink"/>
              </a:solidFill>
            </a:endParaRPr>
          </a:p>
          <a:p>
            <a:pPr marL="457200" lvl="0" indent="-304800" algn="l" rtl="0">
              <a:lnSpc>
                <a:spcPct val="100000"/>
              </a:lnSpc>
              <a:spcBef>
                <a:spcPts val="0"/>
              </a:spcBef>
              <a:spcAft>
                <a:spcPts val="0"/>
              </a:spcAft>
              <a:buClr>
                <a:schemeClr val="dk1"/>
              </a:buClr>
              <a:buSzPts val="1200"/>
              <a:buChar char="●"/>
            </a:pPr>
            <a:endParaRPr lang="en" sz="1200" u="sng" dirty="0">
              <a:solidFill>
                <a:schemeClr val="hlink"/>
              </a:solidFill>
            </a:endParaRPr>
          </a:p>
          <a:p>
            <a:pPr marL="457200" lvl="0" indent="-304800" algn="l" rtl="0">
              <a:lnSpc>
                <a:spcPct val="100000"/>
              </a:lnSpc>
              <a:spcBef>
                <a:spcPts val="0"/>
              </a:spcBef>
              <a:spcAft>
                <a:spcPts val="0"/>
              </a:spcAft>
              <a:buClr>
                <a:schemeClr val="dk1"/>
              </a:buClr>
              <a:buSzPts val="1200"/>
              <a:buChar char="●"/>
            </a:pPr>
            <a:endParaRPr sz="1200" dirty="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80" name="Google Shape;580;p48"/>
          <p:cNvSpPr txBox="1">
            <a:spLocks noGrp="1"/>
          </p:cNvSpPr>
          <p:nvPr>
            <p:ph type="title"/>
          </p:nvPr>
        </p:nvSpPr>
        <p:spPr>
          <a:xfrm>
            <a:off x="670597" y="1350013"/>
            <a:ext cx="5418530" cy="145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THANK YOU!</a:t>
            </a:r>
            <a:endParaRPr dirty="0"/>
          </a:p>
        </p:txBody>
      </p:sp>
      <p:cxnSp>
        <p:nvCxnSpPr>
          <p:cNvPr id="581" name="Google Shape;581;p48"/>
          <p:cNvCxnSpPr/>
          <p:nvPr/>
        </p:nvCxnSpPr>
        <p:spPr>
          <a:xfrm>
            <a:off x="670597" y="3681061"/>
            <a:ext cx="4678500" cy="0"/>
          </a:xfrm>
          <a:prstGeom prst="straightConnector1">
            <a:avLst/>
          </a:prstGeom>
          <a:noFill/>
          <a:ln w="9525" cap="flat" cmpd="sng">
            <a:solidFill>
              <a:schemeClr val="dk1"/>
            </a:solidFill>
            <a:prstDash val="solid"/>
            <a:round/>
            <a:headEnd type="none" w="med" len="med"/>
            <a:tailEnd type="oval" w="med" len="med"/>
          </a:ln>
        </p:spPr>
      </p:cxnSp>
      <p:grpSp>
        <p:nvGrpSpPr>
          <p:cNvPr id="582" name="Google Shape;582;p48"/>
          <p:cNvGrpSpPr/>
          <p:nvPr/>
        </p:nvGrpSpPr>
        <p:grpSpPr>
          <a:xfrm>
            <a:off x="5381640" y="-695315"/>
            <a:ext cx="2792217" cy="2565841"/>
            <a:chOff x="6503938" y="-561308"/>
            <a:chExt cx="3954422" cy="3633821"/>
          </a:xfrm>
        </p:grpSpPr>
        <p:sp>
          <p:nvSpPr>
            <p:cNvPr id="583" name="Google Shape;583;p48"/>
            <p:cNvSpPr/>
            <p:nvPr/>
          </p:nvSpPr>
          <p:spPr>
            <a:xfrm>
              <a:off x="6503938" y="-561284"/>
              <a:ext cx="3954422" cy="3633797"/>
            </a:xfrm>
            <a:custGeom>
              <a:avLst/>
              <a:gdLst/>
              <a:ahLst/>
              <a:cxnLst/>
              <a:rect l="l" t="t" r="r" b="b"/>
              <a:pathLst>
                <a:path w="22796" h="20948" extrusionOk="0">
                  <a:moveTo>
                    <a:pt x="11944" y="125"/>
                  </a:moveTo>
                  <a:cubicBezTo>
                    <a:pt x="12897" y="125"/>
                    <a:pt x="13856" y="259"/>
                    <a:pt x="14798" y="527"/>
                  </a:cubicBezTo>
                  <a:cubicBezTo>
                    <a:pt x="17455" y="1286"/>
                    <a:pt x="19659" y="3034"/>
                    <a:pt x="21001" y="5449"/>
                  </a:cubicBezTo>
                  <a:cubicBezTo>
                    <a:pt x="22345" y="7864"/>
                    <a:pt x="22667" y="10658"/>
                    <a:pt x="21908" y="13315"/>
                  </a:cubicBezTo>
                  <a:cubicBezTo>
                    <a:pt x="21150" y="15973"/>
                    <a:pt x="19401" y="18175"/>
                    <a:pt x="16986" y="19519"/>
                  </a:cubicBezTo>
                  <a:cubicBezTo>
                    <a:pt x="15398" y="20402"/>
                    <a:pt x="13675" y="20820"/>
                    <a:pt x="11976" y="20820"/>
                  </a:cubicBezTo>
                  <a:cubicBezTo>
                    <a:pt x="8340" y="20820"/>
                    <a:pt x="4806" y="18901"/>
                    <a:pt x="2916" y="15504"/>
                  </a:cubicBezTo>
                  <a:cubicBezTo>
                    <a:pt x="1573" y="13089"/>
                    <a:pt x="1251" y="10295"/>
                    <a:pt x="2010" y="7638"/>
                  </a:cubicBezTo>
                  <a:cubicBezTo>
                    <a:pt x="2769" y="4980"/>
                    <a:pt x="4516" y="2776"/>
                    <a:pt x="6931" y="1434"/>
                  </a:cubicBezTo>
                  <a:cubicBezTo>
                    <a:pt x="8492" y="567"/>
                    <a:pt x="10208" y="125"/>
                    <a:pt x="11944" y="125"/>
                  </a:cubicBezTo>
                  <a:close/>
                  <a:moveTo>
                    <a:pt x="11943" y="1"/>
                  </a:moveTo>
                  <a:cubicBezTo>
                    <a:pt x="10185" y="1"/>
                    <a:pt x="8448" y="447"/>
                    <a:pt x="6870" y="1325"/>
                  </a:cubicBezTo>
                  <a:cubicBezTo>
                    <a:pt x="1824" y="4130"/>
                    <a:pt x="0" y="10518"/>
                    <a:pt x="2806" y="15566"/>
                  </a:cubicBezTo>
                  <a:cubicBezTo>
                    <a:pt x="4719" y="19006"/>
                    <a:pt x="8294" y="20947"/>
                    <a:pt x="11976" y="20947"/>
                  </a:cubicBezTo>
                  <a:cubicBezTo>
                    <a:pt x="13697" y="20947"/>
                    <a:pt x="15440" y="20523"/>
                    <a:pt x="17048" y="19629"/>
                  </a:cubicBezTo>
                  <a:cubicBezTo>
                    <a:pt x="19492" y="18269"/>
                    <a:pt x="21260" y="16041"/>
                    <a:pt x="22029" y="13351"/>
                  </a:cubicBezTo>
                  <a:cubicBezTo>
                    <a:pt x="22795" y="10661"/>
                    <a:pt x="22471" y="7833"/>
                    <a:pt x="21111" y="5389"/>
                  </a:cubicBezTo>
                  <a:cubicBezTo>
                    <a:pt x="19751" y="2943"/>
                    <a:pt x="17522" y="1175"/>
                    <a:pt x="14832" y="408"/>
                  </a:cubicBezTo>
                  <a:cubicBezTo>
                    <a:pt x="13879" y="135"/>
                    <a:pt x="12908" y="1"/>
                    <a:pt x="1194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8"/>
            <p:cNvSpPr/>
            <p:nvPr/>
          </p:nvSpPr>
          <p:spPr>
            <a:xfrm>
              <a:off x="6886611" y="-378276"/>
              <a:ext cx="3383532" cy="3269689"/>
            </a:xfrm>
            <a:custGeom>
              <a:avLst/>
              <a:gdLst/>
              <a:ahLst/>
              <a:cxnLst/>
              <a:rect l="l" t="t" r="r" b="b"/>
              <a:pathLst>
                <a:path w="19505" h="18849" extrusionOk="0">
                  <a:moveTo>
                    <a:pt x="9738" y="126"/>
                  </a:moveTo>
                  <a:cubicBezTo>
                    <a:pt x="13006" y="126"/>
                    <a:pt x="16181" y="1851"/>
                    <a:pt x="17879" y="4905"/>
                  </a:cubicBezTo>
                  <a:cubicBezTo>
                    <a:pt x="19086" y="7075"/>
                    <a:pt x="19376" y="9586"/>
                    <a:pt x="18695" y="11974"/>
                  </a:cubicBezTo>
                  <a:cubicBezTo>
                    <a:pt x="18013" y="14363"/>
                    <a:pt x="16443" y="16342"/>
                    <a:pt x="14271" y="17550"/>
                  </a:cubicBezTo>
                  <a:cubicBezTo>
                    <a:pt x="12871" y="18328"/>
                    <a:pt x="11329" y="18725"/>
                    <a:pt x="9769" y="18725"/>
                  </a:cubicBezTo>
                  <a:cubicBezTo>
                    <a:pt x="8912" y="18725"/>
                    <a:pt x="8050" y="18606"/>
                    <a:pt x="7203" y="18364"/>
                  </a:cubicBezTo>
                  <a:cubicBezTo>
                    <a:pt x="4815" y="17682"/>
                    <a:pt x="2834" y="16112"/>
                    <a:pt x="1628" y="13941"/>
                  </a:cubicBezTo>
                  <a:cubicBezTo>
                    <a:pt x="420" y="11770"/>
                    <a:pt x="130" y="9259"/>
                    <a:pt x="812" y="6870"/>
                  </a:cubicBezTo>
                  <a:cubicBezTo>
                    <a:pt x="1494" y="4482"/>
                    <a:pt x="3064" y="2503"/>
                    <a:pt x="5235" y="1295"/>
                  </a:cubicBezTo>
                  <a:cubicBezTo>
                    <a:pt x="6663" y="502"/>
                    <a:pt x="8209" y="126"/>
                    <a:pt x="9738" y="126"/>
                  </a:cubicBezTo>
                  <a:close/>
                  <a:moveTo>
                    <a:pt x="9737" y="0"/>
                  </a:moveTo>
                  <a:cubicBezTo>
                    <a:pt x="8188" y="0"/>
                    <a:pt x="6620" y="382"/>
                    <a:pt x="5173" y="1186"/>
                  </a:cubicBezTo>
                  <a:cubicBezTo>
                    <a:pt x="2973" y="2408"/>
                    <a:pt x="1381" y="4416"/>
                    <a:pt x="691" y="6836"/>
                  </a:cubicBezTo>
                  <a:cubicBezTo>
                    <a:pt x="1" y="9256"/>
                    <a:pt x="293" y="11801"/>
                    <a:pt x="1517" y="14000"/>
                  </a:cubicBezTo>
                  <a:cubicBezTo>
                    <a:pt x="2739" y="16200"/>
                    <a:pt x="4746" y="17792"/>
                    <a:pt x="7166" y="18482"/>
                  </a:cubicBezTo>
                  <a:cubicBezTo>
                    <a:pt x="8025" y="18728"/>
                    <a:pt x="8898" y="18849"/>
                    <a:pt x="9766" y="18849"/>
                  </a:cubicBezTo>
                  <a:cubicBezTo>
                    <a:pt x="11349" y="18849"/>
                    <a:pt x="12912" y="18448"/>
                    <a:pt x="14332" y="17656"/>
                  </a:cubicBezTo>
                  <a:cubicBezTo>
                    <a:pt x="16531" y="16434"/>
                    <a:pt x="18125" y="14427"/>
                    <a:pt x="18815" y="12007"/>
                  </a:cubicBezTo>
                  <a:cubicBezTo>
                    <a:pt x="19505" y="9586"/>
                    <a:pt x="19213" y="7042"/>
                    <a:pt x="17989" y="4842"/>
                  </a:cubicBezTo>
                  <a:cubicBezTo>
                    <a:pt x="16267" y="1748"/>
                    <a:pt x="13049" y="0"/>
                    <a:pt x="9737"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48"/>
            <p:cNvGrpSpPr/>
            <p:nvPr/>
          </p:nvGrpSpPr>
          <p:grpSpPr>
            <a:xfrm rot="8531975" flipH="1">
              <a:off x="7283075" y="-39380"/>
              <a:ext cx="2589807" cy="2589807"/>
              <a:chOff x="676016" y="1842553"/>
              <a:chExt cx="459655" cy="459655"/>
            </a:xfrm>
          </p:grpSpPr>
          <p:sp>
            <p:nvSpPr>
              <p:cNvPr id="586" name="Google Shape;586;p48"/>
              <p:cNvSpPr/>
              <p:nvPr/>
            </p:nvSpPr>
            <p:spPr>
              <a:xfrm>
                <a:off x="676016" y="1842553"/>
                <a:ext cx="459655" cy="459655"/>
              </a:xfrm>
              <a:custGeom>
                <a:avLst/>
                <a:gdLst/>
                <a:ahLst/>
                <a:cxnLst/>
                <a:rect l="l" t="t" r="r" b="b"/>
                <a:pathLst>
                  <a:path w="9497" h="9497" extrusionOk="0">
                    <a:moveTo>
                      <a:pt x="4749" y="0"/>
                    </a:moveTo>
                    <a:cubicBezTo>
                      <a:pt x="3489" y="0"/>
                      <a:pt x="2282" y="500"/>
                      <a:pt x="1391" y="1391"/>
                    </a:cubicBezTo>
                    <a:cubicBezTo>
                      <a:pt x="501" y="2281"/>
                      <a:pt x="0" y="3489"/>
                      <a:pt x="0" y="4748"/>
                    </a:cubicBezTo>
                    <a:cubicBezTo>
                      <a:pt x="0" y="6008"/>
                      <a:pt x="501" y="7215"/>
                      <a:pt x="1391" y="8106"/>
                    </a:cubicBezTo>
                    <a:cubicBezTo>
                      <a:pt x="2282" y="8996"/>
                      <a:pt x="3489" y="9496"/>
                      <a:pt x="4749" y="9496"/>
                    </a:cubicBezTo>
                    <a:cubicBezTo>
                      <a:pt x="6008" y="9496"/>
                      <a:pt x="7215" y="8996"/>
                      <a:pt x="8106" y="8106"/>
                    </a:cubicBezTo>
                    <a:cubicBezTo>
                      <a:pt x="8996" y="7215"/>
                      <a:pt x="9497" y="6008"/>
                      <a:pt x="9497" y="4748"/>
                    </a:cubicBezTo>
                    <a:cubicBezTo>
                      <a:pt x="9497" y="3489"/>
                      <a:pt x="8996" y="2281"/>
                      <a:pt x="8106" y="1391"/>
                    </a:cubicBezTo>
                    <a:cubicBezTo>
                      <a:pt x="7215" y="500"/>
                      <a:pt x="6008" y="0"/>
                      <a:pt x="4749" y="0"/>
                    </a:cubicBezTo>
                    <a:close/>
                  </a:path>
                </a:pathLst>
              </a:custGeom>
              <a:gradFill>
                <a:gsLst>
                  <a:gs pos="0">
                    <a:srgbClr val="301385">
                      <a:alpha val="65098"/>
                    </a:srgbClr>
                  </a:gs>
                  <a:gs pos="100000">
                    <a:srgbClr val="6B3AF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8"/>
              <p:cNvSpPr/>
              <p:nvPr/>
            </p:nvSpPr>
            <p:spPr>
              <a:xfrm>
                <a:off x="776059" y="1942499"/>
                <a:ext cx="259618" cy="259666"/>
              </a:xfrm>
              <a:custGeom>
                <a:avLst/>
                <a:gdLst/>
                <a:ahLst/>
                <a:cxnLst/>
                <a:rect l="l" t="t" r="r" b="b"/>
                <a:pathLst>
                  <a:path w="5364" h="5365" extrusionOk="0">
                    <a:moveTo>
                      <a:pt x="2683" y="127"/>
                    </a:moveTo>
                    <a:cubicBezTo>
                      <a:pt x="4092" y="127"/>
                      <a:pt x="5239" y="1274"/>
                      <a:pt x="5239" y="2684"/>
                    </a:cubicBezTo>
                    <a:cubicBezTo>
                      <a:pt x="5239" y="4093"/>
                      <a:pt x="4092" y="5241"/>
                      <a:pt x="2683" y="5241"/>
                    </a:cubicBezTo>
                    <a:cubicBezTo>
                      <a:pt x="1272" y="5241"/>
                      <a:pt x="126" y="4093"/>
                      <a:pt x="126" y="2684"/>
                    </a:cubicBezTo>
                    <a:cubicBezTo>
                      <a:pt x="126" y="1274"/>
                      <a:pt x="1272" y="127"/>
                      <a:pt x="2683" y="127"/>
                    </a:cubicBezTo>
                    <a:close/>
                    <a:moveTo>
                      <a:pt x="2683" y="1"/>
                    </a:moveTo>
                    <a:cubicBezTo>
                      <a:pt x="1204" y="1"/>
                      <a:pt x="0" y="1204"/>
                      <a:pt x="0" y="2682"/>
                    </a:cubicBezTo>
                    <a:cubicBezTo>
                      <a:pt x="0" y="4161"/>
                      <a:pt x="1204" y="5365"/>
                      <a:pt x="2683" y="5365"/>
                    </a:cubicBezTo>
                    <a:cubicBezTo>
                      <a:pt x="4161" y="5365"/>
                      <a:pt x="5364" y="4161"/>
                      <a:pt x="5364" y="2682"/>
                    </a:cubicBezTo>
                    <a:cubicBezTo>
                      <a:pt x="5364" y="1204"/>
                      <a:pt x="4161" y="1"/>
                      <a:pt x="2683"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8"/>
              <p:cNvSpPr/>
              <p:nvPr/>
            </p:nvSpPr>
            <p:spPr>
              <a:xfrm>
                <a:off x="830509" y="2003725"/>
                <a:ext cx="150669" cy="137311"/>
              </a:xfrm>
              <a:custGeom>
                <a:avLst/>
                <a:gdLst/>
                <a:ahLst/>
                <a:cxnLst/>
                <a:rect l="l" t="t" r="r" b="b"/>
                <a:pathLst>
                  <a:path w="3113" h="2837" extrusionOk="0">
                    <a:moveTo>
                      <a:pt x="1557" y="1"/>
                    </a:moveTo>
                    <a:cubicBezTo>
                      <a:pt x="1194" y="1"/>
                      <a:pt x="831" y="139"/>
                      <a:pt x="554" y="416"/>
                    </a:cubicBezTo>
                    <a:cubicBezTo>
                      <a:pt x="1" y="970"/>
                      <a:pt x="1" y="1867"/>
                      <a:pt x="554" y="2421"/>
                    </a:cubicBezTo>
                    <a:cubicBezTo>
                      <a:pt x="831" y="2698"/>
                      <a:pt x="1194" y="2837"/>
                      <a:pt x="1557" y="2837"/>
                    </a:cubicBezTo>
                    <a:cubicBezTo>
                      <a:pt x="1919" y="2837"/>
                      <a:pt x="2282" y="2698"/>
                      <a:pt x="2559" y="2421"/>
                    </a:cubicBezTo>
                    <a:cubicBezTo>
                      <a:pt x="3112" y="1867"/>
                      <a:pt x="3112" y="970"/>
                      <a:pt x="2559" y="416"/>
                    </a:cubicBezTo>
                    <a:cubicBezTo>
                      <a:pt x="2282" y="139"/>
                      <a:pt x="1919" y="1"/>
                      <a:pt x="1557"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9" name="Google Shape;589;p48"/>
          <p:cNvGrpSpPr/>
          <p:nvPr/>
        </p:nvGrpSpPr>
        <p:grpSpPr>
          <a:xfrm>
            <a:off x="4452098" y="2619375"/>
            <a:ext cx="5784582" cy="2243152"/>
            <a:chOff x="1918448" y="2360350"/>
            <a:chExt cx="5784582" cy="2243152"/>
          </a:xfrm>
        </p:grpSpPr>
        <p:sp>
          <p:nvSpPr>
            <p:cNvPr id="590" name="Google Shape;590;p48"/>
            <p:cNvSpPr/>
            <p:nvPr/>
          </p:nvSpPr>
          <p:spPr>
            <a:xfrm rot="10800000">
              <a:off x="3142878" y="2360350"/>
              <a:ext cx="4560152" cy="2206584"/>
            </a:xfrm>
            <a:custGeom>
              <a:avLst/>
              <a:gdLst/>
              <a:ahLst/>
              <a:cxnLst/>
              <a:rect l="l" t="t" r="r" b="b"/>
              <a:pathLst>
                <a:path w="44645" h="21603" extrusionOk="0">
                  <a:moveTo>
                    <a:pt x="40354" y="0"/>
                  </a:moveTo>
                  <a:lnTo>
                    <a:pt x="18877" y="21477"/>
                  </a:lnTo>
                  <a:lnTo>
                    <a:pt x="1" y="21477"/>
                  </a:lnTo>
                  <a:lnTo>
                    <a:pt x="1" y="21602"/>
                  </a:lnTo>
                  <a:lnTo>
                    <a:pt x="18930" y="21602"/>
                  </a:lnTo>
                  <a:lnTo>
                    <a:pt x="40407" y="125"/>
                  </a:lnTo>
                  <a:lnTo>
                    <a:pt x="44644" y="125"/>
                  </a:lnTo>
                  <a:lnTo>
                    <a:pt x="44644"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8"/>
            <p:cNvSpPr/>
            <p:nvPr/>
          </p:nvSpPr>
          <p:spPr>
            <a:xfrm rot="10800000">
              <a:off x="1995797" y="2885665"/>
              <a:ext cx="3251196" cy="1279131"/>
            </a:xfrm>
            <a:custGeom>
              <a:avLst/>
              <a:gdLst/>
              <a:ahLst/>
              <a:cxnLst/>
              <a:rect l="l" t="t" r="r" b="b"/>
              <a:pathLst>
                <a:path w="31830" h="12523" extrusionOk="0">
                  <a:moveTo>
                    <a:pt x="14104" y="1"/>
                  </a:moveTo>
                  <a:lnTo>
                    <a:pt x="1709" y="12397"/>
                  </a:lnTo>
                  <a:lnTo>
                    <a:pt x="1" y="12397"/>
                  </a:lnTo>
                  <a:lnTo>
                    <a:pt x="1" y="12522"/>
                  </a:lnTo>
                  <a:lnTo>
                    <a:pt x="1762" y="12522"/>
                  </a:lnTo>
                  <a:lnTo>
                    <a:pt x="14157" y="126"/>
                  </a:lnTo>
                  <a:lnTo>
                    <a:pt x="31829" y="126"/>
                  </a:lnTo>
                  <a:lnTo>
                    <a:pt x="31829"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8"/>
            <p:cNvSpPr/>
            <p:nvPr/>
          </p:nvSpPr>
          <p:spPr>
            <a:xfrm rot="10800000">
              <a:off x="2398021" y="4331903"/>
              <a:ext cx="1278416" cy="140037"/>
            </a:xfrm>
            <a:custGeom>
              <a:avLst/>
              <a:gdLst/>
              <a:ahLst/>
              <a:cxnLst/>
              <a:rect l="l" t="t" r="r" b="b"/>
              <a:pathLst>
                <a:path w="12516" h="1371" extrusionOk="0">
                  <a:moveTo>
                    <a:pt x="90" y="1"/>
                  </a:moveTo>
                  <a:lnTo>
                    <a:pt x="0" y="90"/>
                  </a:lnTo>
                  <a:lnTo>
                    <a:pt x="1281" y="1370"/>
                  </a:lnTo>
                  <a:lnTo>
                    <a:pt x="12516" y="1370"/>
                  </a:lnTo>
                  <a:lnTo>
                    <a:pt x="12516" y="1245"/>
                  </a:lnTo>
                  <a:lnTo>
                    <a:pt x="1334" y="1245"/>
                  </a:lnTo>
                  <a:lnTo>
                    <a:pt x="90" y="1"/>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8"/>
            <p:cNvSpPr/>
            <p:nvPr/>
          </p:nvSpPr>
          <p:spPr>
            <a:xfrm rot="10800000">
              <a:off x="2642344" y="3809748"/>
              <a:ext cx="862593" cy="353004"/>
            </a:xfrm>
            <a:custGeom>
              <a:avLst/>
              <a:gdLst/>
              <a:ahLst/>
              <a:cxnLst/>
              <a:rect l="l" t="t" r="r" b="b"/>
              <a:pathLst>
                <a:path w="8445" h="3456" extrusionOk="0">
                  <a:moveTo>
                    <a:pt x="87" y="0"/>
                  </a:moveTo>
                  <a:lnTo>
                    <a:pt x="0" y="89"/>
                  </a:lnTo>
                  <a:lnTo>
                    <a:pt x="3366" y="3456"/>
                  </a:lnTo>
                  <a:lnTo>
                    <a:pt x="8444" y="3456"/>
                  </a:lnTo>
                  <a:lnTo>
                    <a:pt x="8444" y="3330"/>
                  </a:lnTo>
                  <a:lnTo>
                    <a:pt x="3419" y="3330"/>
                  </a:lnTo>
                  <a:lnTo>
                    <a:pt x="87" y="0"/>
                  </a:ln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8"/>
            <p:cNvSpPr/>
            <p:nvPr/>
          </p:nvSpPr>
          <p:spPr>
            <a:xfrm rot="10800000">
              <a:off x="3063679" y="4517702"/>
              <a:ext cx="85800" cy="85800"/>
            </a:xfrm>
            <a:custGeom>
              <a:avLst/>
              <a:gdLst/>
              <a:ahLst/>
              <a:cxnLst/>
              <a:rect l="l" t="t" r="r" b="b"/>
              <a:pathLst>
                <a:path w="840" h="840" extrusionOk="0">
                  <a:moveTo>
                    <a:pt x="420" y="127"/>
                  </a:moveTo>
                  <a:cubicBezTo>
                    <a:pt x="582" y="127"/>
                    <a:pt x="714" y="258"/>
                    <a:pt x="714" y="420"/>
                  </a:cubicBezTo>
                  <a:cubicBezTo>
                    <a:pt x="714" y="582"/>
                    <a:pt x="582" y="714"/>
                    <a:pt x="420" y="714"/>
                  </a:cubicBezTo>
                  <a:cubicBezTo>
                    <a:pt x="258" y="714"/>
                    <a:pt x="127" y="582"/>
                    <a:pt x="127" y="420"/>
                  </a:cubicBezTo>
                  <a:cubicBezTo>
                    <a:pt x="127" y="258"/>
                    <a:pt x="258" y="127"/>
                    <a:pt x="420" y="127"/>
                  </a:cubicBezTo>
                  <a:close/>
                  <a:moveTo>
                    <a:pt x="420" y="0"/>
                  </a:moveTo>
                  <a:cubicBezTo>
                    <a:pt x="188" y="0"/>
                    <a:pt x="0" y="188"/>
                    <a:pt x="0" y="420"/>
                  </a:cubicBezTo>
                  <a:cubicBezTo>
                    <a:pt x="0" y="652"/>
                    <a:pt x="189" y="839"/>
                    <a:pt x="420" y="839"/>
                  </a:cubicBezTo>
                  <a:cubicBezTo>
                    <a:pt x="652" y="839"/>
                    <a:pt x="839" y="652"/>
                    <a:pt x="839" y="420"/>
                  </a:cubicBezTo>
                  <a:cubicBezTo>
                    <a:pt x="839" y="188"/>
                    <a:pt x="651"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8"/>
            <p:cNvSpPr/>
            <p:nvPr/>
          </p:nvSpPr>
          <p:spPr>
            <a:xfrm rot="10800000">
              <a:off x="1918448" y="4115359"/>
              <a:ext cx="85698" cy="85698"/>
            </a:xfrm>
            <a:custGeom>
              <a:avLst/>
              <a:gdLst/>
              <a:ahLst/>
              <a:cxnLst/>
              <a:rect l="l" t="t" r="r" b="b"/>
              <a:pathLst>
                <a:path w="839" h="839" extrusionOk="0">
                  <a:moveTo>
                    <a:pt x="420" y="125"/>
                  </a:moveTo>
                  <a:cubicBezTo>
                    <a:pt x="582" y="125"/>
                    <a:pt x="714" y="258"/>
                    <a:pt x="714" y="419"/>
                  </a:cubicBezTo>
                  <a:cubicBezTo>
                    <a:pt x="714" y="581"/>
                    <a:pt x="581" y="713"/>
                    <a:pt x="420" y="713"/>
                  </a:cubicBezTo>
                  <a:cubicBezTo>
                    <a:pt x="258" y="713"/>
                    <a:pt x="126" y="581"/>
                    <a:pt x="126" y="419"/>
                  </a:cubicBezTo>
                  <a:cubicBezTo>
                    <a:pt x="126" y="258"/>
                    <a:pt x="258" y="125"/>
                    <a:pt x="420" y="125"/>
                  </a:cubicBezTo>
                  <a:close/>
                  <a:moveTo>
                    <a:pt x="420" y="0"/>
                  </a:moveTo>
                  <a:cubicBezTo>
                    <a:pt x="188" y="0"/>
                    <a:pt x="0" y="188"/>
                    <a:pt x="0" y="419"/>
                  </a:cubicBezTo>
                  <a:cubicBezTo>
                    <a:pt x="0" y="651"/>
                    <a:pt x="189" y="839"/>
                    <a:pt x="420" y="839"/>
                  </a:cubicBezTo>
                  <a:cubicBezTo>
                    <a:pt x="651" y="839"/>
                    <a:pt x="839" y="651"/>
                    <a:pt x="839" y="419"/>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8"/>
            <p:cNvSpPr/>
            <p:nvPr/>
          </p:nvSpPr>
          <p:spPr>
            <a:xfrm rot="10800000">
              <a:off x="2318748" y="4295336"/>
              <a:ext cx="85698" cy="85800"/>
            </a:xfrm>
            <a:custGeom>
              <a:avLst/>
              <a:gdLst/>
              <a:ahLst/>
              <a:cxnLst/>
              <a:rect l="l" t="t" r="r" b="b"/>
              <a:pathLst>
                <a:path w="839" h="840" extrusionOk="0">
                  <a:moveTo>
                    <a:pt x="420" y="125"/>
                  </a:moveTo>
                  <a:cubicBezTo>
                    <a:pt x="581" y="125"/>
                    <a:pt x="712" y="258"/>
                    <a:pt x="714" y="420"/>
                  </a:cubicBezTo>
                  <a:cubicBezTo>
                    <a:pt x="714" y="581"/>
                    <a:pt x="581" y="713"/>
                    <a:pt x="420" y="713"/>
                  </a:cubicBezTo>
                  <a:cubicBezTo>
                    <a:pt x="258" y="713"/>
                    <a:pt x="125" y="581"/>
                    <a:pt x="125" y="420"/>
                  </a:cubicBezTo>
                  <a:cubicBezTo>
                    <a:pt x="125" y="258"/>
                    <a:pt x="258" y="125"/>
                    <a:pt x="420" y="125"/>
                  </a:cubicBezTo>
                  <a:close/>
                  <a:moveTo>
                    <a:pt x="420" y="0"/>
                  </a:moveTo>
                  <a:cubicBezTo>
                    <a:pt x="188" y="0"/>
                    <a:pt x="0" y="188"/>
                    <a:pt x="0" y="420"/>
                  </a:cubicBezTo>
                  <a:cubicBezTo>
                    <a:pt x="0" y="651"/>
                    <a:pt x="189" y="839"/>
                    <a:pt x="420" y="839"/>
                  </a:cubicBezTo>
                  <a:cubicBezTo>
                    <a:pt x="650" y="839"/>
                    <a:pt x="839" y="651"/>
                    <a:pt x="839" y="420"/>
                  </a:cubicBezTo>
                  <a:cubicBezTo>
                    <a:pt x="839" y="188"/>
                    <a:pt x="650" y="0"/>
                    <a:pt x="420" y="0"/>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8"/>
            <p:cNvSpPr/>
            <p:nvPr/>
          </p:nvSpPr>
          <p:spPr>
            <a:xfrm rot="10800000">
              <a:off x="2563177" y="3773281"/>
              <a:ext cx="85800" cy="85800"/>
            </a:xfrm>
            <a:custGeom>
              <a:avLst/>
              <a:gdLst/>
              <a:ahLst/>
              <a:cxnLst/>
              <a:rect l="l" t="t" r="r" b="b"/>
              <a:pathLst>
                <a:path w="840" h="840" extrusionOk="0">
                  <a:moveTo>
                    <a:pt x="420" y="127"/>
                  </a:moveTo>
                  <a:cubicBezTo>
                    <a:pt x="583" y="127"/>
                    <a:pt x="713" y="258"/>
                    <a:pt x="714" y="420"/>
                  </a:cubicBezTo>
                  <a:cubicBezTo>
                    <a:pt x="714" y="582"/>
                    <a:pt x="582" y="715"/>
                    <a:pt x="420" y="715"/>
                  </a:cubicBezTo>
                  <a:cubicBezTo>
                    <a:pt x="258" y="715"/>
                    <a:pt x="127" y="582"/>
                    <a:pt x="127" y="420"/>
                  </a:cubicBezTo>
                  <a:cubicBezTo>
                    <a:pt x="127" y="258"/>
                    <a:pt x="258" y="127"/>
                    <a:pt x="420" y="127"/>
                  </a:cubicBezTo>
                  <a:close/>
                  <a:moveTo>
                    <a:pt x="420" y="1"/>
                  </a:moveTo>
                  <a:cubicBezTo>
                    <a:pt x="188" y="1"/>
                    <a:pt x="1" y="188"/>
                    <a:pt x="1" y="420"/>
                  </a:cubicBezTo>
                  <a:cubicBezTo>
                    <a:pt x="1" y="652"/>
                    <a:pt x="189" y="840"/>
                    <a:pt x="420" y="840"/>
                  </a:cubicBezTo>
                  <a:cubicBezTo>
                    <a:pt x="652" y="840"/>
                    <a:pt x="839" y="652"/>
                    <a:pt x="839" y="420"/>
                  </a:cubicBezTo>
                  <a:cubicBezTo>
                    <a:pt x="839" y="188"/>
                    <a:pt x="651" y="1"/>
                    <a:pt x="420" y="1"/>
                  </a:cubicBezTo>
                  <a:close/>
                </a:path>
              </a:pathLst>
            </a:custGeom>
            <a:solidFill>
              <a:srgbClr val="FFFFFF">
                <a:alpha val="34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8" name="Google Shape;598;p48"/>
          <p:cNvSpPr/>
          <p:nvPr/>
        </p:nvSpPr>
        <p:spPr>
          <a:xfrm>
            <a:off x="5258331" y="710567"/>
            <a:ext cx="47671" cy="47671"/>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8"/>
          <p:cNvSpPr/>
          <p:nvPr/>
        </p:nvSpPr>
        <p:spPr>
          <a:xfrm>
            <a:off x="7313900" y="1448473"/>
            <a:ext cx="384076" cy="383875"/>
          </a:xfrm>
          <a:custGeom>
            <a:avLst/>
            <a:gdLst/>
            <a:ahLst/>
            <a:cxnLst/>
            <a:rect l="l" t="t" r="r" b="b"/>
            <a:pathLst>
              <a:path w="2012" h="2011" extrusionOk="0">
                <a:moveTo>
                  <a:pt x="1006" y="0"/>
                </a:moveTo>
                <a:cubicBezTo>
                  <a:pt x="450" y="0"/>
                  <a:pt x="1" y="451"/>
                  <a:pt x="1" y="1006"/>
                </a:cubicBezTo>
                <a:cubicBezTo>
                  <a:pt x="1" y="1561"/>
                  <a:pt x="450" y="2011"/>
                  <a:pt x="1006" y="2011"/>
                </a:cubicBezTo>
                <a:cubicBezTo>
                  <a:pt x="1561" y="2011"/>
                  <a:pt x="2011" y="1561"/>
                  <a:pt x="2011" y="1006"/>
                </a:cubicBezTo>
                <a:cubicBezTo>
                  <a:pt x="2011" y="451"/>
                  <a:pt x="1561" y="0"/>
                  <a:pt x="1006"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8"/>
          <p:cNvSpPr/>
          <p:nvPr/>
        </p:nvSpPr>
        <p:spPr>
          <a:xfrm>
            <a:off x="3933493" y="4343395"/>
            <a:ext cx="154350" cy="154350"/>
          </a:xfrm>
          <a:custGeom>
            <a:avLst/>
            <a:gdLst/>
            <a:ahLst/>
            <a:cxnLst/>
            <a:rect l="l" t="t" r="r" b="b"/>
            <a:pathLst>
              <a:path w="354" h="354" extrusionOk="0">
                <a:moveTo>
                  <a:pt x="177" y="0"/>
                </a:moveTo>
                <a:cubicBezTo>
                  <a:pt x="80" y="0"/>
                  <a:pt x="0" y="79"/>
                  <a:pt x="0" y="176"/>
                </a:cubicBezTo>
                <a:cubicBezTo>
                  <a:pt x="0" y="273"/>
                  <a:pt x="80" y="353"/>
                  <a:pt x="177" y="353"/>
                </a:cubicBezTo>
                <a:cubicBezTo>
                  <a:pt x="274" y="353"/>
                  <a:pt x="354" y="273"/>
                  <a:pt x="354" y="176"/>
                </a:cubicBezTo>
                <a:cubicBezTo>
                  <a:pt x="354" y="79"/>
                  <a:pt x="274" y="2"/>
                  <a:pt x="177" y="0"/>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8"/>
          <p:cNvSpPr/>
          <p:nvPr/>
        </p:nvSpPr>
        <p:spPr>
          <a:xfrm>
            <a:off x="7800474" y="4155502"/>
            <a:ext cx="68569" cy="64073"/>
          </a:xfrm>
          <a:custGeom>
            <a:avLst/>
            <a:gdLst/>
            <a:ahLst/>
            <a:cxnLst/>
            <a:rect l="l" t="t" r="r" b="b"/>
            <a:pathLst>
              <a:path w="671" h="627" extrusionOk="0">
                <a:moveTo>
                  <a:pt x="336" y="1"/>
                </a:moveTo>
                <a:cubicBezTo>
                  <a:pt x="182" y="1"/>
                  <a:pt x="49" y="112"/>
                  <a:pt x="25" y="268"/>
                </a:cubicBezTo>
                <a:cubicBezTo>
                  <a:pt x="1" y="439"/>
                  <a:pt x="119" y="597"/>
                  <a:pt x="290" y="623"/>
                </a:cubicBezTo>
                <a:cubicBezTo>
                  <a:pt x="305" y="625"/>
                  <a:pt x="320" y="626"/>
                  <a:pt x="335" y="626"/>
                </a:cubicBezTo>
                <a:cubicBezTo>
                  <a:pt x="488" y="626"/>
                  <a:pt x="622" y="514"/>
                  <a:pt x="644" y="359"/>
                </a:cubicBezTo>
                <a:cubicBezTo>
                  <a:pt x="670" y="188"/>
                  <a:pt x="552" y="29"/>
                  <a:pt x="381" y="4"/>
                </a:cubicBezTo>
                <a:cubicBezTo>
                  <a:pt x="366" y="2"/>
                  <a:pt x="351" y="1"/>
                  <a:pt x="336" y="1"/>
                </a:cubicBezTo>
                <a:close/>
              </a:path>
            </a:pathLst>
          </a:custGeom>
          <a:gradFill>
            <a:gsLst>
              <a:gs pos="0">
                <a:schemeClr val="accent5"/>
              </a:gs>
              <a:gs pos="100000">
                <a:schemeClr val="accen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Cyber Security Roadmap by Slidesgo">
  <a:themeElements>
    <a:clrScheme name="Simple Light">
      <a:dk1>
        <a:srgbClr val="FFFFFF"/>
      </a:dk1>
      <a:lt1>
        <a:srgbClr val="9C7CFF"/>
      </a:lt1>
      <a:dk2>
        <a:srgbClr val="7451DF"/>
      </a:dk2>
      <a:lt2>
        <a:srgbClr val="6041BE"/>
      </a:lt2>
      <a:accent1>
        <a:srgbClr val="301385"/>
      </a:accent1>
      <a:accent2>
        <a:srgbClr val="6B3AFE"/>
      </a:accent2>
      <a:accent3>
        <a:srgbClr val="FFB300"/>
      </a:accent3>
      <a:accent4>
        <a:srgbClr val="FFCB51"/>
      </a:accent4>
      <a:accent5>
        <a:srgbClr val="FFD87E"/>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3174</Words>
  <Application>Microsoft Office PowerPoint</Application>
  <PresentationFormat>On-screen Show (16:9)</PresentationFormat>
  <Paragraphs>110</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Open Sans</vt:lpstr>
      <vt:lpstr>Cairo</vt:lpstr>
      <vt:lpstr>Bai Jamjuree SemiBold</vt:lpstr>
      <vt:lpstr>Cyber Security Roadmap by Slidesgo</vt:lpstr>
      <vt:lpstr>Implementation of  Scalable Resource Access Control</vt:lpstr>
      <vt:lpstr>01 Introduction</vt:lpstr>
      <vt:lpstr>What is OAuth 2.0?</vt:lpstr>
      <vt:lpstr>A BIT MORE ABOUT AUTH 2.0</vt:lpstr>
      <vt:lpstr>ADVANTAGES - AUTH 2.0</vt:lpstr>
      <vt:lpstr>02 Literature Survey</vt:lpstr>
      <vt:lpstr>General Authentication Scheme in User-Centric IdM </vt:lpstr>
      <vt:lpstr>A Lightweight Identity-Based Authentication Protocol </vt:lpstr>
      <vt:lpstr>Authentication Techniques For E-Commerce Applications</vt:lpstr>
      <vt:lpstr>Password-based Authenticator: P-Auth</vt:lpstr>
      <vt:lpstr>User Fast Authentication Method Based on Microservices</vt:lpstr>
      <vt:lpstr>Research on the Cross Domain Identity Authentication In Federated Environment </vt:lpstr>
      <vt:lpstr>User Authentication Mechanism Using Authentication Server in HomeNetwork</vt:lpstr>
      <vt:lpstr>03 Summary/gap</vt:lpstr>
      <vt:lpstr>Advantage over traditional Authentications over compared systems </vt:lpstr>
      <vt:lpstr>04 Objective</vt:lpstr>
      <vt:lpstr>Proposed Solution</vt:lpstr>
      <vt:lpstr>05 System Architecture</vt:lpstr>
      <vt:lpstr>IMPLEMENTATION : Spring Security</vt:lpstr>
      <vt:lpstr>IMPLEMENTATION : Key Components</vt:lpstr>
      <vt:lpstr>DIAGRAM : Communication flow</vt:lpstr>
      <vt:lpstr>IMPLEMENTATION : Authorization Flow</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Aswathy Rajan</cp:lastModifiedBy>
  <cp:revision>30</cp:revision>
  <dcterms:modified xsi:type="dcterms:W3CDTF">2024-10-12T15:05:40Z</dcterms:modified>
</cp:coreProperties>
</file>